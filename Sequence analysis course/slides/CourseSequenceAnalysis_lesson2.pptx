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94" r:id="rId19"/>
    <p:sldId id="273" r:id="rId20"/>
    <p:sldId id="274" r:id="rId21"/>
    <p:sldId id="276" r:id="rId22"/>
    <p:sldId id="275" r:id="rId23"/>
    <p:sldId id="277" r:id="rId24"/>
    <p:sldId id="278" r:id="rId25"/>
    <p:sldId id="279" r:id="rId26"/>
    <p:sldId id="280" r:id="rId27"/>
    <p:sldId id="281" r:id="rId28"/>
    <p:sldId id="283" r:id="rId29"/>
    <p:sldId id="282" r:id="rId30"/>
    <p:sldId id="297" r:id="rId31"/>
    <p:sldId id="298" r:id="rId32"/>
    <p:sldId id="300" r:id="rId33"/>
    <p:sldId id="284" r:id="rId34"/>
    <p:sldId id="285" r:id="rId35"/>
    <p:sldId id="286" r:id="rId36"/>
    <p:sldId id="287" r:id="rId37"/>
    <p:sldId id="289" r:id="rId38"/>
    <p:sldId id="288" r:id="rId39"/>
    <p:sldId id="290" r:id="rId40"/>
    <p:sldId id="291" r:id="rId41"/>
    <p:sldId id="295" r:id="rId42"/>
    <p:sldId id="293" r:id="rId43"/>
    <p:sldId id="292" r:id="rId44"/>
    <p:sldId id="301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877" autoAdjust="0"/>
  </p:normalViewPr>
  <p:slideViewPr>
    <p:cSldViewPr snapToGrid="0">
      <p:cViewPr varScale="1">
        <p:scale>
          <a:sx n="118" d="100"/>
          <a:sy n="118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EC8993-C460-4B1F-9A30-40F52BB3FBC5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3D9CDEC7-2361-4606-B72C-5B7C0F0FFF95}">
      <dgm:prSet/>
      <dgm:spPr/>
      <dgm:t>
        <a:bodyPr/>
        <a:lstStyle/>
        <a:p>
          <a:r>
            <a:rPr lang="en-US"/>
            <a:t>Lesson 1: build and describe</a:t>
          </a:r>
          <a:endParaRPr lang="fr-FR"/>
        </a:p>
      </dgm:t>
    </dgm:pt>
    <dgm:pt modelId="{454CF91F-5896-4C24-8827-10F27C30874F}" type="parTrans" cxnId="{F901C9DF-9480-4AB4-9D9F-A54843002343}">
      <dgm:prSet/>
      <dgm:spPr/>
      <dgm:t>
        <a:bodyPr/>
        <a:lstStyle/>
        <a:p>
          <a:endParaRPr lang="fr-FR"/>
        </a:p>
      </dgm:t>
    </dgm:pt>
    <dgm:pt modelId="{9CBCDFB4-68E7-46FD-8D22-C9696974CA88}" type="sibTrans" cxnId="{F901C9DF-9480-4AB4-9D9F-A54843002343}">
      <dgm:prSet/>
      <dgm:spPr/>
      <dgm:t>
        <a:bodyPr/>
        <a:lstStyle/>
        <a:p>
          <a:endParaRPr lang="fr-FR"/>
        </a:p>
      </dgm:t>
    </dgm:pt>
    <dgm:pt modelId="{B1AEE526-6EB3-4A7B-BDD8-C536D9F269F1}">
      <dgm:prSet/>
      <dgm:spPr/>
      <dgm:t>
        <a:bodyPr/>
        <a:lstStyle/>
        <a:p>
          <a:r>
            <a:rPr lang="en-US"/>
            <a:t>Lesson 2: distances and OM</a:t>
          </a:r>
          <a:endParaRPr lang="fr-FR"/>
        </a:p>
      </dgm:t>
    </dgm:pt>
    <dgm:pt modelId="{8635361F-F204-4DF7-8748-F913DA3D605F}" type="parTrans" cxnId="{9E735A22-3B88-4E08-9879-734E824E7044}">
      <dgm:prSet/>
      <dgm:spPr/>
      <dgm:t>
        <a:bodyPr/>
        <a:lstStyle/>
        <a:p>
          <a:endParaRPr lang="fr-FR"/>
        </a:p>
      </dgm:t>
    </dgm:pt>
    <dgm:pt modelId="{5C476D20-27B9-49A8-9551-86D5DB626A32}" type="sibTrans" cxnId="{9E735A22-3B88-4E08-9879-734E824E7044}">
      <dgm:prSet/>
      <dgm:spPr/>
      <dgm:t>
        <a:bodyPr/>
        <a:lstStyle/>
        <a:p>
          <a:endParaRPr lang="fr-FR"/>
        </a:p>
      </dgm:t>
    </dgm:pt>
    <dgm:pt modelId="{B18C132B-4392-49EB-8A88-8CEB0894FC98}">
      <dgm:prSet/>
      <dgm:spPr/>
      <dgm:t>
        <a:bodyPr/>
        <a:lstStyle/>
        <a:p>
          <a:r>
            <a:rPr lang="en-US"/>
            <a:t>Lesson 3: clustering and typologies</a:t>
          </a:r>
          <a:endParaRPr lang="fr-FR"/>
        </a:p>
      </dgm:t>
    </dgm:pt>
    <dgm:pt modelId="{86D0EC2D-BA9A-47DF-BA81-67A057096071}" type="parTrans" cxnId="{D115A1FD-87BA-45F7-BEAB-D49ED9E7BE81}">
      <dgm:prSet/>
      <dgm:spPr/>
      <dgm:t>
        <a:bodyPr/>
        <a:lstStyle/>
        <a:p>
          <a:endParaRPr lang="fr-FR"/>
        </a:p>
      </dgm:t>
    </dgm:pt>
    <dgm:pt modelId="{8AF2EA72-8003-4F14-876F-3A02722CF7BC}" type="sibTrans" cxnId="{D115A1FD-87BA-45F7-BEAB-D49ED9E7BE81}">
      <dgm:prSet/>
      <dgm:spPr/>
      <dgm:t>
        <a:bodyPr/>
        <a:lstStyle/>
        <a:p>
          <a:endParaRPr lang="fr-FR"/>
        </a:p>
      </dgm:t>
    </dgm:pt>
    <dgm:pt modelId="{4A7D2666-1982-442E-908E-5FC7E82F3529}">
      <dgm:prSet/>
      <dgm:spPr/>
      <dgm:t>
        <a:bodyPr/>
        <a:lstStyle/>
        <a:p>
          <a:r>
            <a:rPr lang="en-US"/>
            <a:t>Lesson 4: interpretation, mini-projects, presentations</a:t>
          </a:r>
          <a:endParaRPr lang="fr-FR"/>
        </a:p>
      </dgm:t>
    </dgm:pt>
    <dgm:pt modelId="{364C742B-C412-4CB5-A225-84EA199FBC3C}" type="parTrans" cxnId="{5C297B22-5C2E-49E0-8662-3EE71665B272}">
      <dgm:prSet/>
      <dgm:spPr/>
      <dgm:t>
        <a:bodyPr/>
        <a:lstStyle/>
        <a:p>
          <a:endParaRPr lang="fr-FR"/>
        </a:p>
      </dgm:t>
    </dgm:pt>
    <dgm:pt modelId="{4FB0D542-A765-4839-9F47-86C7A75B08D6}" type="sibTrans" cxnId="{5C297B22-5C2E-49E0-8662-3EE71665B272}">
      <dgm:prSet/>
      <dgm:spPr/>
      <dgm:t>
        <a:bodyPr/>
        <a:lstStyle/>
        <a:p>
          <a:endParaRPr lang="fr-FR"/>
        </a:p>
      </dgm:t>
    </dgm:pt>
    <dgm:pt modelId="{C9FF8288-89E2-4546-9ECF-A6DC2AA3FF20}" type="pres">
      <dgm:prSet presAssocID="{29EC8993-C460-4B1F-9A30-40F52BB3FBC5}" presName="CompostProcess" presStyleCnt="0">
        <dgm:presLayoutVars>
          <dgm:dir/>
          <dgm:resizeHandles val="exact"/>
        </dgm:presLayoutVars>
      </dgm:prSet>
      <dgm:spPr/>
    </dgm:pt>
    <dgm:pt modelId="{CC24C03A-739F-4673-8625-304FA9CDF41F}" type="pres">
      <dgm:prSet presAssocID="{29EC8993-C460-4B1F-9A30-40F52BB3FBC5}" presName="arrow" presStyleLbl="bgShp" presStyleIdx="0" presStyleCnt="1"/>
      <dgm:spPr/>
    </dgm:pt>
    <dgm:pt modelId="{957A554B-DDFC-4780-8273-D2F00A728530}" type="pres">
      <dgm:prSet presAssocID="{29EC8993-C460-4B1F-9A30-40F52BB3FBC5}" presName="linearProcess" presStyleCnt="0"/>
      <dgm:spPr/>
    </dgm:pt>
    <dgm:pt modelId="{BAAD502F-704A-49E0-AE4E-38BA049E3163}" type="pres">
      <dgm:prSet presAssocID="{3D9CDEC7-2361-4606-B72C-5B7C0F0FFF95}" presName="textNode" presStyleLbl="node1" presStyleIdx="0" presStyleCnt="4">
        <dgm:presLayoutVars>
          <dgm:bulletEnabled val="1"/>
        </dgm:presLayoutVars>
      </dgm:prSet>
      <dgm:spPr/>
    </dgm:pt>
    <dgm:pt modelId="{52225CF2-62A0-4202-B490-2F7EB6DCD9F6}" type="pres">
      <dgm:prSet presAssocID="{9CBCDFB4-68E7-46FD-8D22-C9696974CA88}" presName="sibTrans" presStyleCnt="0"/>
      <dgm:spPr/>
    </dgm:pt>
    <dgm:pt modelId="{EF9762C0-F1D8-4153-AA3C-17E57B932797}" type="pres">
      <dgm:prSet presAssocID="{B1AEE526-6EB3-4A7B-BDD8-C536D9F269F1}" presName="textNode" presStyleLbl="node1" presStyleIdx="1" presStyleCnt="4">
        <dgm:presLayoutVars>
          <dgm:bulletEnabled val="1"/>
        </dgm:presLayoutVars>
      </dgm:prSet>
      <dgm:spPr/>
    </dgm:pt>
    <dgm:pt modelId="{932ECA39-F2CF-49B0-A428-5448A339FE58}" type="pres">
      <dgm:prSet presAssocID="{5C476D20-27B9-49A8-9551-86D5DB626A32}" presName="sibTrans" presStyleCnt="0"/>
      <dgm:spPr/>
    </dgm:pt>
    <dgm:pt modelId="{00C9F4EA-0119-47C7-B69B-9BB48C6F1006}" type="pres">
      <dgm:prSet presAssocID="{B18C132B-4392-49EB-8A88-8CEB0894FC98}" presName="textNode" presStyleLbl="node1" presStyleIdx="2" presStyleCnt="4">
        <dgm:presLayoutVars>
          <dgm:bulletEnabled val="1"/>
        </dgm:presLayoutVars>
      </dgm:prSet>
      <dgm:spPr/>
    </dgm:pt>
    <dgm:pt modelId="{20B9449A-D0A4-4463-8307-6A002C88D52E}" type="pres">
      <dgm:prSet presAssocID="{8AF2EA72-8003-4F14-876F-3A02722CF7BC}" presName="sibTrans" presStyleCnt="0"/>
      <dgm:spPr/>
    </dgm:pt>
    <dgm:pt modelId="{E3B98A3D-E9DB-48B9-BD34-1347D1D97E0D}" type="pres">
      <dgm:prSet presAssocID="{4A7D2666-1982-442E-908E-5FC7E82F352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E735A22-3B88-4E08-9879-734E824E7044}" srcId="{29EC8993-C460-4B1F-9A30-40F52BB3FBC5}" destId="{B1AEE526-6EB3-4A7B-BDD8-C536D9F269F1}" srcOrd="1" destOrd="0" parTransId="{8635361F-F204-4DF7-8748-F913DA3D605F}" sibTransId="{5C476D20-27B9-49A8-9551-86D5DB626A32}"/>
    <dgm:cxn modelId="{5C297B22-5C2E-49E0-8662-3EE71665B272}" srcId="{29EC8993-C460-4B1F-9A30-40F52BB3FBC5}" destId="{4A7D2666-1982-442E-908E-5FC7E82F3529}" srcOrd="3" destOrd="0" parTransId="{364C742B-C412-4CB5-A225-84EA199FBC3C}" sibTransId="{4FB0D542-A765-4839-9F47-86C7A75B08D6}"/>
    <dgm:cxn modelId="{7515CE29-4E1B-4282-B032-7D457DE1A05D}" type="presOf" srcId="{B18C132B-4392-49EB-8A88-8CEB0894FC98}" destId="{00C9F4EA-0119-47C7-B69B-9BB48C6F1006}" srcOrd="0" destOrd="0" presId="urn:microsoft.com/office/officeart/2005/8/layout/hProcess9"/>
    <dgm:cxn modelId="{CAE4C875-DB07-42D3-95DC-2EF08A0402BF}" type="presOf" srcId="{29EC8993-C460-4B1F-9A30-40F52BB3FBC5}" destId="{C9FF8288-89E2-4546-9ECF-A6DC2AA3FF20}" srcOrd="0" destOrd="0" presId="urn:microsoft.com/office/officeart/2005/8/layout/hProcess9"/>
    <dgm:cxn modelId="{352889AA-FEF5-4A05-9627-DDDDAB96833A}" type="presOf" srcId="{4A7D2666-1982-442E-908E-5FC7E82F3529}" destId="{E3B98A3D-E9DB-48B9-BD34-1347D1D97E0D}" srcOrd="0" destOrd="0" presId="urn:microsoft.com/office/officeart/2005/8/layout/hProcess9"/>
    <dgm:cxn modelId="{CA7738AC-6307-4369-9964-33B803985576}" type="presOf" srcId="{3D9CDEC7-2361-4606-B72C-5B7C0F0FFF95}" destId="{BAAD502F-704A-49E0-AE4E-38BA049E3163}" srcOrd="0" destOrd="0" presId="urn:microsoft.com/office/officeart/2005/8/layout/hProcess9"/>
    <dgm:cxn modelId="{C8F41CCF-6CD6-4685-8B02-357474FBDEC2}" type="presOf" srcId="{B1AEE526-6EB3-4A7B-BDD8-C536D9F269F1}" destId="{EF9762C0-F1D8-4153-AA3C-17E57B932797}" srcOrd="0" destOrd="0" presId="urn:microsoft.com/office/officeart/2005/8/layout/hProcess9"/>
    <dgm:cxn modelId="{F901C9DF-9480-4AB4-9D9F-A54843002343}" srcId="{29EC8993-C460-4B1F-9A30-40F52BB3FBC5}" destId="{3D9CDEC7-2361-4606-B72C-5B7C0F0FFF95}" srcOrd="0" destOrd="0" parTransId="{454CF91F-5896-4C24-8827-10F27C30874F}" sibTransId="{9CBCDFB4-68E7-46FD-8D22-C9696974CA88}"/>
    <dgm:cxn modelId="{D115A1FD-87BA-45F7-BEAB-D49ED9E7BE81}" srcId="{29EC8993-C460-4B1F-9A30-40F52BB3FBC5}" destId="{B18C132B-4392-49EB-8A88-8CEB0894FC98}" srcOrd="2" destOrd="0" parTransId="{86D0EC2D-BA9A-47DF-BA81-67A057096071}" sibTransId="{8AF2EA72-8003-4F14-876F-3A02722CF7BC}"/>
    <dgm:cxn modelId="{D2C5F8FC-2BF8-47E0-AB04-4CC52988ECAA}" type="presParOf" srcId="{C9FF8288-89E2-4546-9ECF-A6DC2AA3FF20}" destId="{CC24C03A-739F-4673-8625-304FA9CDF41F}" srcOrd="0" destOrd="0" presId="urn:microsoft.com/office/officeart/2005/8/layout/hProcess9"/>
    <dgm:cxn modelId="{9BD14E85-19BA-4D55-A434-043C1B084D0B}" type="presParOf" srcId="{C9FF8288-89E2-4546-9ECF-A6DC2AA3FF20}" destId="{957A554B-DDFC-4780-8273-D2F00A728530}" srcOrd="1" destOrd="0" presId="urn:microsoft.com/office/officeart/2005/8/layout/hProcess9"/>
    <dgm:cxn modelId="{160D0615-2CA7-439B-A409-AD6B662BAC2A}" type="presParOf" srcId="{957A554B-DDFC-4780-8273-D2F00A728530}" destId="{BAAD502F-704A-49E0-AE4E-38BA049E3163}" srcOrd="0" destOrd="0" presId="urn:microsoft.com/office/officeart/2005/8/layout/hProcess9"/>
    <dgm:cxn modelId="{B738D6AD-5F94-4B51-9D45-35A6A2068A7F}" type="presParOf" srcId="{957A554B-DDFC-4780-8273-D2F00A728530}" destId="{52225CF2-62A0-4202-B490-2F7EB6DCD9F6}" srcOrd="1" destOrd="0" presId="urn:microsoft.com/office/officeart/2005/8/layout/hProcess9"/>
    <dgm:cxn modelId="{04A68F6B-28DF-475A-8EE0-548AC131909F}" type="presParOf" srcId="{957A554B-DDFC-4780-8273-D2F00A728530}" destId="{EF9762C0-F1D8-4153-AA3C-17E57B932797}" srcOrd="2" destOrd="0" presId="urn:microsoft.com/office/officeart/2005/8/layout/hProcess9"/>
    <dgm:cxn modelId="{55BA37C1-370E-4DAF-A13E-40D62AD00FB5}" type="presParOf" srcId="{957A554B-DDFC-4780-8273-D2F00A728530}" destId="{932ECA39-F2CF-49B0-A428-5448A339FE58}" srcOrd="3" destOrd="0" presId="urn:microsoft.com/office/officeart/2005/8/layout/hProcess9"/>
    <dgm:cxn modelId="{38BB3B71-7DF3-42CD-B3B9-6505367FA00E}" type="presParOf" srcId="{957A554B-DDFC-4780-8273-D2F00A728530}" destId="{00C9F4EA-0119-47C7-B69B-9BB48C6F1006}" srcOrd="4" destOrd="0" presId="urn:microsoft.com/office/officeart/2005/8/layout/hProcess9"/>
    <dgm:cxn modelId="{9764682F-D53B-4C33-B2BB-513F30CD55FC}" type="presParOf" srcId="{957A554B-DDFC-4780-8273-D2F00A728530}" destId="{20B9449A-D0A4-4463-8307-6A002C88D52E}" srcOrd="5" destOrd="0" presId="urn:microsoft.com/office/officeart/2005/8/layout/hProcess9"/>
    <dgm:cxn modelId="{FEF7BF97-00CF-4086-B0B4-30CB653A9C24}" type="presParOf" srcId="{957A554B-DDFC-4780-8273-D2F00A728530}" destId="{E3B98A3D-E9DB-48B9-BD34-1347D1D97E0D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E52DD1-E189-470F-850D-D058102D63E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F275E7-EB7F-47F5-9457-8AEEB5F7822E}">
      <dgm:prSet/>
      <dgm:spPr/>
      <dgm:t>
        <a:bodyPr/>
        <a:lstStyle/>
        <a:p>
          <a:r>
            <a:rPr lang="fr-FR" b="1"/>
            <a:t>Individual pathways</a:t>
          </a:r>
          <a:endParaRPr lang="en-US"/>
        </a:p>
      </dgm:t>
    </dgm:pt>
    <dgm:pt modelId="{6B581B3A-C067-475A-9668-8E7658A034C7}" type="parTrans" cxnId="{5F5FBF2E-F2D0-4EC0-9889-6468BF2A364F}">
      <dgm:prSet/>
      <dgm:spPr/>
      <dgm:t>
        <a:bodyPr/>
        <a:lstStyle/>
        <a:p>
          <a:endParaRPr lang="en-US"/>
        </a:p>
      </dgm:t>
    </dgm:pt>
    <dgm:pt modelId="{882BBC40-6900-47A9-8C23-4581E4336C8C}" type="sibTrans" cxnId="{5F5FBF2E-F2D0-4EC0-9889-6468BF2A364F}">
      <dgm:prSet/>
      <dgm:spPr/>
      <dgm:t>
        <a:bodyPr/>
        <a:lstStyle/>
        <a:p>
          <a:endParaRPr lang="en-US"/>
        </a:p>
      </dgm:t>
    </dgm:pt>
    <dgm:pt modelId="{5086B6AD-47A2-412B-919D-3C7A9FFAE3DC}">
      <dgm:prSet/>
      <dgm:spPr/>
      <dgm:t>
        <a:bodyPr/>
        <a:lstStyle/>
        <a:p>
          <a:r>
            <a:rPr lang="fr-FR"/>
            <a:t>Who follows which trajectory? </a:t>
          </a:r>
          <a:endParaRPr lang="en-US"/>
        </a:p>
      </dgm:t>
    </dgm:pt>
    <dgm:pt modelId="{5DADC269-BC45-4407-ACAB-7DB6B1C86DCF}" type="parTrans" cxnId="{122A637F-19BE-4EFB-85D5-286ABA4CBB61}">
      <dgm:prSet/>
      <dgm:spPr/>
      <dgm:t>
        <a:bodyPr/>
        <a:lstStyle/>
        <a:p>
          <a:endParaRPr lang="en-US"/>
        </a:p>
      </dgm:t>
    </dgm:pt>
    <dgm:pt modelId="{DED5AB6F-E095-4787-B6CD-FED3E6EB581C}" type="sibTrans" cxnId="{122A637F-19BE-4EFB-85D5-286ABA4CBB61}">
      <dgm:prSet/>
      <dgm:spPr/>
      <dgm:t>
        <a:bodyPr/>
        <a:lstStyle/>
        <a:p>
          <a:endParaRPr lang="en-US"/>
        </a:p>
      </dgm:t>
    </dgm:pt>
    <dgm:pt modelId="{2A58CE13-EEFB-4A35-91FF-F3366C43F0CA}">
      <dgm:prSet/>
      <dgm:spPr/>
      <dgm:t>
        <a:bodyPr/>
        <a:lstStyle/>
        <a:p>
          <a:r>
            <a:rPr lang="fr-FR" b="1"/>
            <a:t>Group composition over time</a:t>
          </a:r>
          <a:endParaRPr lang="en-US"/>
        </a:p>
      </dgm:t>
    </dgm:pt>
    <dgm:pt modelId="{707DF4D0-C684-4D67-8FFC-0425B0635D3B}" type="parTrans" cxnId="{92D05670-E02E-4E80-B185-5D48F97993AC}">
      <dgm:prSet/>
      <dgm:spPr/>
      <dgm:t>
        <a:bodyPr/>
        <a:lstStyle/>
        <a:p>
          <a:endParaRPr lang="en-US"/>
        </a:p>
      </dgm:t>
    </dgm:pt>
    <dgm:pt modelId="{D6D2CD63-B3C4-499D-91F6-9CCD93F740AF}" type="sibTrans" cxnId="{92D05670-E02E-4E80-B185-5D48F97993AC}">
      <dgm:prSet/>
      <dgm:spPr/>
      <dgm:t>
        <a:bodyPr/>
        <a:lstStyle/>
        <a:p>
          <a:endParaRPr lang="en-US"/>
        </a:p>
      </dgm:t>
    </dgm:pt>
    <dgm:pt modelId="{CC246B44-CF24-446C-9204-6C95B6C9FD6B}">
      <dgm:prSet/>
      <dgm:spPr/>
      <dgm:t>
        <a:bodyPr/>
        <a:lstStyle/>
        <a:p>
          <a:r>
            <a:rPr lang="fr-FR"/>
            <a:t>What share is in each state? </a:t>
          </a:r>
          <a:endParaRPr lang="en-US"/>
        </a:p>
      </dgm:t>
    </dgm:pt>
    <dgm:pt modelId="{2BA1AAF3-1C36-41AB-A6CA-BA5CE6350ACF}" type="parTrans" cxnId="{712F8A65-F791-425B-9DDE-26C35EF9C0BF}">
      <dgm:prSet/>
      <dgm:spPr/>
      <dgm:t>
        <a:bodyPr/>
        <a:lstStyle/>
        <a:p>
          <a:endParaRPr lang="en-US"/>
        </a:p>
      </dgm:t>
    </dgm:pt>
    <dgm:pt modelId="{48565784-342E-42EE-B2CF-E7206A7563D8}" type="sibTrans" cxnId="{712F8A65-F791-425B-9DDE-26C35EF9C0BF}">
      <dgm:prSet/>
      <dgm:spPr/>
      <dgm:t>
        <a:bodyPr/>
        <a:lstStyle/>
        <a:p>
          <a:endParaRPr lang="en-US"/>
        </a:p>
      </dgm:t>
    </dgm:pt>
    <dgm:pt modelId="{C55F871B-844E-46FE-B32F-7A60F8DF31DA}">
      <dgm:prSet/>
      <dgm:spPr/>
      <dgm:t>
        <a:bodyPr/>
        <a:lstStyle/>
        <a:p>
          <a:r>
            <a:rPr lang="fr-FR" b="1"/>
            <a:t>Descriptive indicators</a:t>
          </a:r>
          <a:endParaRPr lang="en-US"/>
        </a:p>
      </dgm:t>
    </dgm:pt>
    <dgm:pt modelId="{27C92066-C19B-477A-8939-0281CC25B0E1}" type="parTrans" cxnId="{0E605702-57AB-498E-B13D-86C9241838D5}">
      <dgm:prSet/>
      <dgm:spPr/>
      <dgm:t>
        <a:bodyPr/>
        <a:lstStyle/>
        <a:p>
          <a:endParaRPr lang="en-US"/>
        </a:p>
      </dgm:t>
    </dgm:pt>
    <dgm:pt modelId="{C76554CD-0693-48F6-BA38-AE0D8219945E}" type="sibTrans" cxnId="{0E605702-57AB-498E-B13D-86C9241838D5}">
      <dgm:prSet/>
      <dgm:spPr/>
      <dgm:t>
        <a:bodyPr/>
        <a:lstStyle/>
        <a:p>
          <a:endParaRPr lang="en-US"/>
        </a:p>
      </dgm:t>
    </dgm:pt>
    <dgm:pt modelId="{D9FDDA01-7E42-479A-BDE7-31E319F9E3DD}">
      <dgm:prSet/>
      <dgm:spPr/>
      <dgm:t>
        <a:bodyPr/>
        <a:lstStyle/>
        <a:p>
          <a:r>
            <a:rPr lang="fr-FR"/>
            <a:t>Time in states, transitions, complexity</a:t>
          </a:r>
          <a:endParaRPr lang="en-US"/>
        </a:p>
      </dgm:t>
    </dgm:pt>
    <dgm:pt modelId="{81AA5D12-2261-45FA-9ED5-73A44B54CA23}" type="parTrans" cxnId="{30184E80-0889-4751-9DF5-BE187A5D0570}">
      <dgm:prSet/>
      <dgm:spPr/>
      <dgm:t>
        <a:bodyPr/>
        <a:lstStyle/>
        <a:p>
          <a:endParaRPr lang="en-US"/>
        </a:p>
      </dgm:t>
    </dgm:pt>
    <dgm:pt modelId="{28BB0B8D-6BE3-455F-A42F-55D644C897BB}" type="sibTrans" cxnId="{30184E80-0889-4751-9DF5-BE187A5D0570}">
      <dgm:prSet/>
      <dgm:spPr/>
      <dgm:t>
        <a:bodyPr/>
        <a:lstStyle/>
        <a:p>
          <a:endParaRPr lang="en-US"/>
        </a:p>
      </dgm:t>
    </dgm:pt>
    <dgm:pt modelId="{D20A6F1A-9950-49C6-986F-423234C45FF6}" type="pres">
      <dgm:prSet presAssocID="{AEE52DD1-E189-470F-850D-D058102D63EC}" presName="Name0" presStyleCnt="0">
        <dgm:presLayoutVars>
          <dgm:dir/>
          <dgm:animLvl val="lvl"/>
          <dgm:resizeHandles val="exact"/>
        </dgm:presLayoutVars>
      </dgm:prSet>
      <dgm:spPr/>
    </dgm:pt>
    <dgm:pt modelId="{E73F7988-DB9A-4A88-8748-6955B786F781}" type="pres">
      <dgm:prSet presAssocID="{1FF275E7-EB7F-47F5-9457-8AEEB5F7822E}" presName="composite" presStyleCnt="0"/>
      <dgm:spPr/>
    </dgm:pt>
    <dgm:pt modelId="{CAB2C890-9BAF-4052-91A5-012715DC2968}" type="pres">
      <dgm:prSet presAssocID="{1FF275E7-EB7F-47F5-9457-8AEEB5F7822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514327D-E730-49B9-8E0E-D6A771C20B2E}" type="pres">
      <dgm:prSet presAssocID="{1FF275E7-EB7F-47F5-9457-8AEEB5F7822E}" presName="desTx" presStyleLbl="alignAccFollowNode1" presStyleIdx="0" presStyleCnt="3">
        <dgm:presLayoutVars>
          <dgm:bulletEnabled val="1"/>
        </dgm:presLayoutVars>
      </dgm:prSet>
      <dgm:spPr/>
    </dgm:pt>
    <dgm:pt modelId="{B65E40FC-216B-4951-8E89-E07802CFFE6A}" type="pres">
      <dgm:prSet presAssocID="{882BBC40-6900-47A9-8C23-4581E4336C8C}" presName="space" presStyleCnt="0"/>
      <dgm:spPr/>
    </dgm:pt>
    <dgm:pt modelId="{09E16A0B-B293-4899-8EF3-78A8C95CF628}" type="pres">
      <dgm:prSet presAssocID="{2A58CE13-EEFB-4A35-91FF-F3366C43F0CA}" presName="composite" presStyleCnt="0"/>
      <dgm:spPr/>
    </dgm:pt>
    <dgm:pt modelId="{75ACB442-FB21-4858-AE00-16E4CC9C3488}" type="pres">
      <dgm:prSet presAssocID="{2A58CE13-EEFB-4A35-91FF-F3366C43F0C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2371B19-C7EF-4D93-B4EF-A3B1F97FAF33}" type="pres">
      <dgm:prSet presAssocID="{2A58CE13-EEFB-4A35-91FF-F3366C43F0CA}" presName="desTx" presStyleLbl="alignAccFollowNode1" presStyleIdx="1" presStyleCnt="3">
        <dgm:presLayoutVars>
          <dgm:bulletEnabled val="1"/>
        </dgm:presLayoutVars>
      </dgm:prSet>
      <dgm:spPr/>
    </dgm:pt>
    <dgm:pt modelId="{9CC4DF40-B5F4-44BF-9B86-132B071BC2F0}" type="pres">
      <dgm:prSet presAssocID="{D6D2CD63-B3C4-499D-91F6-9CCD93F740AF}" presName="space" presStyleCnt="0"/>
      <dgm:spPr/>
    </dgm:pt>
    <dgm:pt modelId="{18B530AB-78E9-427E-ACE8-C620F03B2632}" type="pres">
      <dgm:prSet presAssocID="{C55F871B-844E-46FE-B32F-7A60F8DF31DA}" presName="composite" presStyleCnt="0"/>
      <dgm:spPr/>
    </dgm:pt>
    <dgm:pt modelId="{DCDD4AEE-CEDC-4608-8BF6-1F6C01D7E026}" type="pres">
      <dgm:prSet presAssocID="{C55F871B-844E-46FE-B32F-7A60F8DF31D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38DCB59-36F5-44DC-942B-42D4291799C9}" type="pres">
      <dgm:prSet presAssocID="{C55F871B-844E-46FE-B32F-7A60F8DF31D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E605702-57AB-498E-B13D-86C9241838D5}" srcId="{AEE52DD1-E189-470F-850D-D058102D63EC}" destId="{C55F871B-844E-46FE-B32F-7A60F8DF31DA}" srcOrd="2" destOrd="0" parTransId="{27C92066-C19B-477A-8939-0281CC25B0E1}" sibTransId="{C76554CD-0693-48F6-BA38-AE0D8219945E}"/>
    <dgm:cxn modelId="{3F44B015-AE64-4131-9A88-554AB4508816}" type="presOf" srcId="{1FF275E7-EB7F-47F5-9457-8AEEB5F7822E}" destId="{CAB2C890-9BAF-4052-91A5-012715DC2968}" srcOrd="0" destOrd="0" presId="urn:microsoft.com/office/officeart/2005/8/layout/hList1"/>
    <dgm:cxn modelId="{5F5FBF2E-F2D0-4EC0-9889-6468BF2A364F}" srcId="{AEE52DD1-E189-470F-850D-D058102D63EC}" destId="{1FF275E7-EB7F-47F5-9457-8AEEB5F7822E}" srcOrd="0" destOrd="0" parTransId="{6B581B3A-C067-475A-9668-8E7658A034C7}" sibTransId="{882BBC40-6900-47A9-8C23-4581E4336C8C}"/>
    <dgm:cxn modelId="{92E64B3A-0916-4C0F-B726-691D6E572FC4}" type="presOf" srcId="{D9FDDA01-7E42-479A-BDE7-31E319F9E3DD}" destId="{438DCB59-36F5-44DC-942B-42D4291799C9}" srcOrd="0" destOrd="0" presId="urn:microsoft.com/office/officeart/2005/8/layout/hList1"/>
    <dgm:cxn modelId="{712F8A65-F791-425B-9DDE-26C35EF9C0BF}" srcId="{2A58CE13-EEFB-4A35-91FF-F3366C43F0CA}" destId="{CC246B44-CF24-446C-9204-6C95B6C9FD6B}" srcOrd="0" destOrd="0" parTransId="{2BA1AAF3-1C36-41AB-A6CA-BA5CE6350ACF}" sibTransId="{48565784-342E-42EE-B2CF-E7206A7563D8}"/>
    <dgm:cxn modelId="{92D05670-E02E-4E80-B185-5D48F97993AC}" srcId="{AEE52DD1-E189-470F-850D-D058102D63EC}" destId="{2A58CE13-EEFB-4A35-91FF-F3366C43F0CA}" srcOrd="1" destOrd="0" parTransId="{707DF4D0-C684-4D67-8FFC-0425B0635D3B}" sibTransId="{D6D2CD63-B3C4-499D-91F6-9CCD93F740AF}"/>
    <dgm:cxn modelId="{555EAE71-C93A-4132-A0C1-49FCDBC47D85}" type="presOf" srcId="{CC246B44-CF24-446C-9204-6C95B6C9FD6B}" destId="{B2371B19-C7EF-4D93-B4EF-A3B1F97FAF33}" srcOrd="0" destOrd="0" presId="urn:microsoft.com/office/officeart/2005/8/layout/hList1"/>
    <dgm:cxn modelId="{830F1F75-4A38-43F0-95B2-B5E448DAF1A8}" type="presOf" srcId="{2A58CE13-EEFB-4A35-91FF-F3366C43F0CA}" destId="{75ACB442-FB21-4858-AE00-16E4CC9C3488}" srcOrd="0" destOrd="0" presId="urn:microsoft.com/office/officeart/2005/8/layout/hList1"/>
    <dgm:cxn modelId="{67653C75-583A-46FF-8D60-9BF12B33DDC0}" type="presOf" srcId="{C55F871B-844E-46FE-B32F-7A60F8DF31DA}" destId="{DCDD4AEE-CEDC-4608-8BF6-1F6C01D7E026}" srcOrd="0" destOrd="0" presId="urn:microsoft.com/office/officeart/2005/8/layout/hList1"/>
    <dgm:cxn modelId="{122A637F-19BE-4EFB-85D5-286ABA4CBB61}" srcId="{1FF275E7-EB7F-47F5-9457-8AEEB5F7822E}" destId="{5086B6AD-47A2-412B-919D-3C7A9FFAE3DC}" srcOrd="0" destOrd="0" parTransId="{5DADC269-BC45-4407-ACAB-7DB6B1C86DCF}" sibTransId="{DED5AB6F-E095-4787-B6CD-FED3E6EB581C}"/>
    <dgm:cxn modelId="{30184E80-0889-4751-9DF5-BE187A5D0570}" srcId="{C55F871B-844E-46FE-B32F-7A60F8DF31DA}" destId="{D9FDDA01-7E42-479A-BDE7-31E319F9E3DD}" srcOrd="0" destOrd="0" parTransId="{81AA5D12-2261-45FA-9ED5-73A44B54CA23}" sibTransId="{28BB0B8D-6BE3-455F-A42F-55D644C897BB}"/>
    <dgm:cxn modelId="{59101087-A799-405B-9C3D-7CC1C93CADB3}" type="presOf" srcId="{5086B6AD-47A2-412B-919D-3C7A9FFAE3DC}" destId="{5514327D-E730-49B9-8E0E-D6A771C20B2E}" srcOrd="0" destOrd="0" presId="urn:microsoft.com/office/officeart/2005/8/layout/hList1"/>
    <dgm:cxn modelId="{55C87BA7-44CB-4D54-A39F-C932B352520D}" type="presOf" srcId="{AEE52DD1-E189-470F-850D-D058102D63EC}" destId="{D20A6F1A-9950-49C6-986F-423234C45FF6}" srcOrd="0" destOrd="0" presId="urn:microsoft.com/office/officeart/2005/8/layout/hList1"/>
    <dgm:cxn modelId="{C27E7081-D76D-43F3-B727-8AE9455A9022}" type="presParOf" srcId="{D20A6F1A-9950-49C6-986F-423234C45FF6}" destId="{E73F7988-DB9A-4A88-8748-6955B786F781}" srcOrd="0" destOrd="0" presId="urn:microsoft.com/office/officeart/2005/8/layout/hList1"/>
    <dgm:cxn modelId="{82287DCC-91B3-47C4-94F2-8E816FEFC001}" type="presParOf" srcId="{E73F7988-DB9A-4A88-8748-6955B786F781}" destId="{CAB2C890-9BAF-4052-91A5-012715DC2968}" srcOrd="0" destOrd="0" presId="urn:microsoft.com/office/officeart/2005/8/layout/hList1"/>
    <dgm:cxn modelId="{6EB9C694-2B2D-4D62-9615-040360F4C1AB}" type="presParOf" srcId="{E73F7988-DB9A-4A88-8748-6955B786F781}" destId="{5514327D-E730-49B9-8E0E-D6A771C20B2E}" srcOrd="1" destOrd="0" presId="urn:microsoft.com/office/officeart/2005/8/layout/hList1"/>
    <dgm:cxn modelId="{58D207BD-93E4-49A1-9BBA-BC969522F0E0}" type="presParOf" srcId="{D20A6F1A-9950-49C6-986F-423234C45FF6}" destId="{B65E40FC-216B-4951-8E89-E07802CFFE6A}" srcOrd="1" destOrd="0" presId="urn:microsoft.com/office/officeart/2005/8/layout/hList1"/>
    <dgm:cxn modelId="{E75AE775-BEF8-466F-BF7C-6B150BB6246D}" type="presParOf" srcId="{D20A6F1A-9950-49C6-986F-423234C45FF6}" destId="{09E16A0B-B293-4899-8EF3-78A8C95CF628}" srcOrd="2" destOrd="0" presId="urn:microsoft.com/office/officeart/2005/8/layout/hList1"/>
    <dgm:cxn modelId="{C936F0CF-678D-49FE-8F58-690E89D3ADFE}" type="presParOf" srcId="{09E16A0B-B293-4899-8EF3-78A8C95CF628}" destId="{75ACB442-FB21-4858-AE00-16E4CC9C3488}" srcOrd="0" destOrd="0" presId="urn:microsoft.com/office/officeart/2005/8/layout/hList1"/>
    <dgm:cxn modelId="{3CB08883-B7D0-449F-9C73-18ED3AB7F351}" type="presParOf" srcId="{09E16A0B-B293-4899-8EF3-78A8C95CF628}" destId="{B2371B19-C7EF-4D93-B4EF-A3B1F97FAF33}" srcOrd="1" destOrd="0" presId="urn:microsoft.com/office/officeart/2005/8/layout/hList1"/>
    <dgm:cxn modelId="{B599F014-6596-4AF7-B54F-60E80B67ECC9}" type="presParOf" srcId="{D20A6F1A-9950-49C6-986F-423234C45FF6}" destId="{9CC4DF40-B5F4-44BF-9B86-132B071BC2F0}" srcOrd="3" destOrd="0" presId="urn:microsoft.com/office/officeart/2005/8/layout/hList1"/>
    <dgm:cxn modelId="{CF4FC6F4-7920-4F37-8463-BAE68D93F74B}" type="presParOf" srcId="{D20A6F1A-9950-49C6-986F-423234C45FF6}" destId="{18B530AB-78E9-427E-ACE8-C620F03B2632}" srcOrd="4" destOrd="0" presId="urn:microsoft.com/office/officeart/2005/8/layout/hList1"/>
    <dgm:cxn modelId="{D4D3D15E-7B09-4CE1-B811-B3606C6A5EEF}" type="presParOf" srcId="{18B530AB-78E9-427E-ACE8-C620F03B2632}" destId="{DCDD4AEE-CEDC-4608-8BF6-1F6C01D7E026}" srcOrd="0" destOrd="0" presId="urn:microsoft.com/office/officeart/2005/8/layout/hList1"/>
    <dgm:cxn modelId="{1F967E2D-B1D7-4FBE-B1C3-689E037BB428}" type="presParOf" srcId="{18B530AB-78E9-427E-ACE8-C620F03B2632}" destId="{438DCB59-36F5-44DC-942B-42D4291799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12DE98-236F-411E-B805-840D6D0507D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5B15899-D9A2-4772-9074-4DC83BF142B7}">
      <dgm:prSet custT="1"/>
      <dgm:spPr/>
      <dgm:t>
        <a:bodyPr/>
        <a:lstStyle/>
        <a:p>
          <a:r>
            <a:rPr lang="fr-FR" sz="2000" dirty="0"/>
            <a:t>Timing </a:t>
          </a:r>
          <a:r>
            <a:rPr lang="fr-FR" sz="2000" dirty="0" err="1"/>
            <a:t>is</a:t>
          </a:r>
          <a:r>
            <a:rPr lang="fr-FR" sz="2000" dirty="0"/>
            <a:t> central; </a:t>
          </a:r>
          <a:endParaRPr lang="en-US" sz="2000" dirty="0"/>
        </a:p>
      </dgm:t>
    </dgm:pt>
    <dgm:pt modelId="{59E52FB7-5DF9-4238-9064-54FBD72A6B82}" type="parTrans" cxnId="{10521DFA-0D6A-4F41-87C3-B339C2FD3393}">
      <dgm:prSet/>
      <dgm:spPr/>
      <dgm:t>
        <a:bodyPr/>
        <a:lstStyle/>
        <a:p>
          <a:endParaRPr lang="en-US" sz="2800"/>
        </a:p>
      </dgm:t>
    </dgm:pt>
    <dgm:pt modelId="{31D2290C-A6C4-4DE4-9CE7-680EE14B12A9}" type="sibTrans" cxnId="{10521DFA-0D6A-4F41-87C3-B339C2FD3393}">
      <dgm:prSet/>
      <dgm:spPr/>
      <dgm:t>
        <a:bodyPr/>
        <a:lstStyle/>
        <a:p>
          <a:endParaRPr lang="en-US" sz="2800"/>
        </a:p>
      </dgm:t>
    </dgm:pt>
    <dgm:pt modelId="{FC2410A6-0DF6-4BA8-AAC6-635CC6473319}">
      <dgm:prSet custT="1"/>
      <dgm:spPr/>
      <dgm:t>
        <a:bodyPr/>
        <a:lstStyle/>
        <a:p>
          <a:r>
            <a:rPr lang="fr-FR" sz="2000" dirty="0" err="1"/>
            <a:t>Sequences</a:t>
          </a:r>
          <a:r>
            <a:rPr lang="fr-FR" sz="2000" dirty="0"/>
            <a:t> are </a:t>
          </a:r>
          <a:r>
            <a:rPr lang="fr-FR" sz="2000" dirty="0" err="1"/>
            <a:t>already</a:t>
          </a:r>
          <a:r>
            <a:rPr lang="fr-FR" sz="2000" dirty="0"/>
            <a:t>  </a:t>
          </a:r>
          <a:r>
            <a:rPr lang="fr-FR" sz="2000" dirty="0" err="1"/>
            <a:t>aligned</a:t>
          </a:r>
          <a:r>
            <a:rPr lang="fr-FR" sz="2000" dirty="0"/>
            <a:t> </a:t>
          </a:r>
          <a:r>
            <a:rPr lang="fr-FR" sz="2000" dirty="0" err="1"/>
            <a:t>meaningfully</a:t>
          </a:r>
          <a:r>
            <a:rPr lang="fr-FR" sz="2000" dirty="0"/>
            <a:t>; </a:t>
          </a:r>
          <a:endParaRPr lang="en-US" sz="2000" dirty="0"/>
        </a:p>
      </dgm:t>
    </dgm:pt>
    <dgm:pt modelId="{0F738AB8-FA48-46C3-8CEA-EB7B32193A92}" type="parTrans" cxnId="{9E67D993-12BA-4FA7-973B-8AD0B564473B}">
      <dgm:prSet/>
      <dgm:spPr/>
      <dgm:t>
        <a:bodyPr/>
        <a:lstStyle/>
        <a:p>
          <a:endParaRPr lang="en-US" sz="2800"/>
        </a:p>
      </dgm:t>
    </dgm:pt>
    <dgm:pt modelId="{830CADB4-5FE3-46EF-9505-F5244DD1D192}" type="sibTrans" cxnId="{9E67D993-12BA-4FA7-973B-8AD0B564473B}">
      <dgm:prSet/>
      <dgm:spPr/>
      <dgm:t>
        <a:bodyPr/>
        <a:lstStyle/>
        <a:p>
          <a:endParaRPr lang="en-US" sz="2800"/>
        </a:p>
      </dgm:t>
    </dgm:pt>
    <dgm:pt modelId="{0C087955-66FF-49A6-B215-1D3D6BBB400E}">
      <dgm:prSet custT="1"/>
      <dgm:spPr/>
      <dgm:t>
        <a:bodyPr/>
        <a:lstStyle/>
        <a:p>
          <a:r>
            <a:rPr lang="fr-FR" sz="2000" dirty="0" err="1"/>
            <a:t>Being</a:t>
          </a:r>
          <a:r>
            <a:rPr lang="fr-FR" sz="2000" dirty="0"/>
            <a:t> in a state at the </a:t>
          </a:r>
          <a:r>
            <a:rPr lang="fr-FR" sz="2000" dirty="0" err="1"/>
            <a:t>same</a:t>
          </a:r>
          <a:r>
            <a:rPr lang="fr-FR" sz="2000" dirty="0"/>
            <a:t> time </a:t>
          </a:r>
          <a:r>
            <a:rPr lang="fr-FR" sz="2000" dirty="0" err="1"/>
            <a:t>matters</a:t>
          </a:r>
          <a:r>
            <a:rPr lang="fr-FR" sz="2000" dirty="0"/>
            <a:t>.</a:t>
          </a:r>
          <a:endParaRPr lang="en-US" sz="2000" dirty="0"/>
        </a:p>
      </dgm:t>
    </dgm:pt>
    <dgm:pt modelId="{9AE2AC7B-628A-4016-8609-28B8404A1765}" type="parTrans" cxnId="{A0965D36-EDE4-40EA-AADA-98070800DB35}">
      <dgm:prSet/>
      <dgm:spPr/>
      <dgm:t>
        <a:bodyPr/>
        <a:lstStyle/>
        <a:p>
          <a:endParaRPr lang="en-US" sz="2800"/>
        </a:p>
      </dgm:t>
    </dgm:pt>
    <dgm:pt modelId="{E91B745C-099A-465A-BFE1-9CD8991EB5FD}" type="sibTrans" cxnId="{A0965D36-EDE4-40EA-AADA-98070800DB35}">
      <dgm:prSet/>
      <dgm:spPr/>
      <dgm:t>
        <a:bodyPr/>
        <a:lstStyle/>
        <a:p>
          <a:endParaRPr lang="en-US" sz="2800"/>
        </a:p>
      </dgm:t>
    </dgm:pt>
    <dgm:pt modelId="{5EFA0D76-0666-43C9-AF40-66838F8D5D56}" type="pres">
      <dgm:prSet presAssocID="{1A12DE98-236F-411E-B805-840D6D0507D8}" presName="root" presStyleCnt="0">
        <dgm:presLayoutVars>
          <dgm:dir/>
          <dgm:resizeHandles val="exact"/>
        </dgm:presLayoutVars>
      </dgm:prSet>
      <dgm:spPr/>
    </dgm:pt>
    <dgm:pt modelId="{579E2119-8231-46AE-A13F-0619C62D4801}" type="pres">
      <dgm:prSet presAssocID="{1A12DE98-236F-411E-B805-840D6D0507D8}" presName="container" presStyleCnt="0">
        <dgm:presLayoutVars>
          <dgm:dir/>
          <dgm:resizeHandles val="exact"/>
        </dgm:presLayoutVars>
      </dgm:prSet>
      <dgm:spPr/>
    </dgm:pt>
    <dgm:pt modelId="{51CA6CBD-DD82-4095-8EFF-84DBB6E42AF7}" type="pres">
      <dgm:prSet presAssocID="{45B15899-D9A2-4772-9074-4DC83BF142B7}" presName="compNode" presStyleCnt="0"/>
      <dgm:spPr/>
    </dgm:pt>
    <dgm:pt modelId="{58FBFCD5-8259-4EE8-AD1F-5EADF6B4C708}" type="pres">
      <dgm:prSet presAssocID="{45B15899-D9A2-4772-9074-4DC83BF142B7}" presName="iconBgRect" presStyleLbl="bgShp" presStyleIdx="0" presStyleCnt="3"/>
      <dgm:spPr/>
    </dgm:pt>
    <dgm:pt modelId="{5085DD73-25E1-471B-93D6-7DB75A637456}" type="pres">
      <dgm:prSet presAssocID="{45B15899-D9A2-4772-9074-4DC83BF142B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2B596E6-71E4-4775-980D-33969A6E9077}" type="pres">
      <dgm:prSet presAssocID="{45B15899-D9A2-4772-9074-4DC83BF142B7}" presName="spaceRect" presStyleCnt="0"/>
      <dgm:spPr/>
    </dgm:pt>
    <dgm:pt modelId="{1F42A52E-765F-4CD2-B13F-C9DA61282A89}" type="pres">
      <dgm:prSet presAssocID="{45B15899-D9A2-4772-9074-4DC83BF142B7}" presName="textRect" presStyleLbl="revTx" presStyleIdx="0" presStyleCnt="3">
        <dgm:presLayoutVars>
          <dgm:chMax val="1"/>
          <dgm:chPref val="1"/>
        </dgm:presLayoutVars>
      </dgm:prSet>
      <dgm:spPr/>
    </dgm:pt>
    <dgm:pt modelId="{6CBC848D-BF60-460F-86F9-4D4720E30514}" type="pres">
      <dgm:prSet presAssocID="{31D2290C-A6C4-4DE4-9CE7-680EE14B12A9}" presName="sibTrans" presStyleLbl="sibTrans2D1" presStyleIdx="0" presStyleCnt="0"/>
      <dgm:spPr/>
    </dgm:pt>
    <dgm:pt modelId="{26488D36-992F-45CC-9A24-15B83D7B7A0E}" type="pres">
      <dgm:prSet presAssocID="{FC2410A6-0DF6-4BA8-AAC6-635CC6473319}" presName="compNode" presStyleCnt="0"/>
      <dgm:spPr/>
    </dgm:pt>
    <dgm:pt modelId="{23104BC3-225B-4289-B377-D7F7A5913D43}" type="pres">
      <dgm:prSet presAssocID="{FC2410A6-0DF6-4BA8-AAC6-635CC6473319}" presName="iconBgRect" presStyleLbl="bgShp" presStyleIdx="1" presStyleCnt="3"/>
      <dgm:spPr/>
    </dgm:pt>
    <dgm:pt modelId="{ACDD98CB-8DCB-43C2-B5C9-403AA7147D35}" type="pres">
      <dgm:prSet presAssocID="{FC2410A6-0DF6-4BA8-AAC6-635CC647331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C6A364FE-F502-4E99-9767-7FA92601759C}" type="pres">
      <dgm:prSet presAssocID="{FC2410A6-0DF6-4BA8-AAC6-635CC6473319}" presName="spaceRect" presStyleCnt="0"/>
      <dgm:spPr/>
    </dgm:pt>
    <dgm:pt modelId="{930B3F24-CA2E-4DDF-AB44-1382DE15AB76}" type="pres">
      <dgm:prSet presAssocID="{FC2410A6-0DF6-4BA8-AAC6-635CC6473319}" presName="textRect" presStyleLbl="revTx" presStyleIdx="1" presStyleCnt="3">
        <dgm:presLayoutVars>
          <dgm:chMax val="1"/>
          <dgm:chPref val="1"/>
        </dgm:presLayoutVars>
      </dgm:prSet>
      <dgm:spPr/>
    </dgm:pt>
    <dgm:pt modelId="{51422080-2A77-4EBA-98B3-0EBCA426EB2B}" type="pres">
      <dgm:prSet presAssocID="{830CADB4-5FE3-46EF-9505-F5244DD1D192}" presName="sibTrans" presStyleLbl="sibTrans2D1" presStyleIdx="0" presStyleCnt="0"/>
      <dgm:spPr/>
    </dgm:pt>
    <dgm:pt modelId="{6AC39F80-B6C9-44D1-9B13-EA7AF48FB541}" type="pres">
      <dgm:prSet presAssocID="{0C087955-66FF-49A6-B215-1D3D6BBB400E}" presName="compNode" presStyleCnt="0"/>
      <dgm:spPr/>
    </dgm:pt>
    <dgm:pt modelId="{8D8BA9DF-1537-4252-901F-0A2BEFB07923}" type="pres">
      <dgm:prSet presAssocID="{0C087955-66FF-49A6-B215-1D3D6BBB400E}" presName="iconBgRect" presStyleLbl="bgShp" presStyleIdx="2" presStyleCnt="3"/>
      <dgm:spPr/>
    </dgm:pt>
    <dgm:pt modelId="{2BF92EB2-32D4-4D9E-B1E2-9480331DBBA4}" type="pres">
      <dgm:prSet presAssocID="{0C087955-66FF-49A6-B215-1D3D6BBB400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C6EC2F84-049A-4502-A54F-0D5A8D008B62}" type="pres">
      <dgm:prSet presAssocID="{0C087955-66FF-49A6-B215-1D3D6BBB400E}" presName="spaceRect" presStyleCnt="0"/>
      <dgm:spPr/>
    </dgm:pt>
    <dgm:pt modelId="{5EDDB9E0-7CD0-4F54-9C6E-8FBDEE8EE2FD}" type="pres">
      <dgm:prSet presAssocID="{0C087955-66FF-49A6-B215-1D3D6BBB40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0965D36-EDE4-40EA-AADA-98070800DB35}" srcId="{1A12DE98-236F-411E-B805-840D6D0507D8}" destId="{0C087955-66FF-49A6-B215-1D3D6BBB400E}" srcOrd="2" destOrd="0" parTransId="{9AE2AC7B-628A-4016-8609-28B8404A1765}" sibTransId="{E91B745C-099A-465A-BFE1-9CD8991EB5FD}"/>
    <dgm:cxn modelId="{6600D95B-04B3-4309-ACDB-45FE03A051D3}" type="presOf" srcId="{830CADB4-5FE3-46EF-9505-F5244DD1D192}" destId="{51422080-2A77-4EBA-98B3-0EBCA426EB2B}" srcOrd="0" destOrd="0" presId="urn:microsoft.com/office/officeart/2018/2/layout/IconCircleList"/>
    <dgm:cxn modelId="{17DCBA64-4845-406E-B181-D2AAD81A9BF8}" type="presOf" srcId="{31D2290C-A6C4-4DE4-9CE7-680EE14B12A9}" destId="{6CBC848D-BF60-460F-86F9-4D4720E30514}" srcOrd="0" destOrd="0" presId="urn:microsoft.com/office/officeart/2018/2/layout/IconCircleList"/>
    <dgm:cxn modelId="{9A542C4E-C5DD-4BC4-9300-A86B2A546F08}" type="presOf" srcId="{FC2410A6-0DF6-4BA8-AAC6-635CC6473319}" destId="{930B3F24-CA2E-4DDF-AB44-1382DE15AB76}" srcOrd="0" destOrd="0" presId="urn:microsoft.com/office/officeart/2018/2/layout/IconCircleList"/>
    <dgm:cxn modelId="{9E67D993-12BA-4FA7-973B-8AD0B564473B}" srcId="{1A12DE98-236F-411E-B805-840D6D0507D8}" destId="{FC2410A6-0DF6-4BA8-AAC6-635CC6473319}" srcOrd="1" destOrd="0" parTransId="{0F738AB8-FA48-46C3-8CEA-EB7B32193A92}" sibTransId="{830CADB4-5FE3-46EF-9505-F5244DD1D192}"/>
    <dgm:cxn modelId="{C06E7A9C-ED2F-4427-AF6C-2789E8471B1C}" type="presOf" srcId="{1A12DE98-236F-411E-B805-840D6D0507D8}" destId="{5EFA0D76-0666-43C9-AF40-66838F8D5D56}" srcOrd="0" destOrd="0" presId="urn:microsoft.com/office/officeart/2018/2/layout/IconCircleList"/>
    <dgm:cxn modelId="{66DEBDB0-76CD-4EFA-A157-5B044572C31A}" type="presOf" srcId="{45B15899-D9A2-4772-9074-4DC83BF142B7}" destId="{1F42A52E-765F-4CD2-B13F-C9DA61282A89}" srcOrd="0" destOrd="0" presId="urn:microsoft.com/office/officeart/2018/2/layout/IconCircleList"/>
    <dgm:cxn modelId="{B03CEADE-6FD1-478A-8167-B6D838752DC7}" type="presOf" srcId="{0C087955-66FF-49A6-B215-1D3D6BBB400E}" destId="{5EDDB9E0-7CD0-4F54-9C6E-8FBDEE8EE2FD}" srcOrd="0" destOrd="0" presId="urn:microsoft.com/office/officeart/2018/2/layout/IconCircleList"/>
    <dgm:cxn modelId="{10521DFA-0D6A-4F41-87C3-B339C2FD3393}" srcId="{1A12DE98-236F-411E-B805-840D6D0507D8}" destId="{45B15899-D9A2-4772-9074-4DC83BF142B7}" srcOrd="0" destOrd="0" parTransId="{59E52FB7-5DF9-4238-9064-54FBD72A6B82}" sibTransId="{31D2290C-A6C4-4DE4-9CE7-680EE14B12A9}"/>
    <dgm:cxn modelId="{3C52331D-A650-4C5A-8C09-7D4098C46476}" type="presParOf" srcId="{5EFA0D76-0666-43C9-AF40-66838F8D5D56}" destId="{579E2119-8231-46AE-A13F-0619C62D4801}" srcOrd="0" destOrd="0" presId="urn:microsoft.com/office/officeart/2018/2/layout/IconCircleList"/>
    <dgm:cxn modelId="{F7F33D8A-0EA3-431D-AD0A-025F7713F6A6}" type="presParOf" srcId="{579E2119-8231-46AE-A13F-0619C62D4801}" destId="{51CA6CBD-DD82-4095-8EFF-84DBB6E42AF7}" srcOrd="0" destOrd="0" presId="urn:microsoft.com/office/officeart/2018/2/layout/IconCircleList"/>
    <dgm:cxn modelId="{C6C0BBF8-C3D0-4A54-9B8F-4801CEBB1013}" type="presParOf" srcId="{51CA6CBD-DD82-4095-8EFF-84DBB6E42AF7}" destId="{58FBFCD5-8259-4EE8-AD1F-5EADF6B4C708}" srcOrd="0" destOrd="0" presId="urn:microsoft.com/office/officeart/2018/2/layout/IconCircleList"/>
    <dgm:cxn modelId="{1557E747-C887-41EB-8A92-76CED3569DD8}" type="presParOf" srcId="{51CA6CBD-DD82-4095-8EFF-84DBB6E42AF7}" destId="{5085DD73-25E1-471B-93D6-7DB75A637456}" srcOrd="1" destOrd="0" presId="urn:microsoft.com/office/officeart/2018/2/layout/IconCircleList"/>
    <dgm:cxn modelId="{EF84AC05-BD6C-41C1-828A-A0CF674465B4}" type="presParOf" srcId="{51CA6CBD-DD82-4095-8EFF-84DBB6E42AF7}" destId="{C2B596E6-71E4-4775-980D-33969A6E9077}" srcOrd="2" destOrd="0" presId="urn:microsoft.com/office/officeart/2018/2/layout/IconCircleList"/>
    <dgm:cxn modelId="{5DEEA017-AB1E-42DC-8484-946B66DC9CE8}" type="presParOf" srcId="{51CA6CBD-DD82-4095-8EFF-84DBB6E42AF7}" destId="{1F42A52E-765F-4CD2-B13F-C9DA61282A89}" srcOrd="3" destOrd="0" presId="urn:microsoft.com/office/officeart/2018/2/layout/IconCircleList"/>
    <dgm:cxn modelId="{0C7FF445-DE3A-496D-A69B-73F77836D0E5}" type="presParOf" srcId="{579E2119-8231-46AE-A13F-0619C62D4801}" destId="{6CBC848D-BF60-460F-86F9-4D4720E30514}" srcOrd="1" destOrd="0" presId="urn:microsoft.com/office/officeart/2018/2/layout/IconCircleList"/>
    <dgm:cxn modelId="{1D9BA09D-DED3-4870-BFB7-2300BFD94A55}" type="presParOf" srcId="{579E2119-8231-46AE-A13F-0619C62D4801}" destId="{26488D36-992F-45CC-9A24-15B83D7B7A0E}" srcOrd="2" destOrd="0" presId="urn:microsoft.com/office/officeart/2018/2/layout/IconCircleList"/>
    <dgm:cxn modelId="{FBF37A5C-237F-4509-A1C1-4923347F987B}" type="presParOf" srcId="{26488D36-992F-45CC-9A24-15B83D7B7A0E}" destId="{23104BC3-225B-4289-B377-D7F7A5913D43}" srcOrd="0" destOrd="0" presId="urn:microsoft.com/office/officeart/2018/2/layout/IconCircleList"/>
    <dgm:cxn modelId="{782A0D6D-1E06-4E63-8BED-79F23E29B413}" type="presParOf" srcId="{26488D36-992F-45CC-9A24-15B83D7B7A0E}" destId="{ACDD98CB-8DCB-43C2-B5C9-403AA7147D35}" srcOrd="1" destOrd="0" presId="urn:microsoft.com/office/officeart/2018/2/layout/IconCircleList"/>
    <dgm:cxn modelId="{1C0FE3FC-0077-41E7-A9AD-CD4977B735B4}" type="presParOf" srcId="{26488D36-992F-45CC-9A24-15B83D7B7A0E}" destId="{C6A364FE-F502-4E99-9767-7FA92601759C}" srcOrd="2" destOrd="0" presId="urn:microsoft.com/office/officeart/2018/2/layout/IconCircleList"/>
    <dgm:cxn modelId="{0BBBD3D2-4564-4901-962C-9BB628801E24}" type="presParOf" srcId="{26488D36-992F-45CC-9A24-15B83D7B7A0E}" destId="{930B3F24-CA2E-4DDF-AB44-1382DE15AB76}" srcOrd="3" destOrd="0" presId="urn:microsoft.com/office/officeart/2018/2/layout/IconCircleList"/>
    <dgm:cxn modelId="{CE1D836D-CA32-4822-9813-69EEC9A55624}" type="presParOf" srcId="{579E2119-8231-46AE-A13F-0619C62D4801}" destId="{51422080-2A77-4EBA-98B3-0EBCA426EB2B}" srcOrd="3" destOrd="0" presId="urn:microsoft.com/office/officeart/2018/2/layout/IconCircleList"/>
    <dgm:cxn modelId="{2ED9A26B-B0AE-4530-847C-CFC1C002113F}" type="presParOf" srcId="{579E2119-8231-46AE-A13F-0619C62D4801}" destId="{6AC39F80-B6C9-44D1-9B13-EA7AF48FB541}" srcOrd="4" destOrd="0" presId="urn:microsoft.com/office/officeart/2018/2/layout/IconCircleList"/>
    <dgm:cxn modelId="{F838A25B-7CF1-47AF-BDBD-53218EA16B0E}" type="presParOf" srcId="{6AC39F80-B6C9-44D1-9B13-EA7AF48FB541}" destId="{8D8BA9DF-1537-4252-901F-0A2BEFB07923}" srcOrd="0" destOrd="0" presId="urn:microsoft.com/office/officeart/2018/2/layout/IconCircleList"/>
    <dgm:cxn modelId="{F3F75AED-BF74-41E6-A13E-8EEEE19C0792}" type="presParOf" srcId="{6AC39F80-B6C9-44D1-9B13-EA7AF48FB541}" destId="{2BF92EB2-32D4-4D9E-B1E2-9480331DBBA4}" srcOrd="1" destOrd="0" presId="urn:microsoft.com/office/officeart/2018/2/layout/IconCircleList"/>
    <dgm:cxn modelId="{B458FCE4-C6B8-403E-8BE0-4BBDE9DC7EA2}" type="presParOf" srcId="{6AC39F80-B6C9-44D1-9B13-EA7AF48FB541}" destId="{C6EC2F84-049A-4502-A54F-0D5A8D008B62}" srcOrd="2" destOrd="0" presId="urn:microsoft.com/office/officeart/2018/2/layout/IconCircleList"/>
    <dgm:cxn modelId="{278B2CA4-E38D-47E9-BBF4-AEC6DA4AFB8D}" type="presParOf" srcId="{6AC39F80-B6C9-44D1-9B13-EA7AF48FB541}" destId="{5EDDB9E0-7CD0-4F54-9C6E-8FBDEE8EE2F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79DA3F-3652-4986-A9E2-690EAFEF670F}" type="doc">
      <dgm:prSet loTypeId="urn:microsoft.com/office/officeart/2005/8/layout/hierarchy3" loCatId="hierarchy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E598DE43-BF39-4A4F-BB11-28218F9DB1F2}">
      <dgm:prSet/>
      <dgm:spPr/>
      <dgm:t>
        <a:bodyPr/>
        <a:lstStyle/>
        <a:p>
          <a:r>
            <a:rPr lang="fr-FR"/>
            <a:t>Hamming treats delayed but similar pathways as quite different. </a:t>
          </a:r>
          <a:endParaRPr lang="en-US"/>
        </a:p>
      </dgm:t>
    </dgm:pt>
    <dgm:pt modelId="{E4CD8D49-B3CE-4E05-8310-C31B42719E8D}" type="parTrans" cxnId="{C3025A3F-CD88-4EF0-8374-A60E6765CF6C}">
      <dgm:prSet/>
      <dgm:spPr/>
      <dgm:t>
        <a:bodyPr/>
        <a:lstStyle/>
        <a:p>
          <a:endParaRPr lang="en-US"/>
        </a:p>
      </dgm:t>
    </dgm:pt>
    <dgm:pt modelId="{75E20218-F949-4EB3-A2C9-FCAB0279AC98}" type="sibTrans" cxnId="{C3025A3F-CD88-4EF0-8374-A60E6765CF6C}">
      <dgm:prSet/>
      <dgm:spPr/>
      <dgm:t>
        <a:bodyPr/>
        <a:lstStyle/>
        <a:p>
          <a:endParaRPr lang="en-US"/>
        </a:p>
      </dgm:t>
    </dgm:pt>
    <dgm:pt modelId="{C7B02E13-1112-4F97-800A-F4D511F33AB2}">
      <dgm:prSet/>
      <dgm:spPr/>
      <dgm:t>
        <a:bodyPr/>
        <a:lstStyle/>
        <a:p>
          <a:r>
            <a:rPr lang="fr-FR" dirty="0"/>
            <a:t>It </a:t>
          </a:r>
          <a:r>
            <a:rPr lang="fr-FR" dirty="0" err="1"/>
            <a:t>does</a:t>
          </a:r>
          <a:r>
            <a:rPr lang="fr-FR" dirty="0"/>
            <a:t> not </a:t>
          </a:r>
          <a:r>
            <a:rPr lang="fr-FR" dirty="0" err="1"/>
            <a:t>easily</a:t>
          </a:r>
          <a:r>
            <a:rPr lang="fr-FR" dirty="0"/>
            <a:t> </a:t>
          </a:r>
          <a:r>
            <a:rPr lang="fr-FR" dirty="0" err="1"/>
            <a:t>recognise</a:t>
          </a:r>
          <a:r>
            <a:rPr lang="fr-FR" dirty="0"/>
            <a:t> “</a:t>
          </a:r>
          <a:r>
            <a:rPr lang="fr-FR" dirty="0" err="1"/>
            <a:t>same</a:t>
          </a:r>
          <a:r>
            <a:rPr lang="fr-FR" dirty="0"/>
            <a:t> </a:t>
          </a:r>
          <a:r>
            <a:rPr lang="fr-FR" dirty="0" err="1"/>
            <a:t>sequence</a:t>
          </a:r>
          <a:r>
            <a:rPr lang="fr-FR" dirty="0"/>
            <a:t>, </a:t>
          </a:r>
          <a:r>
            <a:rPr lang="fr-FR" dirty="0" err="1"/>
            <a:t>shifted</a:t>
          </a:r>
          <a:r>
            <a:rPr lang="fr-FR" dirty="0"/>
            <a:t> </a:t>
          </a:r>
          <a:r>
            <a:rPr lang="fr-FR" dirty="0" err="1"/>
            <a:t>later</a:t>
          </a:r>
          <a:r>
            <a:rPr lang="fr-FR" dirty="0"/>
            <a:t>.”</a:t>
          </a:r>
          <a:endParaRPr lang="en-US" dirty="0"/>
        </a:p>
      </dgm:t>
    </dgm:pt>
    <dgm:pt modelId="{9A966FEE-1094-405A-9E14-16F561DEA404}" type="parTrans" cxnId="{F0279EB3-EC85-40F5-940E-6CFCA4FDBF18}">
      <dgm:prSet/>
      <dgm:spPr/>
      <dgm:t>
        <a:bodyPr/>
        <a:lstStyle/>
        <a:p>
          <a:endParaRPr lang="en-US"/>
        </a:p>
      </dgm:t>
    </dgm:pt>
    <dgm:pt modelId="{7428A24E-BE06-41DA-A58A-71FC64C77818}" type="sibTrans" cxnId="{F0279EB3-EC85-40F5-940E-6CFCA4FDBF18}">
      <dgm:prSet/>
      <dgm:spPr/>
      <dgm:t>
        <a:bodyPr/>
        <a:lstStyle/>
        <a:p>
          <a:endParaRPr lang="en-US"/>
        </a:p>
      </dgm:t>
    </dgm:pt>
    <dgm:pt modelId="{147A12E8-3E61-4F41-B1D4-15E1AEFCDCC7}" type="pres">
      <dgm:prSet presAssocID="{9779DA3F-3652-4986-A9E2-690EAFEF670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538308B-2E5D-4709-AA13-8EC8A4F8906D}" type="pres">
      <dgm:prSet presAssocID="{E598DE43-BF39-4A4F-BB11-28218F9DB1F2}" presName="root" presStyleCnt="0"/>
      <dgm:spPr/>
    </dgm:pt>
    <dgm:pt modelId="{77BC6771-4EEC-4B45-BDE8-244182159EDE}" type="pres">
      <dgm:prSet presAssocID="{E598DE43-BF39-4A4F-BB11-28218F9DB1F2}" presName="rootComposite" presStyleCnt="0"/>
      <dgm:spPr/>
    </dgm:pt>
    <dgm:pt modelId="{4B7D925B-E2C6-4253-8A16-562661B66CE2}" type="pres">
      <dgm:prSet presAssocID="{E598DE43-BF39-4A4F-BB11-28218F9DB1F2}" presName="rootText" presStyleLbl="node1" presStyleIdx="0" presStyleCnt="2"/>
      <dgm:spPr/>
    </dgm:pt>
    <dgm:pt modelId="{248D82EE-74B3-4CC5-BD02-C67DB7639F4F}" type="pres">
      <dgm:prSet presAssocID="{E598DE43-BF39-4A4F-BB11-28218F9DB1F2}" presName="rootConnector" presStyleLbl="node1" presStyleIdx="0" presStyleCnt="2"/>
      <dgm:spPr/>
    </dgm:pt>
    <dgm:pt modelId="{07A9A91E-C8B9-41B9-8B46-E17C73B6062A}" type="pres">
      <dgm:prSet presAssocID="{E598DE43-BF39-4A4F-BB11-28218F9DB1F2}" presName="childShape" presStyleCnt="0"/>
      <dgm:spPr/>
    </dgm:pt>
    <dgm:pt modelId="{2218FF39-B982-43E4-86E6-DAF7E1F30ECF}" type="pres">
      <dgm:prSet presAssocID="{C7B02E13-1112-4F97-800A-F4D511F33AB2}" presName="root" presStyleCnt="0"/>
      <dgm:spPr/>
    </dgm:pt>
    <dgm:pt modelId="{9096D14C-5957-447C-AB86-95F142E290DE}" type="pres">
      <dgm:prSet presAssocID="{C7B02E13-1112-4F97-800A-F4D511F33AB2}" presName="rootComposite" presStyleCnt="0"/>
      <dgm:spPr/>
    </dgm:pt>
    <dgm:pt modelId="{A3ED1976-BCCE-4F75-8B18-117EFF4298F2}" type="pres">
      <dgm:prSet presAssocID="{C7B02E13-1112-4F97-800A-F4D511F33AB2}" presName="rootText" presStyleLbl="node1" presStyleIdx="1" presStyleCnt="2"/>
      <dgm:spPr/>
    </dgm:pt>
    <dgm:pt modelId="{CA6B1766-9FDE-43BF-99F2-0F5C7A3352C7}" type="pres">
      <dgm:prSet presAssocID="{C7B02E13-1112-4F97-800A-F4D511F33AB2}" presName="rootConnector" presStyleLbl="node1" presStyleIdx="1" presStyleCnt="2"/>
      <dgm:spPr/>
    </dgm:pt>
    <dgm:pt modelId="{2ADCCA46-90C3-4E19-843E-187E42E4E2D9}" type="pres">
      <dgm:prSet presAssocID="{C7B02E13-1112-4F97-800A-F4D511F33AB2}" presName="childShape" presStyleCnt="0"/>
      <dgm:spPr/>
    </dgm:pt>
  </dgm:ptLst>
  <dgm:cxnLst>
    <dgm:cxn modelId="{C3025A3F-CD88-4EF0-8374-A60E6765CF6C}" srcId="{9779DA3F-3652-4986-A9E2-690EAFEF670F}" destId="{E598DE43-BF39-4A4F-BB11-28218F9DB1F2}" srcOrd="0" destOrd="0" parTransId="{E4CD8D49-B3CE-4E05-8310-C31B42719E8D}" sibTransId="{75E20218-F949-4EB3-A2C9-FCAB0279AC98}"/>
    <dgm:cxn modelId="{A68D0773-1F26-4BF2-8210-CDC4CDD0838D}" type="presOf" srcId="{E598DE43-BF39-4A4F-BB11-28218F9DB1F2}" destId="{248D82EE-74B3-4CC5-BD02-C67DB7639F4F}" srcOrd="1" destOrd="0" presId="urn:microsoft.com/office/officeart/2005/8/layout/hierarchy3"/>
    <dgm:cxn modelId="{E77D2E57-8BDC-4CEE-A42D-8F2C1978FB58}" type="presOf" srcId="{E598DE43-BF39-4A4F-BB11-28218F9DB1F2}" destId="{4B7D925B-E2C6-4253-8A16-562661B66CE2}" srcOrd="0" destOrd="0" presId="urn:microsoft.com/office/officeart/2005/8/layout/hierarchy3"/>
    <dgm:cxn modelId="{E5E1BB8D-48F0-40EC-BECA-E04F3513F07A}" type="presOf" srcId="{9779DA3F-3652-4986-A9E2-690EAFEF670F}" destId="{147A12E8-3E61-4F41-B1D4-15E1AEFCDCC7}" srcOrd="0" destOrd="0" presId="urn:microsoft.com/office/officeart/2005/8/layout/hierarchy3"/>
    <dgm:cxn modelId="{F0279EB3-EC85-40F5-940E-6CFCA4FDBF18}" srcId="{9779DA3F-3652-4986-A9E2-690EAFEF670F}" destId="{C7B02E13-1112-4F97-800A-F4D511F33AB2}" srcOrd="1" destOrd="0" parTransId="{9A966FEE-1094-405A-9E14-16F561DEA404}" sibTransId="{7428A24E-BE06-41DA-A58A-71FC64C77818}"/>
    <dgm:cxn modelId="{3B7B6FC2-2D3F-4A5C-B375-BBDC5DDCFD3F}" type="presOf" srcId="{C7B02E13-1112-4F97-800A-F4D511F33AB2}" destId="{A3ED1976-BCCE-4F75-8B18-117EFF4298F2}" srcOrd="0" destOrd="0" presId="urn:microsoft.com/office/officeart/2005/8/layout/hierarchy3"/>
    <dgm:cxn modelId="{D0ACBDE2-9AB8-42AD-9564-BAB728847518}" type="presOf" srcId="{C7B02E13-1112-4F97-800A-F4D511F33AB2}" destId="{CA6B1766-9FDE-43BF-99F2-0F5C7A3352C7}" srcOrd="1" destOrd="0" presId="urn:microsoft.com/office/officeart/2005/8/layout/hierarchy3"/>
    <dgm:cxn modelId="{B0E8B352-5CD3-427B-B031-E8718131B682}" type="presParOf" srcId="{147A12E8-3E61-4F41-B1D4-15E1AEFCDCC7}" destId="{7538308B-2E5D-4709-AA13-8EC8A4F8906D}" srcOrd="0" destOrd="0" presId="urn:microsoft.com/office/officeart/2005/8/layout/hierarchy3"/>
    <dgm:cxn modelId="{9FCF6E11-86CE-4AAE-948C-29A7EF087C2A}" type="presParOf" srcId="{7538308B-2E5D-4709-AA13-8EC8A4F8906D}" destId="{77BC6771-4EEC-4B45-BDE8-244182159EDE}" srcOrd="0" destOrd="0" presId="urn:microsoft.com/office/officeart/2005/8/layout/hierarchy3"/>
    <dgm:cxn modelId="{CFD02A1B-6BC6-4EF3-8CF7-97947848A7F1}" type="presParOf" srcId="{77BC6771-4EEC-4B45-BDE8-244182159EDE}" destId="{4B7D925B-E2C6-4253-8A16-562661B66CE2}" srcOrd="0" destOrd="0" presId="urn:microsoft.com/office/officeart/2005/8/layout/hierarchy3"/>
    <dgm:cxn modelId="{A95E6051-CD79-4CBE-B450-9A03D7E2DB5B}" type="presParOf" srcId="{77BC6771-4EEC-4B45-BDE8-244182159EDE}" destId="{248D82EE-74B3-4CC5-BD02-C67DB7639F4F}" srcOrd="1" destOrd="0" presId="urn:microsoft.com/office/officeart/2005/8/layout/hierarchy3"/>
    <dgm:cxn modelId="{FE9A6B8E-75BB-4342-8768-0AE5867B61C2}" type="presParOf" srcId="{7538308B-2E5D-4709-AA13-8EC8A4F8906D}" destId="{07A9A91E-C8B9-41B9-8B46-E17C73B6062A}" srcOrd="1" destOrd="0" presId="urn:microsoft.com/office/officeart/2005/8/layout/hierarchy3"/>
    <dgm:cxn modelId="{D76E0FDA-D516-4F36-8BB6-CE5854C861FC}" type="presParOf" srcId="{147A12E8-3E61-4F41-B1D4-15E1AEFCDCC7}" destId="{2218FF39-B982-43E4-86E6-DAF7E1F30ECF}" srcOrd="1" destOrd="0" presId="urn:microsoft.com/office/officeart/2005/8/layout/hierarchy3"/>
    <dgm:cxn modelId="{F5129767-7AD7-4672-B310-800ED35C38EE}" type="presParOf" srcId="{2218FF39-B982-43E4-86E6-DAF7E1F30ECF}" destId="{9096D14C-5957-447C-AB86-95F142E290DE}" srcOrd="0" destOrd="0" presId="urn:microsoft.com/office/officeart/2005/8/layout/hierarchy3"/>
    <dgm:cxn modelId="{1F4E64DA-9F00-4456-83D5-BF988720D084}" type="presParOf" srcId="{9096D14C-5957-447C-AB86-95F142E290DE}" destId="{A3ED1976-BCCE-4F75-8B18-117EFF4298F2}" srcOrd="0" destOrd="0" presId="urn:microsoft.com/office/officeart/2005/8/layout/hierarchy3"/>
    <dgm:cxn modelId="{04CF88A0-01E9-453E-ADDE-79B85A506C0E}" type="presParOf" srcId="{9096D14C-5957-447C-AB86-95F142E290DE}" destId="{CA6B1766-9FDE-43BF-99F2-0F5C7A3352C7}" srcOrd="1" destOrd="0" presId="urn:microsoft.com/office/officeart/2005/8/layout/hierarchy3"/>
    <dgm:cxn modelId="{F98D3E0C-FED7-4576-8EB3-4494A8945BC2}" type="presParOf" srcId="{2218FF39-B982-43E4-86E6-DAF7E1F30ECF}" destId="{2ADCCA46-90C3-4E19-843E-187E42E4E2D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8EE416-776A-4E75-B521-BA465429DB63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12DEC1A-61EC-4744-9875-DEFFC9051B62}">
      <dgm:prSet/>
      <dgm:spPr/>
      <dgm:t>
        <a:bodyPr/>
        <a:lstStyle/>
        <a:p>
          <a:r>
            <a:rPr lang="fi-FI"/>
            <a:t>Substitution</a:t>
          </a:r>
          <a:endParaRPr lang="en-US"/>
        </a:p>
      </dgm:t>
    </dgm:pt>
    <dgm:pt modelId="{CB7BE8BF-D7E1-42E9-8163-3E4955242BBC}" type="parTrans" cxnId="{8973317A-C366-4F80-B0C3-A7B337698FE7}">
      <dgm:prSet/>
      <dgm:spPr/>
      <dgm:t>
        <a:bodyPr/>
        <a:lstStyle/>
        <a:p>
          <a:endParaRPr lang="en-US"/>
        </a:p>
      </dgm:t>
    </dgm:pt>
    <dgm:pt modelId="{821C80DD-32DE-42D2-B6A1-FEC694277D03}" type="sibTrans" cxnId="{8973317A-C366-4F80-B0C3-A7B337698FE7}">
      <dgm:prSet/>
      <dgm:spPr/>
      <dgm:t>
        <a:bodyPr/>
        <a:lstStyle/>
        <a:p>
          <a:endParaRPr lang="en-US"/>
        </a:p>
      </dgm:t>
    </dgm:pt>
    <dgm:pt modelId="{70C3E4E2-7408-4E5B-A1F0-B182F04A52FB}">
      <dgm:prSet/>
      <dgm:spPr/>
      <dgm:t>
        <a:bodyPr/>
        <a:lstStyle/>
        <a:p>
          <a:r>
            <a:rPr lang="fi-FI"/>
            <a:t>Insertion</a:t>
          </a:r>
          <a:endParaRPr lang="en-US"/>
        </a:p>
      </dgm:t>
    </dgm:pt>
    <dgm:pt modelId="{98069C50-4E31-4973-91AC-0E02337D7153}" type="parTrans" cxnId="{E5244B8E-1820-47E8-90C3-EACF64080605}">
      <dgm:prSet/>
      <dgm:spPr/>
      <dgm:t>
        <a:bodyPr/>
        <a:lstStyle/>
        <a:p>
          <a:endParaRPr lang="en-US"/>
        </a:p>
      </dgm:t>
    </dgm:pt>
    <dgm:pt modelId="{833A6F41-3D31-4AF4-BEB5-0A98C20D713E}" type="sibTrans" cxnId="{E5244B8E-1820-47E8-90C3-EACF64080605}">
      <dgm:prSet/>
      <dgm:spPr/>
      <dgm:t>
        <a:bodyPr/>
        <a:lstStyle/>
        <a:p>
          <a:endParaRPr lang="en-US"/>
        </a:p>
      </dgm:t>
    </dgm:pt>
    <dgm:pt modelId="{97BA8C50-D567-424D-AF27-6885D3FCC966}">
      <dgm:prSet/>
      <dgm:spPr/>
      <dgm:t>
        <a:bodyPr/>
        <a:lstStyle/>
        <a:p>
          <a:r>
            <a:rPr lang="fi-FI"/>
            <a:t>Deletion</a:t>
          </a:r>
          <a:endParaRPr lang="en-US"/>
        </a:p>
      </dgm:t>
    </dgm:pt>
    <dgm:pt modelId="{6F3DAE6F-8B06-4C7A-BEA5-0D189B59CACC}" type="parTrans" cxnId="{9BBA8CA2-941A-4AC4-B940-AC7480CBFDFF}">
      <dgm:prSet/>
      <dgm:spPr/>
      <dgm:t>
        <a:bodyPr/>
        <a:lstStyle/>
        <a:p>
          <a:endParaRPr lang="en-US"/>
        </a:p>
      </dgm:t>
    </dgm:pt>
    <dgm:pt modelId="{238E6081-BD06-4141-B117-294E6D16345C}" type="sibTrans" cxnId="{9BBA8CA2-941A-4AC4-B940-AC7480CBFDFF}">
      <dgm:prSet/>
      <dgm:spPr/>
      <dgm:t>
        <a:bodyPr/>
        <a:lstStyle/>
        <a:p>
          <a:endParaRPr lang="en-US"/>
        </a:p>
      </dgm:t>
    </dgm:pt>
    <dgm:pt modelId="{9595BE2A-4F12-4C5C-B5D5-761ECC2FFBE6}" type="pres">
      <dgm:prSet presAssocID="{ED8EE416-776A-4E75-B521-BA465429DB6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A240DAB-8DCB-4FE9-B0BF-C720250FFC81}" type="pres">
      <dgm:prSet presAssocID="{012DEC1A-61EC-4744-9875-DEFFC9051B62}" presName="root" presStyleCnt="0"/>
      <dgm:spPr/>
    </dgm:pt>
    <dgm:pt modelId="{2087ECDF-CEB7-47D2-9DEA-1539450B466E}" type="pres">
      <dgm:prSet presAssocID="{012DEC1A-61EC-4744-9875-DEFFC9051B62}" presName="rootComposite" presStyleCnt="0"/>
      <dgm:spPr/>
    </dgm:pt>
    <dgm:pt modelId="{B1AAA9F5-D2B7-4D8B-BCD5-A376CC9A19B4}" type="pres">
      <dgm:prSet presAssocID="{012DEC1A-61EC-4744-9875-DEFFC9051B62}" presName="rootText" presStyleLbl="node1" presStyleIdx="0" presStyleCnt="3"/>
      <dgm:spPr/>
    </dgm:pt>
    <dgm:pt modelId="{DDD8D00F-730B-4A66-BB9D-CAD85736F008}" type="pres">
      <dgm:prSet presAssocID="{012DEC1A-61EC-4744-9875-DEFFC9051B62}" presName="rootConnector" presStyleLbl="node1" presStyleIdx="0" presStyleCnt="3"/>
      <dgm:spPr/>
    </dgm:pt>
    <dgm:pt modelId="{54C655B3-B5F8-4064-B9B5-59E5FEEA108B}" type="pres">
      <dgm:prSet presAssocID="{012DEC1A-61EC-4744-9875-DEFFC9051B62}" presName="childShape" presStyleCnt="0"/>
      <dgm:spPr/>
    </dgm:pt>
    <dgm:pt modelId="{42EF9C56-D62A-4A2A-A437-433E4D1B9CB0}" type="pres">
      <dgm:prSet presAssocID="{70C3E4E2-7408-4E5B-A1F0-B182F04A52FB}" presName="root" presStyleCnt="0"/>
      <dgm:spPr/>
    </dgm:pt>
    <dgm:pt modelId="{58DD3F11-EBF0-4363-8FD7-8FEB53A4A587}" type="pres">
      <dgm:prSet presAssocID="{70C3E4E2-7408-4E5B-A1F0-B182F04A52FB}" presName="rootComposite" presStyleCnt="0"/>
      <dgm:spPr/>
    </dgm:pt>
    <dgm:pt modelId="{26FF15A9-4CB6-4164-B7C6-6668F7246267}" type="pres">
      <dgm:prSet presAssocID="{70C3E4E2-7408-4E5B-A1F0-B182F04A52FB}" presName="rootText" presStyleLbl="node1" presStyleIdx="1" presStyleCnt="3"/>
      <dgm:spPr/>
    </dgm:pt>
    <dgm:pt modelId="{6B03E02D-5F93-4149-BF46-6BB939E60654}" type="pres">
      <dgm:prSet presAssocID="{70C3E4E2-7408-4E5B-A1F0-B182F04A52FB}" presName="rootConnector" presStyleLbl="node1" presStyleIdx="1" presStyleCnt="3"/>
      <dgm:spPr/>
    </dgm:pt>
    <dgm:pt modelId="{55213843-9041-407D-AD79-16963D116389}" type="pres">
      <dgm:prSet presAssocID="{70C3E4E2-7408-4E5B-A1F0-B182F04A52FB}" presName="childShape" presStyleCnt="0"/>
      <dgm:spPr/>
    </dgm:pt>
    <dgm:pt modelId="{7074EA17-305E-43AF-99FC-F43ED7C53377}" type="pres">
      <dgm:prSet presAssocID="{97BA8C50-D567-424D-AF27-6885D3FCC966}" presName="root" presStyleCnt="0"/>
      <dgm:spPr/>
    </dgm:pt>
    <dgm:pt modelId="{425F8FEC-EF8A-47ED-953E-1F238BB32F76}" type="pres">
      <dgm:prSet presAssocID="{97BA8C50-D567-424D-AF27-6885D3FCC966}" presName="rootComposite" presStyleCnt="0"/>
      <dgm:spPr/>
    </dgm:pt>
    <dgm:pt modelId="{0D08ACE2-CA34-46AF-952D-57CE138188F8}" type="pres">
      <dgm:prSet presAssocID="{97BA8C50-D567-424D-AF27-6885D3FCC966}" presName="rootText" presStyleLbl="node1" presStyleIdx="2" presStyleCnt="3"/>
      <dgm:spPr/>
    </dgm:pt>
    <dgm:pt modelId="{A2E26D4F-39B5-4FC3-B5E1-21186F9EDFB9}" type="pres">
      <dgm:prSet presAssocID="{97BA8C50-D567-424D-AF27-6885D3FCC966}" presName="rootConnector" presStyleLbl="node1" presStyleIdx="2" presStyleCnt="3"/>
      <dgm:spPr/>
    </dgm:pt>
    <dgm:pt modelId="{B39F4A46-FDE9-4195-9F5F-15EB9790F85E}" type="pres">
      <dgm:prSet presAssocID="{97BA8C50-D567-424D-AF27-6885D3FCC966}" presName="childShape" presStyleCnt="0"/>
      <dgm:spPr/>
    </dgm:pt>
  </dgm:ptLst>
  <dgm:cxnLst>
    <dgm:cxn modelId="{0B21831E-7E38-4F3C-B96E-41D6263A97B0}" type="presOf" srcId="{97BA8C50-D567-424D-AF27-6885D3FCC966}" destId="{0D08ACE2-CA34-46AF-952D-57CE138188F8}" srcOrd="0" destOrd="0" presId="urn:microsoft.com/office/officeart/2005/8/layout/hierarchy3"/>
    <dgm:cxn modelId="{1B7FC823-593C-44E9-8BD9-BCA5776C1737}" type="presOf" srcId="{012DEC1A-61EC-4744-9875-DEFFC9051B62}" destId="{B1AAA9F5-D2B7-4D8B-BCD5-A376CC9A19B4}" srcOrd="0" destOrd="0" presId="urn:microsoft.com/office/officeart/2005/8/layout/hierarchy3"/>
    <dgm:cxn modelId="{8E7C4049-6F78-46F2-BF24-0D215AFD1857}" type="presOf" srcId="{97BA8C50-D567-424D-AF27-6885D3FCC966}" destId="{A2E26D4F-39B5-4FC3-B5E1-21186F9EDFB9}" srcOrd="1" destOrd="0" presId="urn:microsoft.com/office/officeart/2005/8/layout/hierarchy3"/>
    <dgm:cxn modelId="{8973317A-C366-4F80-B0C3-A7B337698FE7}" srcId="{ED8EE416-776A-4E75-B521-BA465429DB63}" destId="{012DEC1A-61EC-4744-9875-DEFFC9051B62}" srcOrd="0" destOrd="0" parTransId="{CB7BE8BF-D7E1-42E9-8163-3E4955242BBC}" sibTransId="{821C80DD-32DE-42D2-B6A1-FEC694277D03}"/>
    <dgm:cxn modelId="{03FA8F89-39DF-4D18-8B05-3A256CDF23AC}" type="presOf" srcId="{012DEC1A-61EC-4744-9875-DEFFC9051B62}" destId="{DDD8D00F-730B-4A66-BB9D-CAD85736F008}" srcOrd="1" destOrd="0" presId="urn:microsoft.com/office/officeart/2005/8/layout/hierarchy3"/>
    <dgm:cxn modelId="{E5244B8E-1820-47E8-90C3-EACF64080605}" srcId="{ED8EE416-776A-4E75-B521-BA465429DB63}" destId="{70C3E4E2-7408-4E5B-A1F0-B182F04A52FB}" srcOrd="1" destOrd="0" parTransId="{98069C50-4E31-4973-91AC-0E02337D7153}" sibTransId="{833A6F41-3D31-4AF4-BEB5-0A98C20D713E}"/>
    <dgm:cxn modelId="{9BBA8CA2-941A-4AC4-B940-AC7480CBFDFF}" srcId="{ED8EE416-776A-4E75-B521-BA465429DB63}" destId="{97BA8C50-D567-424D-AF27-6885D3FCC966}" srcOrd="2" destOrd="0" parTransId="{6F3DAE6F-8B06-4C7A-BEA5-0D189B59CACC}" sibTransId="{238E6081-BD06-4141-B117-294E6D16345C}"/>
    <dgm:cxn modelId="{0BD3D9AF-D402-47D8-9C4F-7D39579EF752}" type="presOf" srcId="{70C3E4E2-7408-4E5B-A1F0-B182F04A52FB}" destId="{6B03E02D-5F93-4149-BF46-6BB939E60654}" srcOrd="1" destOrd="0" presId="urn:microsoft.com/office/officeart/2005/8/layout/hierarchy3"/>
    <dgm:cxn modelId="{4E61C7C7-9B34-44BE-8ADB-395F5593055A}" type="presOf" srcId="{ED8EE416-776A-4E75-B521-BA465429DB63}" destId="{9595BE2A-4F12-4C5C-B5D5-761ECC2FFBE6}" srcOrd="0" destOrd="0" presId="urn:microsoft.com/office/officeart/2005/8/layout/hierarchy3"/>
    <dgm:cxn modelId="{385C20F6-958D-4C27-8C96-0E7E8B6F995D}" type="presOf" srcId="{70C3E4E2-7408-4E5B-A1F0-B182F04A52FB}" destId="{26FF15A9-4CB6-4164-B7C6-6668F7246267}" srcOrd="0" destOrd="0" presId="urn:microsoft.com/office/officeart/2005/8/layout/hierarchy3"/>
    <dgm:cxn modelId="{1BAE4940-C69B-4916-AC63-F23A12CC8497}" type="presParOf" srcId="{9595BE2A-4F12-4C5C-B5D5-761ECC2FFBE6}" destId="{DA240DAB-8DCB-4FE9-B0BF-C720250FFC81}" srcOrd="0" destOrd="0" presId="urn:microsoft.com/office/officeart/2005/8/layout/hierarchy3"/>
    <dgm:cxn modelId="{9A4B550F-C4CE-4BF1-AE5D-D80F90C7E7DE}" type="presParOf" srcId="{DA240DAB-8DCB-4FE9-B0BF-C720250FFC81}" destId="{2087ECDF-CEB7-47D2-9DEA-1539450B466E}" srcOrd="0" destOrd="0" presId="urn:microsoft.com/office/officeart/2005/8/layout/hierarchy3"/>
    <dgm:cxn modelId="{F4E58190-3275-4742-B31F-DFC92284171B}" type="presParOf" srcId="{2087ECDF-CEB7-47D2-9DEA-1539450B466E}" destId="{B1AAA9F5-D2B7-4D8B-BCD5-A376CC9A19B4}" srcOrd="0" destOrd="0" presId="urn:microsoft.com/office/officeart/2005/8/layout/hierarchy3"/>
    <dgm:cxn modelId="{D313C663-1022-492A-AECF-81DFF7A98DC0}" type="presParOf" srcId="{2087ECDF-CEB7-47D2-9DEA-1539450B466E}" destId="{DDD8D00F-730B-4A66-BB9D-CAD85736F008}" srcOrd="1" destOrd="0" presId="urn:microsoft.com/office/officeart/2005/8/layout/hierarchy3"/>
    <dgm:cxn modelId="{F7673452-CA7E-4E11-B41E-F24219E2F9DA}" type="presParOf" srcId="{DA240DAB-8DCB-4FE9-B0BF-C720250FFC81}" destId="{54C655B3-B5F8-4064-B9B5-59E5FEEA108B}" srcOrd="1" destOrd="0" presId="urn:microsoft.com/office/officeart/2005/8/layout/hierarchy3"/>
    <dgm:cxn modelId="{6E18FFFB-4E07-4D03-867F-DEE0D627C743}" type="presParOf" srcId="{9595BE2A-4F12-4C5C-B5D5-761ECC2FFBE6}" destId="{42EF9C56-D62A-4A2A-A437-433E4D1B9CB0}" srcOrd="1" destOrd="0" presId="urn:microsoft.com/office/officeart/2005/8/layout/hierarchy3"/>
    <dgm:cxn modelId="{313ED370-E2D6-495D-921F-F998F31B836C}" type="presParOf" srcId="{42EF9C56-D62A-4A2A-A437-433E4D1B9CB0}" destId="{58DD3F11-EBF0-4363-8FD7-8FEB53A4A587}" srcOrd="0" destOrd="0" presId="urn:microsoft.com/office/officeart/2005/8/layout/hierarchy3"/>
    <dgm:cxn modelId="{B064BCE7-B293-4CC0-87E3-BE9B2EA167DC}" type="presParOf" srcId="{58DD3F11-EBF0-4363-8FD7-8FEB53A4A587}" destId="{26FF15A9-4CB6-4164-B7C6-6668F7246267}" srcOrd="0" destOrd="0" presId="urn:microsoft.com/office/officeart/2005/8/layout/hierarchy3"/>
    <dgm:cxn modelId="{89AC4FDE-E476-4468-9D8B-F6731A6BA107}" type="presParOf" srcId="{58DD3F11-EBF0-4363-8FD7-8FEB53A4A587}" destId="{6B03E02D-5F93-4149-BF46-6BB939E60654}" srcOrd="1" destOrd="0" presId="urn:microsoft.com/office/officeart/2005/8/layout/hierarchy3"/>
    <dgm:cxn modelId="{A22608E9-83EC-45AD-938D-F317E6A5FC2F}" type="presParOf" srcId="{42EF9C56-D62A-4A2A-A437-433E4D1B9CB0}" destId="{55213843-9041-407D-AD79-16963D116389}" srcOrd="1" destOrd="0" presId="urn:microsoft.com/office/officeart/2005/8/layout/hierarchy3"/>
    <dgm:cxn modelId="{56C9C6CC-CD14-4096-A025-885109C3B2BF}" type="presParOf" srcId="{9595BE2A-4F12-4C5C-B5D5-761ECC2FFBE6}" destId="{7074EA17-305E-43AF-99FC-F43ED7C53377}" srcOrd="2" destOrd="0" presId="urn:microsoft.com/office/officeart/2005/8/layout/hierarchy3"/>
    <dgm:cxn modelId="{A08D957A-7087-4D1B-A048-654D329A7FBC}" type="presParOf" srcId="{7074EA17-305E-43AF-99FC-F43ED7C53377}" destId="{425F8FEC-EF8A-47ED-953E-1F238BB32F76}" srcOrd="0" destOrd="0" presId="urn:microsoft.com/office/officeart/2005/8/layout/hierarchy3"/>
    <dgm:cxn modelId="{DA4E7065-46D3-43EA-BFA3-B6059D4D8012}" type="presParOf" srcId="{425F8FEC-EF8A-47ED-953E-1F238BB32F76}" destId="{0D08ACE2-CA34-46AF-952D-57CE138188F8}" srcOrd="0" destOrd="0" presId="urn:microsoft.com/office/officeart/2005/8/layout/hierarchy3"/>
    <dgm:cxn modelId="{1008C324-7631-4CA4-8EA6-4A743E74D23C}" type="presParOf" srcId="{425F8FEC-EF8A-47ED-953E-1F238BB32F76}" destId="{A2E26D4F-39B5-4FC3-B5E1-21186F9EDFB9}" srcOrd="1" destOrd="0" presId="urn:microsoft.com/office/officeart/2005/8/layout/hierarchy3"/>
    <dgm:cxn modelId="{F3005F0E-A4DB-47B0-90C0-3C51C1A03202}" type="presParOf" srcId="{7074EA17-305E-43AF-99FC-F43ED7C53377}" destId="{B39F4A46-FDE9-4195-9F5F-15EB9790F85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8EE416-776A-4E75-B521-BA465429DB63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12DEC1A-61EC-4744-9875-DEFFC9051B62}">
      <dgm:prSet/>
      <dgm:spPr/>
      <dgm:t>
        <a:bodyPr/>
        <a:lstStyle/>
        <a:p>
          <a:r>
            <a:rPr lang="fi-FI"/>
            <a:t>Substitution</a:t>
          </a:r>
          <a:endParaRPr lang="en-US"/>
        </a:p>
      </dgm:t>
    </dgm:pt>
    <dgm:pt modelId="{CB7BE8BF-D7E1-42E9-8163-3E4955242BBC}" type="parTrans" cxnId="{8973317A-C366-4F80-B0C3-A7B337698FE7}">
      <dgm:prSet/>
      <dgm:spPr/>
      <dgm:t>
        <a:bodyPr/>
        <a:lstStyle/>
        <a:p>
          <a:endParaRPr lang="en-US"/>
        </a:p>
      </dgm:t>
    </dgm:pt>
    <dgm:pt modelId="{821C80DD-32DE-42D2-B6A1-FEC694277D03}" type="sibTrans" cxnId="{8973317A-C366-4F80-B0C3-A7B337698FE7}">
      <dgm:prSet/>
      <dgm:spPr/>
      <dgm:t>
        <a:bodyPr/>
        <a:lstStyle/>
        <a:p>
          <a:endParaRPr lang="en-US"/>
        </a:p>
      </dgm:t>
    </dgm:pt>
    <dgm:pt modelId="{70C3E4E2-7408-4E5B-A1F0-B182F04A52FB}">
      <dgm:prSet/>
      <dgm:spPr/>
      <dgm:t>
        <a:bodyPr/>
        <a:lstStyle/>
        <a:p>
          <a:r>
            <a:rPr lang="fi-FI"/>
            <a:t>Insertion</a:t>
          </a:r>
          <a:endParaRPr lang="en-US"/>
        </a:p>
      </dgm:t>
    </dgm:pt>
    <dgm:pt modelId="{98069C50-4E31-4973-91AC-0E02337D7153}" type="parTrans" cxnId="{E5244B8E-1820-47E8-90C3-EACF64080605}">
      <dgm:prSet/>
      <dgm:spPr/>
      <dgm:t>
        <a:bodyPr/>
        <a:lstStyle/>
        <a:p>
          <a:endParaRPr lang="en-US"/>
        </a:p>
      </dgm:t>
    </dgm:pt>
    <dgm:pt modelId="{833A6F41-3D31-4AF4-BEB5-0A98C20D713E}" type="sibTrans" cxnId="{E5244B8E-1820-47E8-90C3-EACF64080605}">
      <dgm:prSet/>
      <dgm:spPr/>
      <dgm:t>
        <a:bodyPr/>
        <a:lstStyle/>
        <a:p>
          <a:endParaRPr lang="en-US"/>
        </a:p>
      </dgm:t>
    </dgm:pt>
    <dgm:pt modelId="{97BA8C50-D567-424D-AF27-6885D3FCC966}">
      <dgm:prSet/>
      <dgm:spPr/>
      <dgm:t>
        <a:bodyPr/>
        <a:lstStyle/>
        <a:p>
          <a:r>
            <a:rPr lang="fi-FI"/>
            <a:t>Deletion</a:t>
          </a:r>
          <a:endParaRPr lang="en-US"/>
        </a:p>
      </dgm:t>
    </dgm:pt>
    <dgm:pt modelId="{6F3DAE6F-8B06-4C7A-BEA5-0D189B59CACC}" type="parTrans" cxnId="{9BBA8CA2-941A-4AC4-B940-AC7480CBFDFF}">
      <dgm:prSet/>
      <dgm:spPr/>
      <dgm:t>
        <a:bodyPr/>
        <a:lstStyle/>
        <a:p>
          <a:endParaRPr lang="en-US"/>
        </a:p>
      </dgm:t>
    </dgm:pt>
    <dgm:pt modelId="{238E6081-BD06-4141-B117-294E6D16345C}" type="sibTrans" cxnId="{9BBA8CA2-941A-4AC4-B940-AC7480CBFDFF}">
      <dgm:prSet/>
      <dgm:spPr/>
      <dgm:t>
        <a:bodyPr/>
        <a:lstStyle/>
        <a:p>
          <a:endParaRPr lang="en-US"/>
        </a:p>
      </dgm:t>
    </dgm:pt>
    <dgm:pt modelId="{9595BE2A-4F12-4C5C-B5D5-761ECC2FFBE6}" type="pres">
      <dgm:prSet presAssocID="{ED8EE416-776A-4E75-B521-BA465429DB6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A240DAB-8DCB-4FE9-B0BF-C720250FFC81}" type="pres">
      <dgm:prSet presAssocID="{012DEC1A-61EC-4744-9875-DEFFC9051B62}" presName="root" presStyleCnt="0"/>
      <dgm:spPr/>
    </dgm:pt>
    <dgm:pt modelId="{2087ECDF-CEB7-47D2-9DEA-1539450B466E}" type="pres">
      <dgm:prSet presAssocID="{012DEC1A-61EC-4744-9875-DEFFC9051B62}" presName="rootComposite" presStyleCnt="0"/>
      <dgm:spPr/>
    </dgm:pt>
    <dgm:pt modelId="{B1AAA9F5-D2B7-4D8B-BCD5-A376CC9A19B4}" type="pres">
      <dgm:prSet presAssocID="{012DEC1A-61EC-4744-9875-DEFFC9051B62}" presName="rootText" presStyleLbl="node1" presStyleIdx="0" presStyleCnt="3"/>
      <dgm:spPr/>
    </dgm:pt>
    <dgm:pt modelId="{DDD8D00F-730B-4A66-BB9D-CAD85736F008}" type="pres">
      <dgm:prSet presAssocID="{012DEC1A-61EC-4744-9875-DEFFC9051B62}" presName="rootConnector" presStyleLbl="node1" presStyleIdx="0" presStyleCnt="3"/>
      <dgm:spPr/>
    </dgm:pt>
    <dgm:pt modelId="{54C655B3-B5F8-4064-B9B5-59E5FEEA108B}" type="pres">
      <dgm:prSet presAssocID="{012DEC1A-61EC-4744-9875-DEFFC9051B62}" presName="childShape" presStyleCnt="0"/>
      <dgm:spPr/>
    </dgm:pt>
    <dgm:pt modelId="{42EF9C56-D62A-4A2A-A437-433E4D1B9CB0}" type="pres">
      <dgm:prSet presAssocID="{70C3E4E2-7408-4E5B-A1F0-B182F04A52FB}" presName="root" presStyleCnt="0"/>
      <dgm:spPr/>
    </dgm:pt>
    <dgm:pt modelId="{58DD3F11-EBF0-4363-8FD7-8FEB53A4A587}" type="pres">
      <dgm:prSet presAssocID="{70C3E4E2-7408-4E5B-A1F0-B182F04A52FB}" presName="rootComposite" presStyleCnt="0"/>
      <dgm:spPr/>
    </dgm:pt>
    <dgm:pt modelId="{26FF15A9-4CB6-4164-B7C6-6668F7246267}" type="pres">
      <dgm:prSet presAssocID="{70C3E4E2-7408-4E5B-A1F0-B182F04A52FB}" presName="rootText" presStyleLbl="node1" presStyleIdx="1" presStyleCnt="3"/>
      <dgm:spPr/>
    </dgm:pt>
    <dgm:pt modelId="{6B03E02D-5F93-4149-BF46-6BB939E60654}" type="pres">
      <dgm:prSet presAssocID="{70C3E4E2-7408-4E5B-A1F0-B182F04A52FB}" presName="rootConnector" presStyleLbl="node1" presStyleIdx="1" presStyleCnt="3"/>
      <dgm:spPr/>
    </dgm:pt>
    <dgm:pt modelId="{55213843-9041-407D-AD79-16963D116389}" type="pres">
      <dgm:prSet presAssocID="{70C3E4E2-7408-4E5B-A1F0-B182F04A52FB}" presName="childShape" presStyleCnt="0"/>
      <dgm:spPr/>
    </dgm:pt>
    <dgm:pt modelId="{7074EA17-305E-43AF-99FC-F43ED7C53377}" type="pres">
      <dgm:prSet presAssocID="{97BA8C50-D567-424D-AF27-6885D3FCC966}" presName="root" presStyleCnt="0"/>
      <dgm:spPr/>
    </dgm:pt>
    <dgm:pt modelId="{425F8FEC-EF8A-47ED-953E-1F238BB32F76}" type="pres">
      <dgm:prSet presAssocID="{97BA8C50-D567-424D-AF27-6885D3FCC966}" presName="rootComposite" presStyleCnt="0"/>
      <dgm:spPr/>
    </dgm:pt>
    <dgm:pt modelId="{0D08ACE2-CA34-46AF-952D-57CE138188F8}" type="pres">
      <dgm:prSet presAssocID="{97BA8C50-D567-424D-AF27-6885D3FCC966}" presName="rootText" presStyleLbl="node1" presStyleIdx="2" presStyleCnt="3"/>
      <dgm:spPr/>
    </dgm:pt>
    <dgm:pt modelId="{A2E26D4F-39B5-4FC3-B5E1-21186F9EDFB9}" type="pres">
      <dgm:prSet presAssocID="{97BA8C50-D567-424D-AF27-6885D3FCC966}" presName="rootConnector" presStyleLbl="node1" presStyleIdx="2" presStyleCnt="3"/>
      <dgm:spPr/>
    </dgm:pt>
    <dgm:pt modelId="{B39F4A46-FDE9-4195-9F5F-15EB9790F85E}" type="pres">
      <dgm:prSet presAssocID="{97BA8C50-D567-424D-AF27-6885D3FCC966}" presName="childShape" presStyleCnt="0"/>
      <dgm:spPr/>
    </dgm:pt>
  </dgm:ptLst>
  <dgm:cxnLst>
    <dgm:cxn modelId="{0B21831E-7E38-4F3C-B96E-41D6263A97B0}" type="presOf" srcId="{97BA8C50-D567-424D-AF27-6885D3FCC966}" destId="{0D08ACE2-CA34-46AF-952D-57CE138188F8}" srcOrd="0" destOrd="0" presId="urn:microsoft.com/office/officeart/2005/8/layout/hierarchy3"/>
    <dgm:cxn modelId="{1B7FC823-593C-44E9-8BD9-BCA5776C1737}" type="presOf" srcId="{012DEC1A-61EC-4744-9875-DEFFC9051B62}" destId="{B1AAA9F5-D2B7-4D8B-BCD5-A376CC9A19B4}" srcOrd="0" destOrd="0" presId="urn:microsoft.com/office/officeart/2005/8/layout/hierarchy3"/>
    <dgm:cxn modelId="{8E7C4049-6F78-46F2-BF24-0D215AFD1857}" type="presOf" srcId="{97BA8C50-D567-424D-AF27-6885D3FCC966}" destId="{A2E26D4F-39B5-4FC3-B5E1-21186F9EDFB9}" srcOrd="1" destOrd="0" presId="urn:microsoft.com/office/officeart/2005/8/layout/hierarchy3"/>
    <dgm:cxn modelId="{8973317A-C366-4F80-B0C3-A7B337698FE7}" srcId="{ED8EE416-776A-4E75-B521-BA465429DB63}" destId="{012DEC1A-61EC-4744-9875-DEFFC9051B62}" srcOrd="0" destOrd="0" parTransId="{CB7BE8BF-D7E1-42E9-8163-3E4955242BBC}" sibTransId="{821C80DD-32DE-42D2-B6A1-FEC694277D03}"/>
    <dgm:cxn modelId="{03FA8F89-39DF-4D18-8B05-3A256CDF23AC}" type="presOf" srcId="{012DEC1A-61EC-4744-9875-DEFFC9051B62}" destId="{DDD8D00F-730B-4A66-BB9D-CAD85736F008}" srcOrd="1" destOrd="0" presId="urn:microsoft.com/office/officeart/2005/8/layout/hierarchy3"/>
    <dgm:cxn modelId="{E5244B8E-1820-47E8-90C3-EACF64080605}" srcId="{ED8EE416-776A-4E75-B521-BA465429DB63}" destId="{70C3E4E2-7408-4E5B-A1F0-B182F04A52FB}" srcOrd="1" destOrd="0" parTransId="{98069C50-4E31-4973-91AC-0E02337D7153}" sibTransId="{833A6F41-3D31-4AF4-BEB5-0A98C20D713E}"/>
    <dgm:cxn modelId="{9BBA8CA2-941A-4AC4-B940-AC7480CBFDFF}" srcId="{ED8EE416-776A-4E75-B521-BA465429DB63}" destId="{97BA8C50-D567-424D-AF27-6885D3FCC966}" srcOrd="2" destOrd="0" parTransId="{6F3DAE6F-8B06-4C7A-BEA5-0D189B59CACC}" sibTransId="{238E6081-BD06-4141-B117-294E6D16345C}"/>
    <dgm:cxn modelId="{0BD3D9AF-D402-47D8-9C4F-7D39579EF752}" type="presOf" srcId="{70C3E4E2-7408-4E5B-A1F0-B182F04A52FB}" destId="{6B03E02D-5F93-4149-BF46-6BB939E60654}" srcOrd="1" destOrd="0" presId="urn:microsoft.com/office/officeart/2005/8/layout/hierarchy3"/>
    <dgm:cxn modelId="{4E61C7C7-9B34-44BE-8ADB-395F5593055A}" type="presOf" srcId="{ED8EE416-776A-4E75-B521-BA465429DB63}" destId="{9595BE2A-4F12-4C5C-B5D5-761ECC2FFBE6}" srcOrd="0" destOrd="0" presId="urn:microsoft.com/office/officeart/2005/8/layout/hierarchy3"/>
    <dgm:cxn modelId="{385C20F6-958D-4C27-8C96-0E7E8B6F995D}" type="presOf" srcId="{70C3E4E2-7408-4E5B-A1F0-B182F04A52FB}" destId="{26FF15A9-4CB6-4164-B7C6-6668F7246267}" srcOrd="0" destOrd="0" presId="urn:microsoft.com/office/officeart/2005/8/layout/hierarchy3"/>
    <dgm:cxn modelId="{1BAE4940-C69B-4916-AC63-F23A12CC8497}" type="presParOf" srcId="{9595BE2A-4F12-4C5C-B5D5-761ECC2FFBE6}" destId="{DA240DAB-8DCB-4FE9-B0BF-C720250FFC81}" srcOrd="0" destOrd="0" presId="urn:microsoft.com/office/officeart/2005/8/layout/hierarchy3"/>
    <dgm:cxn modelId="{9A4B550F-C4CE-4BF1-AE5D-D80F90C7E7DE}" type="presParOf" srcId="{DA240DAB-8DCB-4FE9-B0BF-C720250FFC81}" destId="{2087ECDF-CEB7-47D2-9DEA-1539450B466E}" srcOrd="0" destOrd="0" presId="urn:microsoft.com/office/officeart/2005/8/layout/hierarchy3"/>
    <dgm:cxn modelId="{F4E58190-3275-4742-B31F-DFC92284171B}" type="presParOf" srcId="{2087ECDF-CEB7-47D2-9DEA-1539450B466E}" destId="{B1AAA9F5-D2B7-4D8B-BCD5-A376CC9A19B4}" srcOrd="0" destOrd="0" presId="urn:microsoft.com/office/officeart/2005/8/layout/hierarchy3"/>
    <dgm:cxn modelId="{D313C663-1022-492A-AECF-81DFF7A98DC0}" type="presParOf" srcId="{2087ECDF-CEB7-47D2-9DEA-1539450B466E}" destId="{DDD8D00F-730B-4A66-BB9D-CAD85736F008}" srcOrd="1" destOrd="0" presId="urn:microsoft.com/office/officeart/2005/8/layout/hierarchy3"/>
    <dgm:cxn modelId="{F7673452-CA7E-4E11-B41E-F24219E2F9DA}" type="presParOf" srcId="{DA240DAB-8DCB-4FE9-B0BF-C720250FFC81}" destId="{54C655B3-B5F8-4064-B9B5-59E5FEEA108B}" srcOrd="1" destOrd="0" presId="urn:microsoft.com/office/officeart/2005/8/layout/hierarchy3"/>
    <dgm:cxn modelId="{6E18FFFB-4E07-4D03-867F-DEE0D627C743}" type="presParOf" srcId="{9595BE2A-4F12-4C5C-B5D5-761ECC2FFBE6}" destId="{42EF9C56-D62A-4A2A-A437-433E4D1B9CB0}" srcOrd="1" destOrd="0" presId="urn:microsoft.com/office/officeart/2005/8/layout/hierarchy3"/>
    <dgm:cxn modelId="{313ED370-E2D6-495D-921F-F998F31B836C}" type="presParOf" srcId="{42EF9C56-D62A-4A2A-A437-433E4D1B9CB0}" destId="{58DD3F11-EBF0-4363-8FD7-8FEB53A4A587}" srcOrd="0" destOrd="0" presId="urn:microsoft.com/office/officeart/2005/8/layout/hierarchy3"/>
    <dgm:cxn modelId="{B064BCE7-B293-4CC0-87E3-BE9B2EA167DC}" type="presParOf" srcId="{58DD3F11-EBF0-4363-8FD7-8FEB53A4A587}" destId="{26FF15A9-4CB6-4164-B7C6-6668F7246267}" srcOrd="0" destOrd="0" presId="urn:microsoft.com/office/officeart/2005/8/layout/hierarchy3"/>
    <dgm:cxn modelId="{89AC4FDE-E476-4468-9D8B-F6731A6BA107}" type="presParOf" srcId="{58DD3F11-EBF0-4363-8FD7-8FEB53A4A587}" destId="{6B03E02D-5F93-4149-BF46-6BB939E60654}" srcOrd="1" destOrd="0" presId="urn:microsoft.com/office/officeart/2005/8/layout/hierarchy3"/>
    <dgm:cxn modelId="{A22608E9-83EC-45AD-938D-F317E6A5FC2F}" type="presParOf" srcId="{42EF9C56-D62A-4A2A-A437-433E4D1B9CB0}" destId="{55213843-9041-407D-AD79-16963D116389}" srcOrd="1" destOrd="0" presId="urn:microsoft.com/office/officeart/2005/8/layout/hierarchy3"/>
    <dgm:cxn modelId="{56C9C6CC-CD14-4096-A025-885109C3B2BF}" type="presParOf" srcId="{9595BE2A-4F12-4C5C-B5D5-761ECC2FFBE6}" destId="{7074EA17-305E-43AF-99FC-F43ED7C53377}" srcOrd="2" destOrd="0" presId="urn:microsoft.com/office/officeart/2005/8/layout/hierarchy3"/>
    <dgm:cxn modelId="{A08D957A-7087-4D1B-A048-654D329A7FBC}" type="presParOf" srcId="{7074EA17-305E-43AF-99FC-F43ED7C53377}" destId="{425F8FEC-EF8A-47ED-953E-1F238BB32F76}" srcOrd="0" destOrd="0" presId="urn:microsoft.com/office/officeart/2005/8/layout/hierarchy3"/>
    <dgm:cxn modelId="{DA4E7065-46D3-43EA-BFA3-B6059D4D8012}" type="presParOf" srcId="{425F8FEC-EF8A-47ED-953E-1F238BB32F76}" destId="{0D08ACE2-CA34-46AF-952D-57CE138188F8}" srcOrd="0" destOrd="0" presId="urn:microsoft.com/office/officeart/2005/8/layout/hierarchy3"/>
    <dgm:cxn modelId="{1008C324-7631-4CA4-8EA6-4A743E74D23C}" type="presParOf" srcId="{425F8FEC-EF8A-47ED-953E-1F238BB32F76}" destId="{A2E26D4F-39B5-4FC3-B5E1-21186F9EDFB9}" srcOrd="1" destOrd="0" presId="urn:microsoft.com/office/officeart/2005/8/layout/hierarchy3"/>
    <dgm:cxn modelId="{F3005F0E-A4DB-47B0-90C0-3C51C1A03202}" type="presParOf" srcId="{7074EA17-305E-43AF-99FC-F43ED7C53377}" destId="{B39F4A46-FDE9-4195-9F5F-15EB9790F85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38477D8-3618-49F5-B78F-492D876088F5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54C728BC-99EE-4C19-BADA-9B7FD0363484}">
      <dgm:prSet/>
      <dgm:spPr/>
      <dgm:t>
        <a:bodyPr/>
        <a:lstStyle/>
        <a:p>
          <a:r>
            <a:rPr lang="en-US" dirty="0"/>
            <a:t>Frequent transition between A and B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lower substitution cost</a:t>
          </a:r>
          <a:endParaRPr lang="fr-FR" dirty="0"/>
        </a:p>
      </dgm:t>
    </dgm:pt>
    <dgm:pt modelId="{DF45E9D4-51ED-428E-9ABE-6F3CA6594167}" type="parTrans" cxnId="{07F09697-992B-475F-BD41-78A27B6DD1E2}">
      <dgm:prSet/>
      <dgm:spPr/>
      <dgm:t>
        <a:bodyPr/>
        <a:lstStyle/>
        <a:p>
          <a:endParaRPr lang="fr-FR"/>
        </a:p>
      </dgm:t>
    </dgm:pt>
    <dgm:pt modelId="{FDF7ACEB-D6AA-4A9D-9BD7-757CAEA77469}" type="sibTrans" cxnId="{07F09697-992B-475F-BD41-78A27B6DD1E2}">
      <dgm:prSet/>
      <dgm:spPr/>
      <dgm:t>
        <a:bodyPr/>
        <a:lstStyle/>
        <a:p>
          <a:endParaRPr lang="fr-FR"/>
        </a:p>
      </dgm:t>
    </dgm:pt>
    <dgm:pt modelId="{F8EF1471-5892-4A76-87A0-32653C360BD8}">
      <dgm:prSet/>
      <dgm:spPr/>
      <dgm:t>
        <a:bodyPr/>
        <a:lstStyle/>
        <a:p>
          <a:r>
            <a:rPr lang="en-US" dirty="0"/>
            <a:t>Rare transition between A and B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higher substitution cost</a:t>
          </a:r>
          <a:endParaRPr lang="fr-FR" dirty="0"/>
        </a:p>
      </dgm:t>
    </dgm:pt>
    <dgm:pt modelId="{8FC1B813-1C6D-46D5-A641-C9B503447F16}" type="parTrans" cxnId="{E0A58D29-EFC2-4118-9C8B-0EA1418FAFC8}">
      <dgm:prSet/>
      <dgm:spPr/>
      <dgm:t>
        <a:bodyPr/>
        <a:lstStyle/>
        <a:p>
          <a:endParaRPr lang="fr-FR"/>
        </a:p>
      </dgm:t>
    </dgm:pt>
    <dgm:pt modelId="{E65DADD3-A758-470E-8E15-784D05C08780}" type="sibTrans" cxnId="{E0A58D29-EFC2-4118-9C8B-0EA1418FAFC8}">
      <dgm:prSet/>
      <dgm:spPr/>
      <dgm:t>
        <a:bodyPr/>
        <a:lstStyle/>
        <a:p>
          <a:endParaRPr lang="fr-FR"/>
        </a:p>
      </dgm:t>
    </dgm:pt>
    <dgm:pt modelId="{0A1FCD45-3D3F-47E8-9CBB-846512C181A4}" type="pres">
      <dgm:prSet presAssocID="{F38477D8-3618-49F5-B78F-492D876088F5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9ECE3B6-B8FD-4B4E-B5C8-319E5861E0BF}" type="pres">
      <dgm:prSet presAssocID="{54C728BC-99EE-4C19-BADA-9B7FD0363484}" presName="hierRoot1" presStyleCnt="0">
        <dgm:presLayoutVars>
          <dgm:hierBranch val="init"/>
        </dgm:presLayoutVars>
      </dgm:prSet>
      <dgm:spPr/>
    </dgm:pt>
    <dgm:pt modelId="{21206AE6-1695-4BC3-A12D-53D8A86BD29D}" type="pres">
      <dgm:prSet presAssocID="{54C728BC-99EE-4C19-BADA-9B7FD0363484}" presName="rootComposite1" presStyleCnt="0"/>
      <dgm:spPr/>
    </dgm:pt>
    <dgm:pt modelId="{569C9347-983D-4000-8F26-2584339662A6}" type="pres">
      <dgm:prSet presAssocID="{54C728BC-99EE-4C19-BADA-9B7FD0363484}" presName="rootText1" presStyleLbl="alignAcc1" presStyleIdx="0" presStyleCnt="0">
        <dgm:presLayoutVars>
          <dgm:chPref val="3"/>
        </dgm:presLayoutVars>
      </dgm:prSet>
      <dgm:spPr/>
    </dgm:pt>
    <dgm:pt modelId="{83E2435F-5F91-4889-A44F-02B661E4C560}" type="pres">
      <dgm:prSet presAssocID="{54C728BC-99EE-4C19-BADA-9B7FD0363484}" presName="topArc1" presStyleLbl="parChTrans1D1" presStyleIdx="0" presStyleCnt="4"/>
      <dgm:spPr/>
    </dgm:pt>
    <dgm:pt modelId="{A5820E5B-629E-4B28-B08C-69140664964C}" type="pres">
      <dgm:prSet presAssocID="{54C728BC-99EE-4C19-BADA-9B7FD0363484}" presName="bottomArc1" presStyleLbl="parChTrans1D1" presStyleIdx="1" presStyleCnt="4"/>
      <dgm:spPr/>
    </dgm:pt>
    <dgm:pt modelId="{0821EBAE-9E8C-4A92-95D8-2CB43CCCC749}" type="pres">
      <dgm:prSet presAssocID="{54C728BC-99EE-4C19-BADA-9B7FD0363484}" presName="topConnNode1" presStyleLbl="node1" presStyleIdx="0" presStyleCnt="0"/>
      <dgm:spPr/>
    </dgm:pt>
    <dgm:pt modelId="{113D01F9-7FCF-4FE1-B8A5-69AEE57F1BD1}" type="pres">
      <dgm:prSet presAssocID="{54C728BC-99EE-4C19-BADA-9B7FD0363484}" presName="hierChild2" presStyleCnt="0"/>
      <dgm:spPr/>
    </dgm:pt>
    <dgm:pt modelId="{E427126D-820F-4263-9371-686A9CB71DC3}" type="pres">
      <dgm:prSet presAssocID="{54C728BC-99EE-4C19-BADA-9B7FD0363484}" presName="hierChild3" presStyleCnt="0"/>
      <dgm:spPr/>
    </dgm:pt>
    <dgm:pt modelId="{511B7C98-883C-4292-90D0-58F8B2EE419B}" type="pres">
      <dgm:prSet presAssocID="{F8EF1471-5892-4A76-87A0-32653C360BD8}" presName="hierRoot1" presStyleCnt="0">
        <dgm:presLayoutVars>
          <dgm:hierBranch val="init"/>
        </dgm:presLayoutVars>
      </dgm:prSet>
      <dgm:spPr/>
    </dgm:pt>
    <dgm:pt modelId="{A46F11B1-EC06-41CA-8D51-D914E03471E4}" type="pres">
      <dgm:prSet presAssocID="{F8EF1471-5892-4A76-87A0-32653C360BD8}" presName="rootComposite1" presStyleCnt="0"/>
      <dgm:spPr/>
    </dgm:pt>
    <dgm:pt modelId="{932FD9F3-2627-4597-A7DE-E52B72B59F60}" type="pres">
      <dgm:prSet presAssocID="{F8EF1471-5892-4A76-87A0-32653C360BD8}" presName="rootText1" presStyleLbl="alignAcc1" presStyleIdx="0" presStyleCnt="0">
        <dgm:presLayoutVars>
          <dgm:chPref val="3"/>
        </dgm:presLayoutVars>
      </dgm:prSet>
      <dgm:spPr/>
    </dgm:pt>
    <dgm:pt modelId="{AB74C0D9-C6C4-4C64-B8E8-74A745FC3592}" type="pres">
      <dgm:prSet presAssocID="{F8EF1471-5892-4A76-87A0-32653C360BD8}" presName="topArc1" presStyleLbl="parChTrans1D1" presStyleIdx="2" presStyleCnt="4"/>
      <dgm:spPr/>
    </dgm:pt>
    <dgm:pt modelId="{0FB80C4A-B33F-41DA-88E0-4C846BFF8B4E}" type="pres">
      <dgm:prSet presAssocID="{F8EF1471-5892-4A76-87A0-32653C360BD8}" presName="bottomArc1" presStyleLbl="parChTrans1D1" presStyleIdx="3" presStyleCnt="4"/>
      <dgm:spPr/>
    </dgm:pt>
    <dgm:pt modelId="{BDC908D9-2970-485E-B835-566CDA1D77D7}" type="pres">
      <dgm:prSet presAssocID="{F8EF1471-5892-4A76-87A0-32653C360BD8}" presName="topConnNode1" presStyleLbl="node1" presStyleIdx="0" presStyleCnt="0"/>
      <dgm:spPr/>
    </dgm:pt>
    <dgm:pt modelId="{E71320E6-C93F-48D7-9ECF-CB36BFE231CE}" type="pres">
      <dgm:prSet presAssocID="{F8EF1471-5892-4A76-87A0-32653C360BD8}" presName="hierChild2" presStyleCnt="0"/>
      <dgm:spPr/>
    </dgm:pt>
    <dgm:pt modelId="{92BA3EF5-A2EA-404A-82D2-A8ABD3D852B8}" type="pres">
      <dgm:prSet presAssocID="{F8EF1471-5892-4A76-87A0-32653C360BD8}" presName="hierChild3" presStyleCnt="0"/>
      <dgm:spPr/>
    </dgm:pt>
  </dgm:ptLst>
  <dgm:cxnLst>
    <dgm:cxn modelId="{E0A58D29-EFC2-4118-9C8B-0EA1418FAFC8}" srcId="{F38477D8-3618-49F5-B78F-492D876088F5}" destId="{F8EF1471-5892-4A76-87A0-32653C360BD8}" srcOrd="1" destOrd="0" parTransId="{8FC1B813-1C6D-46D5-A641-C9B503447F16}" sibTransId="{E65DADD3-A758-470E-8E15-784D05C08780}"/>
    <dgm:cxn modelId="{B09EB436-DB90-464F-B7D9-C5CE26941B89}" type="presOf" srcId="{54C728BC-99EE-4C19-BADA-9B7FD0363484}" destId="{569C9347-983D-4000-8F26-2584339662A6}" srcOrd="0" destOrd="0" presId="urn:microsoft.com/office/officeart/2008/layout/HalfCircleOrganizationChart"/>
    <dgm:cxn modelId="{12EB344E-DFE9-4FE7-9373-EED0DA2F736E}" type="presOf" srcId="{F38477D8-3618-49F5-B78F-492D876088F5}" destId="{0A1FCD45-3D3F-47E8-9CBB-846512C181A4}" srcOrd="0" destOrd="0" presId="urn:microsoft.com/office/officeart/2008/layout/HalfCircleOrganizationChart"/>
    <dgm:cxn modelId="{1D758670-9CE2-47BD-B162-AE9C36A7DE4E}" type="presOf" srcId="{F8EF1471-5892-4A76-87A0-32653C360BD8}" destId="{932FD9F3-2627-4597-A7DE-E52B72B59F60}" srcOrd="0" destOrd="0" presId="urn:microsoft.com/office/officeart/2008/layout/HalfCircleOrganizationChart"/>
    <dgm:cxn modelId="{07F09697-992B-475F-BD41-78A27B6DD1E2}" srcId="{F38477D8-3618-49F5-B78F-492D876088F5}" destId="{54C728BC-99EE-4C19-BADA-9B7FD0363484}" srcOrd="0" destOrd="0" parTransId="{DF45E9D4-51ED-428E-9ABE-6F3CA6594167}" sibTransId="{FDF7ACEB-D6AA-4A9D-9BD7-757CAEA77469}"/>
    <dgm:cxn modelId="{A0815EB7-12CA-4EF1-A2D7-CFFE508238E7}" type="presOf" srcId="{F8EF1471-5892-4A76-87A0-32653C360BD8}" destId="{BDC908D9-2970-485E-B835-566CDA1D77D7}" srcOrd="1" destOrd="0" presId="urn:microsoft.com/office/officeart/2008/layout/HalfCircleOrganizationChart"/>
    <dgm:cxn modelId="{85FDC6EE-1C33-4C30-9476-B4FFFC2D7749}" type="presOf" srcId="{54C728BC-99EE-4C19-BADA-9B7FD0363484}" destId="{0821EBAE-9E8C-4A92-95D8-2CB43CCCC749}" srcOrd="1" destOrd="0" presId="urn:microsoft.com/office/officeart/2008/layout/HalfCircleOrganizationChart"/>
    <dgm:cxn modelId="{20800315-EC17-4DD1-B569-8BFD8AB3D4C9}" type="presParOf" srcId="{0A1FCD45-3D3F-47E8-9CBB-846512C181A4}" destId="{49ECE3B6-B8FD-4B4E-B5C8-319E5861E0BF}" srcOrd="0" destOrd="0" presId="urn:microsoft.com/office/officeart/2008/layout/HalfCircleOrganizationChart"/>
    <dgm:cxn modelId="{174D1B3C-D0B0-4303-AF97-7F9BC7E57851}" type="presParOf" srcId="{49ECE3B6-B8FD-4B4E-B5C8-319E5861E0BF}" destId="{21206AE6-1695-4BC3-A12D-53D8A86BD29D}" srcOrd="0" destOrd="0" presId="urn:microsoft.com/office/officeart/2008/layout/HalfCircleOrganizationChart"/>
    <dgm:cxn modelId="{6A5F80E6-00AC-4446-A119-88F45FBF09F2}" type="presParOf" srcId="{21206AE6-1695-4BC3-A12D-53D8A86BD29D}" destId="{569C9347-983D-4000-8F26-2584339662A6}" srcOrd="0" destOrd="0" presId="urn:microsoft.com/office/officeart/2008/layout/HalfCircleOrganizationChart"/>
    <dgm:cxn modelId="{5A8AD66B-2DE7-4035-B3FC-C30D94828802}" type="presParOf" srcId="{21206AE6-1695-4BC3-A12D-53D8A86BD29D}" destId="{83E2435F-5F91-4889-A44F-02B661E4C560}" srcOrd="1" destOrd="0" presId="urn:microsoft.com/office/officeart/2008/layout/HalfCircleOrganizationChart"/>
    <dgm:cxn modelId="{761491BB-868E-4361-AE81-08202E6511F3}" type="presParOf" srcId="{21206AE6-1695-4BC3-A12D-53D8A86BD29D}" destId="{A5820E5B-629E-4B28-B08C-69140664964C}" srcOrd="2" destOrd="0" presId="urn:microsoft.com/office/officeart/2008/layout/HalfCircleOrganizationChart"/>
    <dgm:cxn modelId="{BF1E0AB4-9F2E-4238-A0B4-2C7EE15AD09B}" type="presParOf" srcId="{21206AE6-1695-4BC3-A12D-53D8A86BD29D}" destId="{0821EBAE-9E8C-4A92-95D8-2CB43CCCC749}" srcOrd="3" destOrd="0" presId="urn:microsoft.com/office/officeart/2008/layout/HalfCircleOrganizationChart"/>
    <dgm:cxn modelId="{D3B33DC3-05AA-4D0F-A8C9-3B0D7D693A70}" type="presParOf" srcId="{49ECE3B6-B8FD-4B4E-B5C8-319E5861E0BF}" destId="{113D01F9-7FCF-4FE1-B8A5-69AEE57F1BD1}" srcOrd="1" destOrd="0" presId="urn:microsoft.com/office/officeart/2008/layout/HalfCircleOrganizationChart"/>
    <dgm:cxn modelId="{25EB1242-8878-4B3E-A23E-8DAF2D6BCD33}" type="presParOf" srcId="{49ECE3B6-B8FD-4B4E-B5C8-319E5861E0BF}" destId="{E427126D-820F-4263-9371-686A9CB71DC3}" srcOrd="2" destOrd="0" presId="urn:microsoft.com/office/officeart/2008/layout/HalfCircleOrganizationChart"/>
    <dgm:cxn modelId="{88E6BCA0-D398-4651-B526-688084F53B2D}" type="presParOf" srcId="{0A1FCD45-3D3F-47E8-9CBB-846512C181A4}" destId="{511B7C98-883C-4292-90D0-58F8B2EE419B}" srcOrd="1" destOrd="0" presId="urn:microsoft.com/office/officeart/2008/layout/HalfCircleOrganizationChart"/>
    <dgm:cxn modelId="{E21621DC-79B8-497B-A0BE-C5C1220CFA5F}" type="presParOf" srcId="{511B7C98-883C-4292-90D0-58F8B2EE419B}" destId="{A46F11B1-EC06-41CA-8D51-D914E03471E4}" srcOrd="0" destOrd="0" presId="urn:microsoft.com/office/officeart/2008/layout/HalfCircleOrganizationChart"/>
    <dgm:cxn modelId="{F0DC753A-D4BA-4887-B286-7C8DC63D42DD}" type="presParOf" srcId="{A46F11B1-EC06-41CA-8D51-D914E03471E4}" destId="{932FD9F3-2627-4597-A7DE-E52B72B59F60}" srcOrd="0" destOrd="0" presId="urn:microsoft.com/office/officeart/2008/layout/HalfCircleOrganizationChart"/>
    <dgm:cxn modelId="{D34CC6C5-95FF-41B1-84DE-82680ED519C7}" type="presParOf" srcId="{A46F11B1-EC06-41CA-8D51-D914E03471E4}" destId="{AB74C0D9-C6C4-4C64-B8E8-74A745FC3592}" srcOrd="1" destOrd="0" presId="urn:microsoft.com/office/officeart/2008/layout/HalfCircleOrganizationChart"/>
    <dgm:cxn modelId="{B37032F8-0EB8-473A-9B57-3E3A93BE9358}" type="presParOf" srcId="{A46F11B1-EC06-41CA-8D51-D914E03471E4}" destId="{0FB80C4A-B33F-41DA-88E0-4C846BFF8B4E}" srcOrd="2" destOrd="0" presId="urn:microsoft.com/office/officeart/2008/layout/HalfCircleOrganizationChart"/>
    <dgm:cxn modelId="{A1A575D0-52D4-423F-9242-3169D0AECFA8}" type="presParOf" srcId="{A46F11B1-EC06-41CA-8D51-D914E03471E4}" destId="{BDC908D9-2970-485E-B835-566CDA1D77D7}" srcOrd="3" destOrd="0" presId="urn:microsoft.com/office/officeart/2008/layout/HalfCircleOrganizationChart"/>
    <dgm:cxn modelId="{F2A6D63C-F588-49A0-BA9F-3DAD110F0BCB}" type="presParOf" srcId="{511B7C98-883C-4292-90D0-58F8B2EE419B}" destId="{E71320E6-C93F-48D7-9ECF-CB36BFE231CE}" srcOrd="1" destOrd="0" presId="urn:microsoft.com/office/officeart/2008/layout/HalfCircleOrganizationChart"/>
    <dgm:cxn modelId="{C3D62F91-4435-4F64-BEFC-67E422C099AD}" type="presParOf" srcId="{511B7C98-883C-4292-90D0-58F8B2EE419B}" destId="{92BA3EF5-A2EA-404A-82D2-A8ABD3D852B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EE0A606-EC67-4C6F-B017-C3476DCE61DC}" type="doc">
      <dgm:prSet loTypeId="urn:microsoft.com/office/officeart/2005/8/layout/hierarchy3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4CB63C4E-0F7F-40E8-83EC-BF8D78E10B9A}">
      <dgm:prSet/>
      <dgm:spPr/>
      <dgm:t>
        <a:bodyPr/>
        <a:lstStyle/>
        <a:p>
          <a:r>
            <a:rPr lang="fr-FR"/>
            <a:t>Do I care about exact timing</a:t>
          </a:r>
        </a:p>
      </dgm:t>
    </dgm:pt>
    <dgm:pt modelId="{1E351EB2-22B9-4A13-9521-7835DCC29B99}" type="parTrans" cxnId="{CC5D77CC-D8AB-4098-BF71-AF67214BE14D}">
      <dgm:prSet/>
      <dgm:spPr/>
      <dgm:t>
        <a:bodyPr/>
        <a:lstStyle/>
        <a:p>
          <a:endParaRPr lang="fr-FR"/>
        </a:p>
      </dgm:t>
    </dgm:pt>
    <dgm:pt modelId="{EA216BE3-6469-4437-9BF0-AA44FDA642BC}" type="sibTrans" cxnId="{CC5D77CC-D8AB-4098-BF71-AF67214BE14D}">
      <dgm:prSet/>
      <dgm:spPr/>
      <dgm:t>
        <a:bodyPr/>
        <a:lstStyle/>
        <a:p>
          <a:endParaRPr lang="fr-FR"/>
        </a:p>
      </dgm:t>
    </dgm:pt>
    <dgm:pt modelId="{63EA7E31-2EB5-499B-A09B-FA8246DEC82F}">
      <dgm:prSet/>
      <dgm:spPr/>
      <dgm:t>
        <a:bodyPr/>
        <a:lstStyle/>
        <a:p>
          <a:r>
            <a:rPr lang="fr-FR" dirty="0"/>
            <a:t>Yes: Hamming / </a:t>
          </a:r>
          <a:r>
            <a:rPr lang="fr-FR" dirty="0" err="1"/>
            <a:t>dynamic</a:t>
          </a:r>
          <a:r>
            <a:rPr lang="fr-FR" dirty="0"/>
            <a:t> Hamming / high </a:t>
          </a:r>
          <a:r>
            <a:rPr lang="fr-FR" dirty="0" err="1"/>
            <a:t>indel</a:t>
          </a:r>
          <a:r>
            <a:rPr lang="fr-FR" dirty="0"/>
            <a:t> OM</a:t>
          </a:r>
        </a:p>
      </dgm:t>
    </dgm:pt>
    <dgm:pt modelId="{640D1563-6111-4001-9FCD-9EE753B0384F}" type="parTrans" cxnId="{CC7FEEE6-626D-46EB-B531-5273E9B33DB4}">
      <dgm:prSet/>
      <dgm:spPr/>
      <dgm:t>
        <a:bodyPr/>
        <a:lstStyle/>
        <a:p>
          <a:endParaRPr lang="fr-FR"/>
        </a:p>
      </dgm:t>
    </dgm:pt>
    <dgm:pt modelId="{715CED31-9FE1-4414-BF59-AE131084FB7F}" type="sibTrans" cxnId="{CC7FEEE6-626D-46EB-B531-5273E9B33DB4}">
      <dgm:prSet/>
      <dgm:spPr/>
      <dgm:t>
        <a:bodyPr/>
        <a:lstStyle/>
        <a:p>
          <a:endParaRPr lang="fr-FR"/>
        </a:p>
      </dgm:t>
    </dgm:pt>
    <dgm:pt modelId="{472BAAA4-D463-4D71-AE2E-9BCAC6B37D28}">
      <dgm:prSet/>
      <dgm:spPr/>
      <dgm:t>
        <a:bodyPr/>
        <a:lstStyle/>
        <a:p>
          <a:r>
            <a:rPr lang="fr-FR"/>
            <a:t>Do I care about similar order even if shifted?</a:t>
          </a:r>
        </a:p>
      </dgm:t>
    </dgm:pt>
    <dgm:pt modelId="{78E97989-44F1-4C59-8023-6D071E682863}" type="parTrans" cxnId="{0D731C60-44D8-4276-9C90-499ED510BDBD}">
      <dgm:prSet/>
      <dgm:spPr/>
      <dgm:t>
        <a:bodyPr/>
        <a:lstStyle/>
        <a:p>
          <a:endParaRPr lang="fr-FR"/>
        </a:p>
      </dgm:t>
    </dgm:pt>
    <dgm:pt modelId="{24CECB90-79BD-4AC3-AFA2-3C5D2700DC3C}" type="sibTrans" cxnId="{0D731C60-44D8-4276-9C90-499ED510BDBD}">
      <dgm:prSet/>
      <dgm:spPr/>
      <dgm:t>
        <a:bodyPr/>
        <a:lstStyle/>
        <a:p>
          <a:endParaRPr lang="fr-FR"/>
        </a:p>
      </dgm:t>
    </dgm:pt>
    <dgm:pt modelId="{59E504BB-F64F-4A3F-95F8-24112BE99B6B}">
      <dgm:prSet/>
      <dgm:spPr/>
      <dgm:t>
        <a:bodyPr/>
        <a:lstStyle/>
        <a:p>
          <a:r>
            <a:rPr lang="fr-FR" dirty="0"/>
            <a:t>Yes: OM / LCS</a:t>
          </a:r>
        </a:p>
      </dgm:t>
    </dgm:pt>
    <dgm:pt modelId="{DCD1A2E8-0E8B-4F86-8E3F-3C6B23D19E0A}" type="parTrans" cxnId="{6C60837F-70E2-418C-9EEC-AAC3AA93D8BB}">
      <dgm:prSet/>
      <dgm:spPr/>
      <dgm:t>
        <a:bodyPr/>
        <a:lstStyle/>
        <a:p>
          <a:endParaRPr lang="fr-FR"/>
        </a:p>
      </dgm:t>
    </dgm:pt>
    <dgm:pt modelId="{12B4F319-027C-4FFC-8FD5-8D8C24F63F4A}" type="sibTrans" cxnId="{6C60837F-70E2-418C-9EEC-AAC3AA93D8BB}">
      <dgm:prSet/>
      <dgm:spPr/>
      <dgm:t>
        <a:bodyPr/>
        <a:lstStyle/>
        <a:p>
          <a:endParaRPr lang="fr-FR"/>
        </a:p>
      </dgm:t>
    </dgm:pt>
    <dgm:pt modelId="{1FE9E984-F26D-4214-9983-B10826CF859E}">
      <dgm:prSet/>
      <dgm:spPr/>
      <dgm:t>
        <a:bodyPr/>
        <a:lstStyle/>
        <a:p>
          <a:r>
            <a:rPr lang="fr-FR"/>
            <a:t>Do I care about distance from a normative pathway? </a:t>
          </a:r>
        </a:p>
      </dgm:t>
    </dgm:pt>
    <dgm:pt modelId="{697042BD-F23B-4008-AF1D-BA68FC7EABC3}" type="parTrans" cxnId="{A120A845-0C2A-41CF-B119-F9BAF07D9740}">
      <dgm:prSet/>
      <dgm:spPr/>
      <dgm:t>
        <a:bodyPr/>
        <a:lstStyle/>
        <a:p>
          <a:endParaRPr lang="fr-FR"/>
        </a:p>
      </dgm:t>
    </dgm:pt>
    <dgm:pt modelId="{0B464161-946B-4BC7-97B4-46CC3F0F55CA}" type="sibTrans" cxnId="{A120A845-0C2A-41CF-B119-F9BAF07D9740}">
      <dgm:prSet/>
      <dgm:spPr/>
      <dgm:t>
        <a:bodyPr/>
        <a:lstStyle/>
        <a:p>
          <a:endParaRPr lang="fr-FR"/>
        </a:p>
      </dgm:t>
    </dgm:pt>
    <dgm:pt modelId="{894E0AB8-D802-4080-8DC3-DD5B3087D7B5}">
      <dgm:prSet/>
      <dgm:spPr/>
      <dgm:t>
        <a:bodyPr/>
        <a:lstStyle/>
        <a:p>
          <a:r>
            <a:rPr lang="fr-FR" dirty="0"/>
            <a:t>Yes: Distance </a:t>
          </a:r>
          <a:r>
            <a:rPr lang="fr-FR" dirty="0" err="1"/>
            <a:t>from</a:t>
          </a:r>
          <a:r>
            <a:rPr lang="fr-FR" dirty="0"/>
            <a:t> </a:t>
          </a:r>
          <a:r>
            <a:rPr lang="fr-FR" dirty="0" err="1"/>
            <a:t>ideal</a:t>
          </a:r>
          <a:r>
            <a:rPr lang="fr-FR" dirty="0"/>
            <a:t> type</a:t>
          </a:r>
        </a:p>
      </dgm:t>
    </dgm:pt>
    <dgm:pt modelId="{37AEFC41-3978-4626-B106-4C68A0F60251}" type="parTrans" cxnId="{6B17779B-726B-483E-B14F-D8F5FB2A72C1}">
      <dgm:prSet/>
      <dgm:spPr/>
      <dgm:t>
        <a:bodyPr/>
        <a:lstStyle/>
        <a:p>
          <a:endParaRPr lang="fr-FR"/>
        </a:p>
      </dgm:t>
    </dgm:pt>
    <dgm:pt modelId="{759473BA-D246-40D9-9990-94237B00B994}" type="sibTrans" cxnId="{6B17779B-726B-483E-B14F-D8F5FB2A72C1}">
      <dgm:prSet/>
      <dgm:spPr/>
      <dgm:t>
        <a:bodyPr/>
        <a:lstStyle/>
        <a:p>
          <a:endParaRPr lang="fr-FR"/>
        </a:p>
      </dgm:t>
    </dgm:pt>
    <dgm:pt modelId="{547C28CE-DEE1-4521-855D-0E56E244DDD0}">
      <dgm:prSet/>
      <dgm:spPr/>
      <dgm:t>
        <a:bodyPr/>
        <a:lstStyle/>
        <a:p>
          <a:r>
            <a:rPr lang="fr-FR"/>
            <a:t>Do I care about spells and duration?</a:t>
          </a:r>
        </a:p>
      </dgm:t>
    </dgm:pt>
    <dgm:pt modelId="{7D4E999F-BF85-4F11-A35A-BDD1428B4574}" type="parTrans" cxnId="{7AEE681B-C0C4-4BDF-87F1-598B435A3289}">
      <dgm:prSet/>
      <dgm:spPr/>
      <dgm:t>
        <a:bodyPr/>
        <a:lstStyle/>
        <a:p>
          <a:endParaRPr lang="fr-FR"/>
        </a:p>
      </dgm:t>
    </dgm:pt>
    <dgm:pt modelId="{4A7962CD-C3A0-4022-9B67-8A4623404102}" type="sibTrans" cxnId="{7AEE681B-C0C4-4BDF-87F1-598B435A3289}">
      <dgm:prSet/>
      <dgm:spPr/>
      <dgm:t>
        <a:bodyPr/>
        <a:lstStyle/>
        <a:p>
          <a:endParaRPr lang="fr-FR"/>
        </a:p>
      </dgm:t>
    </dgm:pt>
    <dgm:pt modelId="{526A1DEB-8DD3-4D1D-97FB-05C3E97F4C11}">
      <dgm:prSet/>
      <dgm:spPr/>
      <dgm:t>
        <a:bodyPr/>
        <a:lstStyle/>
        <a:p>
          <a:r>
            <a:rPr lang="fr-FR" dirty="0"/>
            <a:t>Yes: Spell-sensitive </a:t>
          </a:r>
          <a:r>
            <a:rPr lang="fr-FR" dirty="0" err="1"/>
            <a:t>measures</a:t>
          </a:r>
          <a:endParaRPr lang="fr-FR" dirty="0"/>
        </a:p>
      </dgm:t>
    </dgm:pt>
    <dgm:pt modelId="{285DB9F5-9076-4464-B940-AB7E7F16ADC9}" type="parTrans" cxnId="{BE568EE3-A2E7-4425-BC97-9385EEF153A2}">
      <dgm:prSet/>
      <dgm:spPr/>
      <dgm:t>
        <a:bodyPr/>
        <a:lstStyle/>
        <a:p>
          <a:endParaRPr lang="fr-FR"/>
        </a:p>
      </dgm:t>
    </dgm:pt>
    <dgm:pt modelId="{CC161900-B506-44C9-ACF0-096D09FF2F92}" type="sibTrans" cxnId="{BE568EE3-A2E7-4425-BC97-9385EEF153A2}">
      <dgm:prSet/>
      <dgm:spPr/>
      <dgm:t>
        <a:bodyPr/>
        <a:lstStyle/>
        <a:p>
          <a:endParaRPr lang="fr-FR"/>
        </a:p>
      </dgm:t>
    </dgm:pt>
    <dgm:pt modelId="{EB155246-0741-4629-A496-632D169738D6}" type="pres">
      <dgm:prSet presAssocID="{5EE0A606-EC67-4C6F-B017-C3476DCE61D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8DEEE3-7416-4A49-AD22-137EE8F3A2C4}" type="pres">
      <dgm:prSet presAssocID="{4CB63C4E-0F7F-40E8-83EC-BF8D78E10B9A}" presName="root" presStyleCnt="0"/>
      <dgm:spPr/>
    </dgm:pt>
    <dgm:pt modelId="{81A2E324-09F1-4B37-9520-BFAB70B73029}" type="pres">
      <dgm:prSet presAssocID="{4CB63C4E-0F7F-40E8-83EC-BF8D78E10B9A}" presName="rootComposite" presStyleCnt="0"/>
      <dgm:spPr/>
    </dgm:pt>
    <dgm:pt modelId="{596D6681-D705-42DB-9A62-1658D202AE57}" type="pres">
      <dgm:prSet presAssocID="{4CB63C4E-0F7F-40E8-83EC-BF8D78E10B9A}" presName="rootText" presStyleLbl="node1" presStyleIdx="0" presStyleCnt="4"/>
      <dgm:spPr/>
    </dgm:pt>
    <dgm:pt modelId="{85952AFC-F1EA-40C5-B1B9-8D4DED6E11D2}" type="pres">
      <dgm:prSet presAssocID="{4CB63C4E-0F7F-40E8-83EC-BF8D78E10B9A}" presName="rootConnector" presStyleLbl="node1" presStyleIdx="0" presStyleCnt="4"/>
      <dgm:spPr/>
    </dgm:pt>
    <dgm:pt modelId="{42BE753F-3218-4BAC-AF94-133138158086}" type="pres">
      <dgm:prSet presAssocID="{4CB63C4E-0F7F-40E8-83EC-BF8D78E10B9A}" presName="childShape" presStyleCnt="0"/>
      <dgm:spPr/>
    </dgm:pt>
    <dgm:pt modelId="{82E24AB4-78F2-4915-B513-4CDDC15BEB4B}" type="pres">
      <dgm:prSet presAssocID="{640D1563-6111-4001-9FCD-9EE753B0384F}" presName="Name13" presStyleLbl="parChTrans1D2" presStyleIdx="0" presStyleCnt="4"/>
      <dgm:spPr/>
    </dgm:pt>
    <dgm:pt modelId="{794FBEBC-9717-47C9-A269-761A79DBCFDF}" type="pres">
      <dgm:prSet presAssocID="{63EA7E31-2EB5-499B-A09B-FA8246DEC82F}" presName="childText" presStyleLbl="bgAcc1" presStyleIdx="0" presStyleCnt="4">
        <dgm:presLayoutVars>
          <dgm:bulletEnabled val="1"/>
        </dgm:presLayoutVars>
      </dgm:prSet>
      <dgm:spPr/>
    </dgm:pt>
    <dgm:pt modelId="{1704ABBA-EF0D-4745-8A4F-130979F95B31}" type="pres">
      <dgm:prSet presAssocID="{472BAAA4-D463-4D71-AE2E-9BCAC6B37D28}" presName="root" presStyleCnt="0"/>
      <dgm:spPr/>
    </dgm:pt>
    <dgm:pt modelId="{429206BE-B717-4E2D-A664-DF1382440479}" type="pres">
      <dgm:prSet presAssocID="{472BAAA4-D463-4D71-AE2E-9BCAC6B37D28}" presName="rootComposite" presStyleCnt="0"/>
      <dgm:spPr/>
    </dgm:pt>
    <dgm:pt modelId="{43C6694C-9BA1-4584-B3CF-3FD0587CFC52}" type="pres">
      <dgm:prSet presAssocID="{472BAAA4-D463-4D71-AE2E-9BCAC6B37D28}" presName="rootText" presStyleLbl="node1" presStyleIdx="1" presStyleCnt="4"/>
      <dgm:spPr/>
    </dgm:pt>
    <dgm:pt modelId="{FAE18F85-5E33-4E47-8EE8-4023CEBFA387}" type="pres">
      <dgm:prSet presAssocID="{472BAAA4-D463-4D71-AE2E-9BCAC6B37D28}" presName="rootConnector" presStyleLbl="node1" presStyleIdx="1" presStyleCnt="4"/>
      <dgm:spPr/>
    </dgm:pt>
    <dgm:pt modelId="{E3D3434F-8B1E-4994-BE04-B2669D1A74DD}" type="pres">
      <dgm:prSet presAssocID="{472BAAA4-D463-4D71-AE2E-9BCAC6B37D28}" presName="childShape" presStyleCnt="0"/>
      <dgm:spPr/>
    </dgm:pt>
    <dgm:pt modelId="{3FB09364-4140-4057-B099-C7EBBFEFACC0}" type="pres">
      <dgm:prSet presAssocID="{DCD1A2E8-0E8B-4F86-8E3F-3C6B23D19E0A}" presName="Name13" presStyleLbl="parChTrans1D2" presStyleIdx="1" presStyleCnt="4"/>
      <dgm:spPr/>
    </dgm:pt>
    <dgm:pt modelId="{F5B3A9A2-3695-4476-A1A7-FC353912B5EF}" type="pres">
      <dgm:prSet presAssocID="{59E504BB-F64F-4A3F-95F8-24112BE99B6B}" presName="childText" presStyleLbl="bgAcc1" presStyleIdx="1" presStyleCnt="4">
        <dgm:presLayoutVars>
          <dgm:bulletEnabled val="1"/>
        </dgm:presLayoutVars>
      </dgm:prSet>
      <dgm:spPr/>
    </dgm:pt>
    <dgm:pt modelId="{A35239EE-0735-4945-9D33-8BFC7412A198}" type="pres">
      <dgm:prSet presAssocID="{1FE9E984-F26D-4214-9983-B10826CF859E}" presName="root" presStyleCnt="0"/>
      <dgm:spPr/>
    </dgm:pt>
    <dgm:pt modelId="{32F2045B-3459-4A4B-9C90-A5229A4E0E5F}" type="pres">
      <dgm:prSet presAssocID="{1FE9E984-F26D-4214-9983-B10826CF859E}" presName="rootComposite" presStyleCnt="0"/>
      <dgm:spPr/>
    </dgm:pt>
    <dgm:pt modelId="{D4340E0B-E1D8-47B8-AB81-9835FDA30E64}" type="pres">
      <dgm:prSet presAssocID="{1FE9E984-F26D-4214-9983-B10826CF859E}" presName="rootText" presStyleLbl="node1" presStyleIdx="2" presStyleCnt="4"/>
      <dgm:spPr/>
    </dgm:pt>
    <dgm:pt modelId="{B7C8B58B-D142-4346-99B5-72A2421BACFE}" type="pres">
      <dgm:prSet presAssocID="{1FE9E984-F26D-4214-9983-B10826CF859E}" presName="rootConnector" presStyleLbl="node1" presStyleIdx="2" presStyleCnt="4"/>
      <dgm:spPr/>
    </dgm:pt>
    <dgm:pt modelId="{42056A1E-7E42-4882-9836-CAFCCE06B897}" type="pres">
      <dgm:prSet presAssocID="{1FE9E984-F26D-4214-9983-B10826CF859E}" presName="childShape" presStyleCnt="0"/>
      <dgm:spPr/>
    </dgm:pt>
    <dgm:pt modelId="{26D32EC8-2A36-4799-92E8-AEEFCCDBE991}" type="pres">
      <dgm:prSet presAssocID="{37AEFC41-3978-4626-B106-4C68A0F60251}" presName="Name13" presStyleLbl="parChTrans1D2" presStyleIdx="2" presStyleCnt="4"/>
      <dgm:spPr/>
    </dgm:pt>
    <dgm:pt modelId="{FC0FF797-64E2-4663-9E5B-6838A8062C6C}" type="pres">
      <dgm:prSet presAssocID="{894E0AB8-D802-4080-8DC3-DD5B3087D7B5}" presName="childText" presStyleLbl="bgAcc1" presStyleIdx="2" presStyleCnt="4">
        <dgm:presLayoutVars>
          <dgm:bulletEnabled val="1"/>
        </dgm:presLayoutVars>
      </dgm:prSet>
      <dgm:spPr/>
    </dgm:pt>
    <dgm:pt modelId="{97A1EC5B-6927-44A6-9117-8521EB8EDB11}" type="pres">
      <dgm:prSet presAssocID="{547C28CE-DEE1-4521-855D-0E56E244DDD0}" presName="root" presStyleCnt="0"/>
      <dgm:spPr/>
    </dgm:pt>
    <dgm:pt modelId="{23AB0EB3-3AC5-497B-A427-042246A4D042}" type="pres">
      <dgm:prSet presAssocID="{547C28CE-DEE1-4521-855D-0E56E244DDD0}" presName="rootComposite" presStyleCnt="0"/>
      <dgm:spPr/>
    </dgm:pt>
    <dgm:pt modelId="{2160203A-3B53-4E63-B6EC-BCBE041CE86C}" type="pres">
      <dgm:prSet presAssocID="{547C28CE-DEE1-4521-855D-0E56E244DDD0}" presName="rootText" presStyleLbl="node1" presStyleIdx="3" presStyleCnt="4"/>
      <dgm:spPr/>
    </dgm:pt>
    <dgm:pt modelId="{333368CD-E760-4475-8C7E-3A963E4DD47E}" type="pres">
      <dgm:prSet presAssocID="{547C28CE-DEE1-4521-855D-0E56E244DDD0}" presName="rootConnector" presStyleLbl="node1" presStyleIdx="3" presStyleCnt="4"/>
      <dgm:spPr/>
    </dgm:pt>
    <dgm:pt modelId="{E0FEF27A-607C-43DF-B6F4-DA7E9424F443}" type="pres">
      <dgm:prSet presAssocID="{547C28CE-DEE1-4521-855D-0E56E244DDD0}" presName="childShape" presStyleCnt="0"/>
      <dgm:spPr/>
    </dgm:pt>
    <dgm:pt modelId="{EB58735C-A85C-414E-ABBE-270681F8E0DF}" type="pres">
      <dgm:prSet presAssocID="{285DB9F5-9076-4464-B940-AB7E7F16ADC9}" presName="Name13" presStyleLbl="parChTrans1D2" presStyleIdx="3" presStyleCnt="4"/>
      <dgm:spPr/>
    </dgm:pt>
    <dgm:pt modelId="{9D257990-84A3-49C5-A737-E5B0AB41DA97}" type="pres">
      <dgm:prSet presAssocID="{526A1DEB-8DD3-4D1D-97FB-05C3E97F4C11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7FCB1608-8D4C-4F40-9E0A-1ACF2CD5A903}" type="presOf" srcId="{1FE9E984-F26D-4214-9983-B10826CF859E}" destId="{B7C8B58B-D142-4346-99B5-72A2421BACFE}" srcOrd="1" destOrd="0" presId="urn:microsoft.com/office/officeart/2005/8/layout/hierarchy3"/>
    <dgm:cxn modelId="{7AEE681B-C0C4-4BDF-87F1-598B435A3289}" srcId="{5EE0A606-EC67-4C6F-B017-C3476DCE61DC}" destId="{547C28CE-DEE1-4521-855D-0E56E244DDD0}" srcOrd="3" destOrd="0" parTransId="{7D4E999F-BF85-4F11-A35A-BDD1428B4574}" sibTransId="{4A7962CD-C3A0-4022-9B67-8A4623404102}"/>
    <dgm:cxn modelId="{C1583B1E-9AEA-4B7D-B1DF-F4F9E8722A72}" type="presOf" srcId="{4CB63C4E-0F7F-40E8-83EC-BF8D78E10B9A}" destId="{596D6681-D705-42DB-9A62-1658D202AE57}" srcOrd="0" destOrd="0" presId="urn:microsoft.com/office/officeart/2005/8/layout/hierarchy3"/>
    <dgm:cxn modelId="{4E2D2C33-D804-4553-A60E-944C588170D9}" type="presOf" srcId="{547C28CE-DEE1-4521-855D-0E56E244DDD0}" destId="{333368CD-E760-4475-8C7E-3A963E4DD47E}" srcOrd="1" destOrd="0" presId="urn:microsoft.com/office/officeart/2005/8/layout/hierarchy3"/>
    <dgm:cxn modelId="{67B6C134-BBC4-4590-87C3-2FAFF25E31BE}" type="presOf" srcId="{547C28CE-DEE1-4521-855D-0E56E244DDD0}" destId="{2160203A-3B53-4E63-B6EC-BCBE041CE86C}" srcOrd="0" destOrd="0" presId="urn:microsoft.com/office/officeart/2005/8/layout/hierarchy3"/>
    <dgm:cxn modelId="{3E1F615D-E059-4DFB-B7CF-3B3F15730250}" type="presOf" srcId="{4CB63C4E-0F7F-40E8-83EC-BF8D78E10B9A}" destId="{85952AFC-F1EA-40C5-B1B9-8D4DED6E11D2}" srcOrd="1" destOrd="0" presId="urn:microsoft.com/office/officeart/2005/8/layout/hierarchy3"/>
    <dgm:cxn modelId="{0D731C60-44D8-4276-9C90-499ED510BDBD}" srcId="{5EE0A606-EC67-4C6F-B017-C3476DCE61DC}" destId="{472BAAA4-D463-4D71-AE2E-9BCAC6B37D28}" srcOrd="1" destOrd="0" parTransId="{78E97989-44F1-4C59-8023-6D071E682863}" sibTransId="{24CECB90-79BD-4AC3-AFA2-3C5D2700DC3C}"/>
    <dgm:cxn modelId="{A120A845-0C2A-41CF-B119-F9BAF07D9740}" srcId="{5EE0A606-EC67-4C6F-B017-C3476DCE61DC}" destId="{1FE9E984-F26D-4214-9983-B10826CF859E}" srcOrd="2" destOrd="0" parTransId="{697042BD-F23B-4008-AF1D-BA68FC7EABC3}" sibTransId="{0B464161-946B-4BC7-97B4-46CC3F0F55CA}"/>
    <dgm:cxn modelId="{B5B2CC66-4890-4910-B7FD-5AE9DB49C84E}" type="presOf" srcId="{1FE9E984-F26D-4214-9983-B10826CF859E}" destId="{D4340E0B-E1D8-47B8-AB81-9835FDA30E64}" srcOrd="0" destOrd="0" presId="urn:microsoft.com/office/officeart/2005/8/layout/hierarchy3"/>
    <dgm:cxn modelId="{300B347B-0F5F-4A97-B346-F9B59EFA5683}" type="presOf" srcId="{285DB9F5-9076-4464-B940-AB7E7F16ADC9}" destId="{EB58735C-A85C-414E-ABBE-270681F8E0DF}" srcOrd="0" destOrd="0" presId="urn:microsoft.com/office/officeart/2005/8/layout/hierarchy3"/>
    <dgm:cxn modelId="{7446697D-6FFC-482C-919C-3579BCC1A077}" type="presOf" srcId="{5EE0A606-EC67-4C6F-B017-C3476DCE61DC}" destId="{EB155246-0741-4629-A496-632D169738D6}" srcOrd="0" destOrd="0" presId="urn:microsoft.com/office/officeart/2005/8/layout/hierarchy3"/>
    <dgm:cxn modelId="{6C60837F-70E2-418C-9EEC-AAC3AA93D8BB}" srcId="{472BAAA4-D463-4D71-AE2E-9BCAC6B37D28}" destId="{59E504BB-F64F-4A3F-95F8-24112BE99B6B}" srcOrd="0" destOrd="0" parTransId="{DCD1A2E8-0E8B-4F86-8E3F-3C6B23D19E0A}" sibTransId="{12B4F319-027C-4FFC-8FD5-8D8C24F63F4A}"/>
    <dgm:cxn modelId="{6B17779B-726B-483E-B14F-D8F5FB2A72C1}" srcId="{1FE9E984-F26D-4214-9983-B10826CF859E}" destId="{894E0AB8-D802-4080-8DC3-DD5B3087D7B5}" srcOrd="0" destOrd="0" parTransId="{37AEFC41-3978-4626-B106-4C68A0F60251}" sibTransId="{759473BA-D246-40D9-9990-94237B00B994}"/>
    <dgm:cxn modelId="{D07A6BAA-700C-4502-8558-53A72A47603F}" type="presOf" srcId="{472BAAA4-D463-4D71-AE2E-9BCAC6B37D28}" destId="{43C6694C-9BA1-4584-B3CF-3FD0587CFC52}" srcOrd="0" destOrd="0" presId="urn:microsoft.com/office/officeart/2005/8/layout/hierarchy3"/>
    <dgm:cxn modelId="{FB01A7B0-BAFC-4A42-A75C-C8F131225B9E}" type="presOf" srcId="{63EA7E31-2EB5-499B-A09B-FA8246DEC82F}" destId="{794FBEBC-9717-47C9-A269-761A79DBCFDF}" srcOrd="0" destOrd="0" presId="urn:microsoft.com/office/officeart/2005/8/layout/hierarchy3"/>
    <dgm:cxn modelId="{BC894DB4-F720-4716-918A-2C536593358D}" type="presOf" srcId="{DCD1A2E8-0E8B-4F86-8E3F-3C6B23D19E0A}" destId="{3FB09364-4140-4057-B099-C7EBBFEFACC0}" srcOrd="0" destOrd="0" presId="urn:microsoft.com/office/officeart/2005/8/layout/hierarchy3"/>
    <dgm:cxn modelId="{82A92DC4-5D81-43AE-AF7B-ED7763183424}" type="presOf" srcId="{59E504BB-F64F-4A3F-95F8-24112BE99B6B}" destId="{F5B3A9A2-3695-4476-A1A7-FC353912B5EF}" srcOrd="0" destOrd="0" presId="urn:microsoft.com/office/officeart/2005/8/layout/hierarchy3"/>
    <dgm:cxn modelId="{CC5D77CC-D8AB-4098-BF71-AF67214BE14D}" srcId="{5EE0A606-EC67-4C6F-B017-C3476DCE61DC}" destId="{4CB63C4E-0F7F-40E8-83EC-BF8D78E10B9A}" srcOrd="0" destOrd="0" parTransId="{1E351EB2-22B9-4A13-9521-7835DCC29B99}" sibTransId="{EA216BE3-6469-4437-9BF0-AA44FDA642BC}"/>
    <dgm:cxn modelId="{97CA8ECD-BA3E-49FC-83F5-40069F6C37F3}" type="presOf" srcId="{640D1563-6111-4001-9FCD-9EE753B0384F}" destId="{82E24AB4-78F2-4915-B513-4CDDC15BEB4B}" srcOrd="0" destOrd="0" presId="urn:microsoft.com/office/officeart/2005/8/layout/hierarchy3"/>
    <dgm:cxn modelId="{F21C4CDC-810B-4ED9-89DF-D65F636CF056}" type="presOf" srcId="{472BAAA4-D463-4D71-AE2E-9BCAC6B37D28}" destId="{FAE18F85-5E33-4E47-8EE8-4023CEBFA387}" srcOrd="1" destOrd="0" presId="urn:microsoft.com/office/officeart/2005/8/layout/hierarchy3"/>
    <dgm:cxn modelId="{BE568EE3-A2E7-4425-BC97-9385EEF153A2}" srcId="{547C28CE-DEE1-4521-855D-0E56E244DDD0}" destId="{526A1DEB-8DD3-4D1D-97FB-05C3E97F4C11}" srcOrd="0" destOrd="0" parTransId="{285DB9F5-9076-4464-B940-AB7E7F16ADC9}" sibTransId="{CC161900-B506-44C9-ACF0-096D09FF2F92}"/>
    <dgm:cxn modelId="{CC7FEEE6-626D-46EB-B531-5273E9B33DB4}" srcId="{4CB63C4E-0F7F-40E8-83EC-BF8D78E10B9A}" destId="{63EA7E31-2EB5-499B-A09B-FA8246DEC82F}" srcOrd="0" destOrd="0" parTransId="{640D1563-6111-4001-9FCD-9EE753B0384F}" sibTransId="{715CED31-9FE1-4414-BF59-AE131084FB7F}"/>
    <dgm:cxn modelId="{83F167EA-ADCB-435D-9DB5-AA6468513C42}" type="presOf" srcId="{37AEFC41-3978-4626-B106-4C68A0F60251}" destId="{26D32EC8-2A36-4799-92E8-AEEFCCDBE991}" srcOrd="0" destOrd="0" presId="urn:microsoft.com/office/officeart/2005/8/layout/hierarchy3"/>
    <dgm:cxn modelId="{62FB22EC-FA5C-49C1-B9F8-07981EC302FC}" type="presOf" srcId="{526A1DEB-8DD3-4D1D-97FB-05C3E97F4C11}" destId="{9D257990-84A3-49C5-A737-E5B0AB41DA97}" srcOrd="0" destOrd="0" presId="urn:microsoft.com/office/officeart/2005/8/layout/hierarchy3"/>
    <dgm:cxn modelId="{24E612FD-DF56-4171-BCCE-C95E5C8E0698}" type="presOf" srcId="{894E0AB8-D802-4080-8DC3-DD5B3087D7B5}" destId="{FC0FF797-64E2-4663-9E5B-6838A8062C6C}" srcOrd="0" destOrd="0" presId="urn:microsoft.com/office/officeart/2005/8/layout/hierarchy3"/>
    <dgm:cxn modelId="{34729482-2E91-450D-BB82-AA20E5EDD232}" type="presParOf" srcId="{EB155246-0741-4629-A496-632D169738D6}" destId="{9C8DEEE3-7416-4A49-AD22-137EE8F3A2C4}" srcOrd="0" destOrd="0" presId="urn:microsoft.com/office/officeart/2005/8/layout/hierarchy3"/>
    <dgm:cxn modelId="{89A1DD68-5141-4AF9-B3DE-83A730182D91}" type="presParOf" srcId="{9C8DEEE3-7416-4A49-AD22-137EE8F3A2C4}" destId="{81A2E324-09F1-4B37-9520-BFAB70B73029}" srcOrd="0" destOrd="0" presId="urn:microsoft.com/office/officeart/2005/8/layout/hierarchy3"/>
    <dgm:cxn modelId="{B1567E2B-3A5B-4AEB-9CF4-FCBD78BA9FF4}" type="presParOf" srcId="{81A2E324-09F1-4B37-9520-BFAB70B73029}" destId="{596D6681-D705-42DB-9A62-1658D202AE57}" srcOrd="0" destOrd="0" presId="urn:microsoft.com/office/officeart/2005/8/layout/hierarchy3"/>
    <dgm:cxn modelId="{D08EFF57-B9F0-4EFE-9AD6-136275F69F66}" type="presParOf" srcId="{81A2E324-09F1-4B37-9520-BFAB70B73029}" destId="{85952AFC-F1EA-40C5-B1B9-8D4DED6E11D2}" srcOrd="1" destOrd="0" presId="urn:microsoft.com/office/officeart/2005/8/layout/hierarchy3"/>
    <dgm:cxn modelId="{14CCB694-69C9-4506-8705-BFED461494E7}" type="presParOf" srcId="{9C8DEEE3-7416-4A49-AD22-137EE8F3A2C4}" destId="{42BE753F-3218-4BAC-AF94-133138158086}" srcOrd="1" destOrd="0" presId="urn:microsoft.com/office/officeart/2005/8/layout/hierarchy3"/>
    <dgm:cxn modelId="{B7670A2A-731F-4496-A516-56888445482D}" type="presParOf" srcId="{42BE753F-3218-4BAC-AF94-133138158086}" destId="{82E24AB4-78F2-4915-B513-4CDDC15BEB4B}" srcOrd="0" destOrd="0" presId="urn:microsoft.com/office/officeart/2005/8/layout/hierarchy3"/>
    <dgm:cxn modelId="{280E8DF3-E4A6-4F3F-9604-9C530F3D12A5}" type="presParOf" srcId="{42BE753F-3218-4BAC-AF94-133138158086}" destId="{794FBEBC-9717-47C9-A269-761A79DBCFDF}" srcOrd="1" destOrd="0" presId="urn:microsoft.com/office/officeart/2005/8/layout/hierarchy3"/>
    <dgm:cxn modelId="{54B45330-EBCD-44CC-8FBF-DD7C627CAEFB}" type="presParOf" srcId="{EB155246-0741-4629-A496-632D169738D6}" destId="{1704ABBA-EF0D-4745-8A4F-130979F95B31}" srcOrd="1" destOrd="0" presId="urn:microsoft.com/office/officeart/2005/8/layout/hierarchy3"/>
    <dgm:cxn modelId="{7E99398D-5BB0-44B8-ABE6-C475A42E7567}" type="presParOf" srcId="{1704ABBA-EF0D-4745-8A4F-130979F95B31}" destId="{429206BE-B717-4E2D-A664-DF1382440479}" srcOrd="0" destOrd="0" presId="urn:microsoft.com/office/officeart/2005/8/layout/hierarchy3"/>
    <dgm:cxn modelId="{A129D0D7-B79F-4E16-9A5B-7CAA97B6BDFE}" type="presParOf" srcId="{429206BE-B717-4E2D-A664-DF1382440479}" destId="{43C6694C-9BA1-4584-B3CF-3FD0587CFC52}" srcOrd="0" destOrd="0" presId="urn:microsoft.com/office/officeart/2005/8/layout/hierarchy3"/>
    <dgm:cxn modelId="{1C38E8AD-4A74-4DBB-95A1-F48C86A6548E}" type="presParOf" srcId="{429206BE-B717-4E2D-A664-DF1382440479}" destId="{FAE18F85-5E33-4E47-8EE8-4023CEBFA387}" srcOrd="1" destOrd="0" presId="urn:microsoft.com/office/officeart/2005/8/layout/hierarchy3"/>
    <dgm:cxn modelId="{D1C44537-0B60-4E0B-AA2C-B40B7B5CD379}" type="presParOf" srcId="{1704ABBA-EF0D-4745-8A4F-130979F95B31}" destId="{E3D3434F-8B1E-4994-BE04-B2669D1A74DD}" srcOrd="1" destOrd="0" presId="urn:microsoft.com/office/officeart/2005/8/layout/hierarchy3"/>
    <dgm:cxn modelId="{A4CF3A99-DFDF-4837-8142-DE8DBBA311A3}" type="presParOf" srcId="{E3D3434F-8B1E-4994-BE04-B2669D1A74DD}" destId="{3FB09364-4140-4057-B099-C7EBBFEFACC0}" srcOrd="0" destOrd="0" presId="urn:microsoft.com/office/officeart/2005/8/layout/hierarchy3"/>
    <dgm:cxn modelId="{DBF93331-BE43-4FC6-B0CE-907886FAB808}" type="presParOf" srcId="{E3D3434F-8B1E-4994-BE04-B2669D1A74DD}" destId="{F5B3A9A2-3695-4476-A1A7-FC353912B5EF}" srcOrd="1" destOrd="0" presId="urn:microsoft.com/office/officeart/2005/8/layout/hierarchy3"/>
    <dgm:cxn modelId="{AA0FB5A1-0F60-4DF6-AF81-1652CB767ED6}" type="presParOf" srcId="{EB155246-0741-4629-A496-632D169738D6}" destId="{A35239EE-0735-4945-9D33-8BFC7412A198}" srcOrd="2" destOrd="0" presId="urn:microsoft.com/office/officeart/2005/8/layout/hierarchy3"/>
    <dgm:cxn modelId="{81420045-A2B9-4D2A-9B9E-18088DCD003F}" type="presParOf" srcId="{A35239EE-0735-4945-9D33-8BFC7412A198}" destId="{32F2045B-3459-4A4B-9C90-A5229A4E0E5F}" srcOrd="0" destOrd="0" presId="urn:microsoft.com/office/officeart/2005/8/layout/hierarchy3"/>
    <dgm:cxn modelId="{9288F0FC-B476-4CD5-B197-C21492B7EDF3}" type="presParOf" srcId="{32F2045B-3459-4A4B-9C90-A5229A4E0E5F}" destId="{D4340E0B-E1D8-47B8-AB81-9835FDA30E64}" srcOrd="0" destOrd="0" presId="urn:microsoft.com/office/officeart/2005/8/layout/hierarchy3"/>
    <dgm:cxn modelId="{C843F540-7CD0-4E2D-BDD2-15A63664B4B6}" type="presParOf" srcId="{32F2045B-3459-4A4B-9C90-A5229A4E0E5F}" destId="{B7C8B58B-D142-4346-99B5-72A2421BACFE}" srcOrd="1" destOrd="0" presId="urn:microsoft.com/office/officeart/2005/8/layout/hierarchy3"/>
    <dgm:cxn modelId="{C068458D-96F6-48D2-A43D-51233E3FFCEA}" type="presParOf" srcId="{A35239EE-0735-4945-9D33-8BFC7412A198}" destId="{42056A1E-7E42-4882-9836-CAFCCE06B897}" srcOrd="1" destOrd="0" presId="urn:microsoft.com/office/officeart/2005/8/layout/hierarchy3"/>
    <dgm:cxn modelId="{7F283DE0-F50F-42D6-A37E-2FB9C378D821}" type="presParOf" srcId="{42056A1E-7E42-4882-9836-CAFCCE06B897}" destId="{26D32EC8-2A36-4799-92E8-AEEFCCDBE991}" srcOrd="0" destOrd="0" presId="urn:microsoft.com/office/officeart/2005/8/layout/hierarchy3"/>
    <dgm:cxn modelId="{1BA3BEA5-292D-4CBE-BD9B-7D81F4E7FCB0}" type="presParOf" srcId="{42056A1E-7E42-4882-9836-CAFCCE06B897}" destId="{FC0FF797-64E2-4663-9E5B-6838A8062C6C}" srcOrd="1" destOrd="0" presId="urn:microsoft.com/office/officeart/2005/8/layout/hierarchy3"/>
    <dgm:cxn modelId="{00846EBB-C636-4F45-9D53-8BF66C1DD945}" type="presParOf" srcId="{EB155246-0741-4629-A496-632D169738D6}" destId="{97A1EC5B-6927-44A6-9117-8521EB8EDB11}" srcOrd="3" destOrd="0" presId="urn:microsoft.com/office/officeart/2005/8/layout/hierarchy3"/>
    <dgm:cxn modelId="{632BD4CD-9113-4018-AD96-2E5E97DC8757}" type="presParOf" srcId="{97A1EC5B-6927-44A6-9117-8521EB8EDB11}" destId="{23AB0EB3-3AC5-497B-A427-042246A4D042}" srcOrd="0" destOrd="0" presId="urn:microsoft.com/office/officeart/2005/8/layout/hierarchy3"/>
    <dgm:cxn modelId="{AF3954F3-1E20-4BD1-89E7-595E63C3E94A}" type="presParOf" srcId="{23AB0EB3-3AC5-497B-A427-042246A4D042}" destId="{2160203A-3B53-4E63-B6EC-BCBE041CE86C}" srcOrd="0" destOrd="0" presId="urn:microsoft.com/office/officeart/2005/8/layout/hierarchy3"/>
    <dgm:cxn modelId="{30E4E9AD-8B25-4202-9F28-1A17CE9EDB2B}" type="presParOf" srcId="{23AB0EB3-3AC5-497B-A427-042246A4D042}" destId="{333368CD-E760-4475-8C7E-3A963E4DD47E}" srcOrd="1" destOrd="0" presId="urn:microsoft.com/office/officeart/2005/8/layout/hierarchy3"/>
    <dgm:cxn modelId="{1268FF1C-EB0B-44C0-BA0C-257B2D8B1DBE}" type="presParOf" srcId="{97A1EC5B-6927-44A6-9117-8521EB8EDB11}" destId="{E0FEF27A-607C-43DF-B6F4-DA7E9424F443}" srcOrd="1" destOrd="0" presId="urn:microsoft.com/office/officeart/2005/8/layout/hierarchy3"/>
    <dgm:cxn modelId="{6228883F-EBA2-4472-B549-D56B55C357D2}" type="presParOf" srcId="{E0FEF27A-607C-43DF-B6F4-DA7E9424F443}" destId="{EB58735C-A85C-414E-ABBE-270681F8E0DF}" srcOrd="0" destOrd="0" presId="urn:microsoft.com/office/officeart/2005/8/layout/hierarchy3"/>
    <dgm:cxn modelId="{BE74F520-36F6-4F2D-96FB-1081A2FBDFE5}" type="presParOf" srcId="{E0FEF27A-607C-43DF-B6F4-DA7E9424F443}" destId="{9D257990-84A3-49C5-A737-E5B0AB41DA9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4C03A-739F-4673-8625-304FA9CDF41F}">
      <dsp:nvSpPr>
        <dsp:cNvPr id="0" name=""/>
        <dsp:cNvSpPr/>
      </dsp:nvSpPr>
      <dsp:spPr>
        <a:xfrm>
          <a:off x="788669" y="0"/>
          <a:ext cx="8938260" cy="3659231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D502F-704A-49E0-AE4E-38BA049E3163}">
      <dsp:nvSpPr>
        <dsp:cNvPr id="0" name=""/>
        <dsp:cNvSpPr/>
      </dsp:nvSpPr>
      <dsp:spPr>
        <a:xfrm>
          <a:off x="5262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1: build and describe</a:t>
          </a:r>
          <a:endParaRPr lang="fr-FR" sz="2000" kern="1200"/>
        </a:p>
      </dsp:txBody>
      <dsp:txXfrm>
        <a:off x="76714" y="1169221"/>
        <a:ext cx="2388439" cy="1320788"/>
      </dsp:txXfrm>
    </dsp:sp>
    <dsp:sp modelId="{EF9762C0-F1D8-4153-AA3C-17E57B932797}">
      <dsp:nvSpPr>
        <dsp:cNvPr id="0" name=""/>
        <dsp:cNvSpPr/>
      </dsp:nvSpPr>
      <dsp:spPr>
        <a:xfrm>
          <a:off x="266317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2: distances and OM</a:t>
          </a:r>
          <a:endParaRPr lang="fr-FR" sz="2000" kern="1200"/>
        </a:p>
      </dsp:txBody>
      <dsp:txXfrm>
        <a:off x="2734625" y="1169221"/>
        <a:ext cx="2388439" cy="1320788"/>
      </dsp:txXfrm>
    </dsp:sp>
    <dsp:sp modelId="{00C9F4EA-0119-47C7-B69B-9BB48C6F1006}">
      <dsp:nvSpPr>
        <dsp:cNvPr id="0" name=""/>
        <dsp:cNvSpPr/>
      </dsp:nvSpPr>
      <dsp:spPr>
        <a:xfrm>
          <a:off x="532108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3: clustering and typologies</a:t>
          </a:r>
          <a:endParaRPr lang="fr-FR" sz="2000" kern="1200"/>
        </a:p>
      </dsp:txBody>
      <dsp:txXfrm>
        <a:off x="5392535" y="1169221"/>
        <a:ext cx="2388439" cy="1320788"/>
      </dsp:txXfrm>
    </dsp:sp>
    <dsp:sp modelId="{E3B98A3D-E9DB-48B9-BD34-1347D1D97E0D}">
      <dsp:nvSpPr>
        <dsp:cNvPr id="0" name=""/>
        <dsp:cNvSpPr/>
      </dsp:nvSpPr>
      <dsp:spPr>
        <a:xfrm>
          <a:off x="797899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4: interpretation, mini-projects, presentations</a:t>
          </a:r>
          <a:endParaRPr lang="fr-FR" sz="2000" kern="1200"/>
        </a:p>
      </dsp:txBody>
      <dsp:txXfrm>
        <a:off x="8050445" y="1169221"/>
        <a:ext cx="2388439" cy="13207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2C890-9BAF-4052-91A5-012715DC2968}">
      <dsp:nvSpPr>
        <dsp:cNvPr id="0" name=""/>
        <dsp:cNvSpPr/>
      </dsp:nvSpPr>
      <dsp:spPr>
        <a:xfrm>
          <a:off x="3286" y="814508"/>
          <a:ext cx="3203971" cy="9130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1" kern="1200"/>
            <a:t>Individual pathways</a:t>
          </a:r>
          <a:endParaRPr lang="en-US" sz="2500" kern="1200"/>
        </a:p>
      </dsp:txBody>
      <dsp:txXfrm>
        <a:off x="3286" y="814508"/>
        <a:ext cx="3203971" cy="913046"/>
      </dsp:txXfrm>
    </dsp:sp>
    <dsp:sp modelId="{5514327D-E730-49B9-8E0E-D6A771C20B2E}">
      <dsp:nvSpPr>
        <dsp:cNvPr id="0" name=""/>
        <dsp:cNvSpPr/>
      </dsp:nvSpPr>
      <dsp:spPr>
        <a:xfrm>
          <a:off x="3286" y="1727554"/>
          <a:ext cx="3203971" cy="140681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Who follows which trajectory? </a:t>
          </a:r>
          <a:endParaRPr lang="en-US" sz="2500" kern="1200"/>
        </a:p>
      </dsp:txBody>
      <dsp:txXfrm>
        <a:off x="3286" y="1727554"/>
        <a:ext cx="3203971" cy="1406812"/>
      </dsp:txXfrm>
    </dsp:sp>
    <dsp:sp modelId="{75ACB442-FB21-4858-AE00-16E4CC9C3488}">
      <dsp:nvSpPr>
        <dsp:cNvPr id="0" name=""/>
        <dsp:cNvSpPr/>
      </dsp:nvSpPr>
      <dsp:spPr>
        <a:xfrm>
          <a:off x="3655814" y="814508"/>
          <a:ext cx="3203971" cy="913046"/>
        </a:xfrm>
        <a:prstGeom prst="rect">
          <a:avLst/>
        </a:prstGeom>
        <a:solidFill>
          <a:schemeClr val="accent2">
            <a:hueOff val="-4533602"/>
            <a:satOff val="2618"/>
            <a:lumOff val="-4804"/>
            <a:alphaOff val="0"/>
          </a:schemeClr>
        </a:solidFill>
        <a:ln w="19050" cap="flat" cmpd="sng" algn="ctr">
          <a:solidFill>
            <a:schemeClr val="accent2">
              <a:hueOff val="-4533602"/>
              <a:satOff val="2618"/>
              <a:lumOff val="-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1" kern="1200"/>
            <a:t>Group composition over time</a:t>
          </a:r>
          <a:endParaRPr lang="en-US" sz="2500" kern="1200"/>
        </a:p>
      </dsp:txBody>
      <dsp:txXfrm>
        <a:off x="3655814" y="814508"/>
        <a:ext cx="3203971" cy="913046"/>
      </dsp:txXfrm>
    </dsp:sp>
    <dsp:sp modelId="{B2371B19-C7EF-4D93-B4EF-A3B1F97FAF33}">
      <dsp:nvSpPr>
        <dsp:cNvPr id="0" name=""/>
        <dsp:cNvSpPr/>
      </dsp:nvSpPr>
      <dsp:spPr>
        <a:xfrm>
          <a:off x="3655814" y="1727554"/>
          <a:ext cx="3203971" cy="1406812"/>
        </a:xfrm>
        <a:prstGeom prst="rect">
          <a:avLst/>
        </a:prstGeom>
        <a:solidFill>
          <a:schemeClr val="accent2">
            <a:tint val="40000"/>
            <a:alpha val="90000"/>
            <a:hueOff val="-4347535"/>
            <a:satOff val="-5071"/>
            <a:lumOff val="-84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4347535"/>
              <a:satOff val="-5071"/>
              <a:lumOff val="-8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What share is in each state? </a:t>
          </a:r>
          <a:endParaRPr lang="en-US" sz="2500" kern="1200"/>
        </a:p>
      </dsp:txBody>
      <dsp:txXfrm>
        <a:off x="3655814" y="1727554"/>
        <a:ext cx="3203971" cy="1406812"/>
      </dsp:txXfrm>
    </dsp:sp>
    <dsp:sp modelId="{DCDD4AEE-CEDC-4608-8BF6-1F6C01D7E026}">
      <dsp:nvSpPr>
        <dsp:cNvPr id="0" name=""/>
        <dsp:cNvSpPr/>
      </dsp:nvSpPr>
      <dsp:spPr>
        <a:xfrm>
          <a:off x="7308342" y="814508"/>
          <a:ext cx="3203971" cy="913046"/>
        </a:xfrm>
        <a:prstGeom prst="rect">
          <a:avLst/>
        </a:prstGeom>
        <a:solidFill>
          <a:schemeClr val="accent2">
            <a:hueOff val="-9067203"/>
            <a:satOff val="5236"/>
            <a:lumOff val="-9607"/>
            <a:alphaOff val="0"/>
          </a:schemeClr>
        </a:solidFill>
        <a:ln w="19050" cap="flat" cmpd="sng" algn="ctr">
          <a:solidFill>
            <a:schemeClr val="accent2">
              <a:hueOff val="-9067203"/>
              <a:satOff val="5236"/>
              <a:lumOff val="-96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1" kern="1200"/>
            <a:t>Descriptive indicators</a:t>
          </a:r>
          <a:endParaRPr lang="en-US" sz="2500" kern="1200"/>
        </a:p>
      </dsp:txBody>
      <dsp:txXfrm>
        <a:off x="7308342" y="814508"/>
        <a:ext cx="3203971" cy="913046"/>
      </dsp:txXfrm>
    </dsp:sp>
    <dsp:sp modelId="{438DCB59-36F5-44DC-942B-42D4291799C9}">
      <dsp:nvSpPr>
        <dsp:cNvPr id="0" name=""/>
        <dsp:cNvSpPr/>
      </dsp:nvSpPr>
      <dsp:spPr>
        <a:xfrm>
          <a:off x="7308342" y="1727554"/>
          <a:ext cx="3203971" cy="1406812"/>
        </a:xfrm>
        <a:prstGeom prst="rect">
          <a:avLst/>
        </a:prstGeom>
        <a:solidFill>
          <a:schemeClr val="accent2">
            <a:tint val="40000"/>
            <a:alpha val="90000"/>
            <a:hueOff val="-8695070"/>
            <a:satOff val="-10141"/>
            <a:lumOff val="-169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8695070"/>
              <a:satOff val="-10141"/>
              <a:lumOff val="-16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Time in states, transitions, complexity</a:t>
          </a:r>
          <a:endParaRPr lang="en-US" sz="2500" kern="1200"/>
        </a:p>
      </dsp:txBody>
      <dsp:txXfrm>
        <a:off x="7308342" y="1727554"/>
        <a:ext cx="3203971" cy="1406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FBFCD5-8259-4EE8-AD1F-5EADF6B4C708}">
      <dsp:nvSpPr>
        <dsp:cNvPr id="0" name=""/>
        <dsp:cNvSpPr/>
      </dsp:nvSpPr>
      <dsp:spPr>
        <a:xfrm>
          <a:off x="819269" y="702745"/>
          <a:ext cx="847851" cy="84785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5DD73-25E1-471B-93D6-7DB75A637456}">
      <dsp:nvSpPr>
        <dsp:cNvPr id="0" name=""/>
        <dsp:cNvSpPr/>
      </dsp:nvSpPr>
      <dsp:spPr>
        <a:xfrm>
          <a:off x="997318" y="880794"/>
          <a:ext cx="491754" cy="4917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2A52E-765F-4CD2-B13F-C9DA61282A89}">
      <dsp:nvSpPr>
        <dsp:cNvPr id="0" name=""/>
        <dsp:cNvSpPr/>
      </dsp:nvSpPr>
      <dsp:spPr>
        <a:xfrm>
          <a:off x="1848803" y="702745"/>
          <a:ext cx="1998507" cy="847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Timing </a:t>
          </a:r>
          <a:r>
            <a:rPr lang="fr-FR" sz="2000" kern="1200" dirty="0" err="1"/>
            <a:t>is</a:t>
          </a:r>
          <a:r>
            <a:rPr lang="fr-FR" sz="2000" kern="1200" dirty="0"/>
            <a:t> central; </a:t>
          </a:r>
          <a:endParaRPr lang="en-US" sz="2000" kern="1200" dirty="0"/>
        </a:p>
      </dsp:txBody>
      <dsp:txXfrm>
        <a:off x="1848803" y="702745"/>
        <a:ext cx="1998507" cy="847851"/>
      </dsp:txXfrm>
    </dsp:sp>
    <dsp:sp modelId="{23104BC3-225B-4289-B377-D7F7A5913D43}">
      <dsp:nvSpPr>
        <dsp:cNvPr id="0" name=""/>
        <dsp:cNvSpPr/>
      </dsp:nvSpPr>
      <dsp:spPr>
        <a:xfrm>
          <a:off x="4195536" y="702745"/>
          <a:ext cx="847851" cy="84785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D98CB-8DCB-43C2-B5C9-403AA7147D35}">
      <dsp:nvSpPr>
        <dsp:cNvPr id="0" name=""/>
        <dsp:cNvSpPr/>
      </dsp:nvSpPr>
      <dsp:spPr>
        <a:xfrm>
          <a:off x="4373584" y="880794"/>
          <a:ext cx="491754" cy="4917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B3F24-CA2E-4DDF-AB44-1382DE15AB76}">
      <dsp:nvSpPr>
        <dsp:cNvPr id="0" name=""/>
        <dsp:cNvSpPr/>
      </dsp:nvSpPr>
      <dsp:spPr>
        <a:xfrm>
          <a:off x="5225070" y="702745"/>
          <a:ext cx="1998507" cy="847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 err="1"/>
            <a:t>Sequences</a:t>
          </a:r>
          <a:r>
            <a:rPr lang="fr-FR" sz="2000" kern="1200" dirty="0"/>
            <a:t> are </a:t>
          </a:r>
          <a:r>
            <a:rPr lang="fr-FR" sz="2000" kern="1200" dirty="0" err="1"/>
            <a:t>already</a:t>
          </a:r>
          <a:r>
            <a:rPr lang="fr-FR" sz="2000" kern="1200" dirty="0"/>
            <a:t>  </a:t>
          </a:r>
          <a:r>
            <a:rPr lang="fr-FR" sz="2000" kern="1200" dirty="0" err="1"/>
            <a:t>aligned</a:t>
          </a:r>
          <a:r>
            <a:rPr lang="fr-FR" sz="2000" kern="1200" dirty="0"/>
            <a:t> </a:t>
          </a:r>
          <a:r>
            <a:rPr lang="fr-FR" sz="2000" kern="1200" dirty="0" err="1"/>
            <a:t>meaningfully</a:t>
          </a:r>
          <a:r>
            <a:rPr lang="fr-FR" sz="2000" kern="1200" dirty="0"/>
            <a:t>; </a:t>
          </a:r>
          <a:endParaRPr lang="en-US" sz="2000" kern="1200" dirty="0"/>
        </a:p>
      </dsp:txBody>
      <dsp:txXfrm>
        <a:off x="5225070" y="702745"/>
        <a:ext cx="1998507" cy="847851"/>
      </dsp:txXfrm>
    </dsp:sp>
    <dsp:sp modelId="{8D8BA9DF-1537-4252-901F-0A2BEFB07923}">
      <dsp:nvSpPr>
        <dsp:cNvPr id="0" name=""/>
        <dsp:cNvSpPr/>
      </dsp:nvSpPr>
      <dsp:spPr>
        <a:xfrm>
          <a:off x="7571802" y="702745"/>
          <a:ext cx="847851" cy="84785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92EB2-32D4-4D9E-B1E2-9480331DBBA4}">
      <dsp:nvSpPr>
        <dsp:cNvPr id="0" name=""/>
        <dsp:cNvSpPr/>
      </dsp:nvSpPr>
      <dsp:spPr>
        <a:xfrm>
          <a:off x="7749851" y="880794"/>
          <a:ext cx="491754" cy="4917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DB9E0-7CD0-4F54-9C6E-8FBDEE8EE2FD}">
      <dsp:nvSpPr>
        <dsp:cNvPr id="0" name=""/>
        <dsp:cNvSpPr/>
      </dsp:nvSpPr>
      <dsp:spPr>
        <a:xfrm>
          <a:off x="8601337" y="702745"/>
          <a:ext cx="1998507" cy="847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 err="1"/>
            <a:t>Being</a:t>
          </a:r>
          <a:r>
            <a:rPr lang="fr-FR" sz="2000" kern="1200" dirty="0"/>
            <a:t> in a state at the </a:t>
          </a:r>
          <a:r>
            <a:rPr lang="fr-FR" sz="2000" kern="1200" dirty="0" err="1"/>
            <a:t>same</a:t>
          </a:r>
          <a:r>
            <a:rPr lang="fr-FR" sz="2000" kern="1200" dirty="0"/>
            <a:t> time </a:t>
          </a:r>
          <a:r>
            <a:rPr lang="fr-FR" sz="2000" kern="1200" dirty="0" err="1"/>
            <a:t>matters</a:t>
          </a:r>
          <a:r>
            <a:rPr lang="fr-FR" sz="2000" kern="1200" dirty="0"/>
            <a:t>.</a:t>
          </a:r>
          <a:endParaRPr lang="en-US" sz="2000" kern="1200" dirty="0"/>
        </a:p>
      </dsp:txBody>
      <dsp:txXfrm>
        <a:off x="8601337" y="702745"/>
        <a:ext cx="1998507" cy="8478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D925B-E2C6-4253-8A16-562661B66CE2}">
      <dsp:nvSpPr>
        <dsp:cNvPr id="0" name=""/>
        <dsp:cNvSpPr/>
      </dsp:nvSpPr>
      <dsp:spPr>
        <a:xfrm>
          <a:off x="949" y="85525"/>
          <a:ext cx="3455581" cy="17277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Hamming treats delayed but similar pathways as quite different. </a:t>
          </a:r>
          <a:endParaRPr lang="en-US" sz="2700" kern="1200"/>
        </a:p>
      </dsp:txBody>
      <dsp:txXfrm>
        <a:off x="51554" y="136130"/>
        <a:ext cx="3354371" cy="1626580"/>
      </dsp:txXfrm>
    </dsp:sp>
    <dsp:sp modelId="{A3ED1976-BCCE-4F75-8B18-117EFF4298F2}">
      <dsp:nvSpPr>
        <dsp:cNvPr id="0" name=""/>
        <dsp:cNvSpPr/>
      </dsp:nvSpPr>
      <dsp:spPr>
        <a:xfrm>
          <a:off x="4320426" y="85525"/>
          <a:ext cx="3455581" cy="17277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It </a:t>
          </a:r>
          <a:r>
            <a:rPr lang="fr-FR" sz="2700" kern="1200" dirty="0" err="1"/>
            <a:t>does</a:t>
          </a:r>
          <a:r>
            <a:rPr lang="fr-FR" sz="2700" kern="1200" dirty="0"/>
            <a:t> not </a:t>
          </a:r>
          <a:r>
            <a:rPr lang="fr-FR" sz="2700" kern="1200" dirty="0" err="1"/>
            <a:t>easily</a:t>
          </a:r>
          <a:r>
            <a:rPr lang="fr-FR" sz="2700" kern="1200" dirty="0"/>
            <a:t> </a:t>
          </a:r>
          <a:r>
            <a:rPr lang="fr-FR" sz="2700" kern="1200" dirty="0" err="1"/>
            <a:t>recognise</a:t>
          </a:r>
          <a:r>
            <a:rPr lang="fr-FR" sz="2700" kern="1200" dirty="0"/>
            <a:t> “</a:t>
          </a:r>
          <a:r>
            <a:rPr lang="fr-FR" sz="2700" kern="1200" dirty="0" err="1"/>
            <a:t>same</a:t>
          </a:r>
          <a:r>
            <a:rPr lang="fr-FR" sz="2700" kern="1200" dirty="0"/>
            <a:t> </a:t>
          </a:r>
          <a:r>
            <a:rPr lang="fr-FR" sz="2700" kern="1200" dirty="0" err="1"/>
            <a:t>sequence</a:t>
          </a:r>
          <a:r>
            <a:rPr lang="fr-FR" sz="2700" kern="1200" dirty="0"/>
            <a:t>, </a:t>
          </a:r>
          <a:r>
            <a:rPr lang="fr-FR" sz="2700" kern="1200" dirty="0" err="1"/>
            <a:t>shifted</a:t>
          </a:r>
          <a:r>
            <a:rPr lang="fr-FR" sz="2700" kern="1200" dirty="0"/>
            <a:t> </a:t>
          </a:r>
          <a:r>
            <a:rPr lang="fr-FR" sz="2700" kern="1200" dirty="0" err="1"/>
            <a:t>later</a:t>
          </a:r>
          <a:r>
            <a:rPr lang="fr-FR" sz="2700" kern="1200" dirty="0"/>
            <a:t>.”</a:t>
          </a:r>
          <a:endParaRPr lang="en-US" sz="2700" kern="1200" dirty="0"/>
        </a:p>
      </dsp:txBody>
      <dsp:txXfrm>
        <a:off x="4371031" y="136130"/>
        <a:ext cx="3354371" cy="1626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AA9F5-D2B7-4D8B-BCD5-A376CC9A19B4}">
      <dsp:nvSpPr>
        <dsp:cNvPr id="0" name=""/>
        <dsp:cNvSpPr/>
      </dsp:nvSpPr>
      <dsp:spPr>
        <a:xfrm>
          <a:off x="1241" y="645389"/>
          <a:ext cx="2904470" cy="14522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3900" kern="1200"/>
            <a:t>Substitution</a:t>
          </a:r>
          <a:endParaRPr lang="en-US" sz="3900" kern="1200"/>
        </a:p>
      </dsp:txBody>
      <dsp:txXfrm>
        <a:off x="43776" y="687924"/>
        <a:ext cx="2819400" cy="1367165"/>
      </dsp:txXfrm>
    </dsp:sp>
    <dsp:sp modelId="{26FF15A9-4CB6-4164-B7C6-6668F7246267}">
      <dsp:nvSpPr>
        <dsp:cNvPr id="0" name=""/>
        <dsp:cNvSpPr/>
      </dsp:nvSpPr>
      <dsp:spPr>
        <a:xfrm>
          <a:off x="3631828" y="645389"/>
          <a:ext cx="2904470" cy="1452235"/>
        </a:xfrm>
        <a:prstGeom prst="roundRect">
          <a:avLst>
            <a:gd name="adj" fmla="val 10000"/>
          </a:avLst>
        </a:prstGeom>
        <a:solidFill>
          <a:schemeClr val="accent5">
            <a:hueOff val="-7009649"/>
            <a:satOff val="10306"/>
            <a:lumOff val="88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3900" kern="1200"/>
            <a:t>Insertion</a:t>
          </a:r>
          <a:endParaRPr lang="en-US" sz="3900" kern="1200"/>
        </a:p>
      </dsp:txBody>
      <dsp:txXfrm>
        <a:off x="3674363" y="687924"/>
        <a:ext cx="2819400" cy="1367165"/>
      </dsp:txXfrm>
    </dsp:sp>
    <dsp:sp modelId="{0D08ACE2-CA34-46AF-952D-57CE138188F8}">
      <dsp:nvSpPr>
        <dsp:cNvPr id="0" name=""/>
        <dsp:cNvSpPr/>
      </dsp:nvSpPr>
      <dsp:spPr>
        <a:xfrm>
          <a:off x="7262416" y="645389"/>
          <a:ext cx="2904470" cy="1452235"/>
        </a:xfrm>
        <a:prstGeom prst="roundRect">
          <a:avLst>
            <a:gd name="adj" fmla="val 10000"/>
          </a:avLst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3900" kern="1200"/>
            <a:t>Deletion</a:t>
          </a:r>
          <a:endParaRPr lang="en-US" sz="3900" kern="1200"/>
        </a:p>
      </dsp:txBody>
      <dsp:txXfrm>
        <a:off x="7304951" y="687924"/>
        <a:ext cx="2819400" cy="13671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AA9F5-D2B7-4D8B-BCD5-A376CC9A19B4}">
      <dsp:nvSpPr>
        <dsp:cNvPr id="0" name=""/>
        <dsp:cNvSpPr/>
      </dsp:nvSpPr>
      <dsp:spPr>
        <a:xfrm>
          <a:off x="1283" y="5312"/>
          <a:ext cx="3003723" cy="15018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100" kern="1200"/>
            <a:t>Substitution</a:t>
          </a:r>
          <a:endParaRPr lang="en-US" sz="4100" kern="1200"/>
        </a:p>
      </dsp:txBody>
      <dsp:txXfrm>
        <a:off x="45271" y="49300"/>
        <a:ext cx="2915747" cy="1413885"/>
      </dsp:txXfrm>
    </dsp:sp>
    <dsp:sp modelId="{26FF15A9-4CB6-4164-B7C6-6668F7246267}">
      <dsp:nvSpPr>
        <dsp:cNvPr id="0" name=""/>
        <dsp:cNvSpPr/>
      </dsp:nvSpPr>
      <dsp:spPr>
        <a:xfrm>
          <a:off x="3755938" y="5312"/>
          <a:ext cx="3003723" cy="1501861"/>
        </a:xfrm>
        <a:prstGeom prst="roundRect">
          <a:avLst>
            <a:gd name="adj" fmla="val 10000"/>
          </a:avLst>
        </a:prstGeom>
        <a:solidFill>
          <a:schemeClr val="accent5">
            <a:hueOff val="-7009649"/>
            <a:satOff val="10306"/>
            <a:lumOff val="88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100" kern="1200"/>
            <a:t>Insertion</a:t>
          </a:r>
          <a:endParaRPr lang="en-US" sz="4100" kern="1200"/>
        </a:p>
      </dsp:txBody>
      <dsp:txXfrm>
        <a:off x="3799926" y="49300"/>
        <a:ext cx="2915747" cy="1413885"/>
      </dsp:txXfrm>
    </dsp:sp>
    <dsp:sp modelId="{0D08ACE2-CA34-46AF-952D-57CE138188F8}">
      <dsp:nvSpPr>
        <dsp:cNvPr id="0" name=""/>
        <dsp:cNvSpPr/>
      </dsp:nvSpPr>
      <dsp:spPr>
        <a:xfrm>
          <a:off x="7510592" y="5312"/>
          <a:ext cx="3003723" cy="1501861"/>
        </a:xfrm>
        <a:prstGeom prst="roundRect">
          <a:avLst>
            <a:gd name="adj" fmla="val 10000"/>
          </a:avLst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100" kern="1200"/>
            <a:t>Deletion</a:t>
          </a:r>
          <a:endParaRPr lang="en-US" sz="4100" kern="1200"/>
        </a:p>
      </dsp:txBody>
      <dsp:txXfrm>
        <a:off x="7554580" y="49300"/>
        <a:ext cx="2915747" cy="14138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2435F-5F91-4889-A44F-02B661E4C560}">
      <dsp:nvSpPr>
        <dsp:cNvPr id="0" name=""/>
        <dsp:cNvSpPr/>
      </dsp:nvSpPr>
      <dsp:spPr>
        <a:xfrm>
          <a:off x="1096688" y="562"/>
          <a:ext cx="1795848" cy="1795848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20E5B-629E-4B28-B08C-69140664964C}">
      <dsp:nvSpPr>
        <dsp:cNvPr id="0" name=""/>
        <dsp:cNvSpPr/>
      </dsp:nvSpPr>
      <dsp:spPr>
        <a:xfrm>
          <a:off x="1096688" y="562"/>
          <a:ext cx="1795848" cy="1795848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C9347-983D-4000-8F26-2584339662A6}">
      <dsp:nvSpPr>
        <dsp:cNvPr id="0" name=""/>
        <dsp:cNvSpPr/>
      </dsp:nvSpPr>
      <dsp:spPr>
        <a:xfrm>
          <a:off x="198764" y="323815"/>
          <a:ext cx="3591696" cy="114934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Frequent transition between A and B </a:t>
          </a:r>
          <a:r>
            <a:rPr lang="en-US" sz="2600" kern="1200" dirty="0">
              <a:sym typeface="Wingdings" panose="05000000000000000000" pitchFamily="2" charset="2"/>
            </a:rPr>
            <a:t></a:t>
          </a:r>
          <a:r>
            <a:rPr lang="en-US" sz="2600" kern="1200" dirty="0"/>
            <a:t> lower substitution cost</a:t>
          </a:r>
          <a:endParaRPr lang="fr-FR" sz="2600" kern="1200" dirty="0"/>
        </a:p>
      </dsp:txBody>
      <dsp:txXfrm>
        <a:off x="198764" y="323815"/>
        <a:ext cx="3591696" cy="1149342"/>
      </dsp:txXfrm>
    </dsp:sp>
    <dsp:sp modelId="{AB74C0D9-C6C4-4C64-B8E8-74A745FC3592}">
      <dsp:nvSpPr>
        <dsp:cNvPr id="0" name=""/>
        <dsp:cNvSpPr/>
      </dsp:nvSpPr>
      <dsp:spPr>
        <a:xfrm>
          <a:off x="5442640" y="562"/>
          <a:ext cx="1795848" cy="1795848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B80C4A-B33F-41DA-88E0-4C846BFF8B4E}">
      <dsp:nvSpPr>
        <dsp:cNvPr id="0" name=""/>
        <dsp:cNvSpPr/>
      </dsp:nvSpPr>
      <dsp:spPr>
        <a:xfrm>
          <a:off x="5442640" y="562"/>
          <a:ext cx="1795848" cy="1795848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2FD9F3-2627-4597-A7DE-E52B72B59F60}">
      <dsp:nvSpPr>
        <dsp:cNvPr id="0" name=""/>
        <dsp:cNvSpPr/>
      </dsp:nvSpPr>
      <dsp:spPr>
        <a:xfrm>
          <a:off x="4544716" y="323815"/>
          <a:ext cx="3591696" cy="114934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Rare transition between A and B </a:t>
          </a:r>
          <a:r>
            <a:rPr lang="en-US" sz="2600" kern="1200" dirty="0">
              <a:sym typeface="Wingdings" panose="05000000000000000000" pitchFamily="2" charset="2"/>
            </a:rPr>
            <a:t></a:t>
          </a:r>
          <a:r>
            <a:rPr lang="en-US" sz="2600" kern="1200" dirty="0"/>
            <a:t> higher substitution cost</a:t>
          </a:r>
          <a:endParaRPr lang="fr-FR" sz="2600" kern="1200" dirty="0"/>
        </a:p>
      </dsp:txBody>
      <dsp:txXfrm>
        <a:off x="4544716" y="323815"/>
        <a:ext cx="3591696" cy="11493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D6681-D705-42DB-9A62-1658D202AE57}">
      <dsp:nvSpPr>
        <dsp:cNvPr id="0" name=""/>
        <dsp:cNvSpPr/>
      </dsp:nvSpPr>
      <dsp:spPr>
        <a:xfrm>
          <a:off x="1925" y="930856"/>
          <a:ext cx="2212999" cy="11064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Do I care about exact timing</a:t>
          </a:r>
        </a:p>
      </dsp:txBody>
      <dsp:txXfrm>
        <a:off x="34333" y="963264"/>
        <a:ext cx="2148183" cy="1041683"/>
      </dsp:txXfrm>
    </dsp:sp>
    <dsp:sp modelId="{82E24AB4-78F2-4915-B513-4CDDC15BEB4B}">
      <dsp:nvSpPr>
        <dsp:cNvPr id="0" name=""/>
        <dsp:cNvSpPr/>
      </dsp:nvSpPr>
      <dsp:spPr>
        <a:xfrm>
          <a:off x="223225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FBEBC-9717-47C9-A269-761A79DBCFDF}">
      <dsp:nvSpPr>
        <dsp:cNvPr id="0" name=""/>
        <dsp:cNvSpPr/>
      </dsp:nvSpPr>
      <dsp:spPr>
        <a:xfrm>
          <a:off x="444525" y="2313981"/>
          <a:ext cx="1770399" cy="110649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Yes: Hamming / </a:t>
          </a:r>
          <a:r>
            <a:rPr lang="fr-FR" sz="1700" kern="1200" dirty="0" err="1"/>
            <a:t>dynamic</a:t>
          </a:r>
          <a:r>
            <a:rPr lang="fr-FR" sz="1700" kern="1200" dirty="0"/>
            <a:t> Hamming / high </a:t>
          </a:r>
          <a:r>
            <a:rPr lang="fr-FR" sz="1700" kern="1200" dirty="0" err="1"/>
            <a:t>indel</a:t>
          </a:r>
          <a:r>
            <a:rPr lang="fr-FR" sz="1700" kern="1200" dirty="0"/>
            <a:t> OM</a:t>
          </a:r>
        </a:p>
      </dsp:txBody>
      <dsp:txXfrm>
        <a:off x="476933" y="2346389"/>
        <a:ext cx="1705583" cy="1041683"/>
      </dsp:txXfrm>
    </dsp:sp>
    <dsp:sp modelId="{43C6694C-9BA1-4584-B3CF-3FD0587CFC52}">
      <dsp:nvSpPr>
        <dsp:cNvPr id="0" name=""/>
        <dsp:cNvSpPr/>
      </dsp:nvSpPr>
      <dsp:spPr>
        <a:xfrm>
          <a:off x="2768175" y="930856"/>
          <a:ext cx="2212999" cy="11064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Do I care about similar order even if shifted?</a:t>
          </a:r>
        </a:p>
      </dsp:txBody>
      <dsp:txXfrm>
        <a:off x="2800583" y="963264"/>
        <a:ext cx="2148183" cy="1041683"/>
      </dsp:txXfrm>
    </dsp:sp>
    <dsp:sp modelId="{3FB09364-4140-4057-B099-C7EBBFEFACC0}">
      <dsp:nvSpPr>
        <dsp:cNvPr id="0" name=""/>
        <dsp:cNvSpPr/>
      </dsp:nvSpPr>
      <dsp:spPr>
        <a:xfrm>
          <a:off x="2989475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B3A9A2-3695-4476-A1A7-FC353912B5EF}">
      <dsp:nvSpPr>
        <dsp:cNvPr id="0" name=""/>
        <dsp:cNvSpPr/>
      </dsp:nvSpPr>
      <dsp:spPr>
        <a:xfrm>
          <a:off x="3210775" y="2313981"/>
          <a:ext cx="1770399" cy="110649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Yes: OM / LCS</a:t>
          </a:r>
        </a:p>
      </dsp:txBody>
      <dsp:txXfrm>
        <a:off x="3243183" y="2346389"/>
        <a:ext cx="1705583" cy="1041683"/>
      </dsp:txXfrm>
    </dsp:sp>
    <dsp:sp modelId="{D4340E0B-E1D8-47B8-AB81-9835FDA30E64}">
      <dsp:nvSpPr>
        <dsp:cNvPr id="0" name=""/>
        <dsp:cNvSpPr/>
      </dsp:nvSpPr>
      <dsp:spPr>
        <a:xfrm>
          <a:off x="5534424" y="930856"/>
          <a:ext cx="2212999" cy="11064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Do I care about distance from a normative pathway? </a:t>
          </a:r>
        </a:p>
      </dsp:txBody>
      <dsp:txXfrm>
        <a:off x="5566832" y="963264"/>
        <a:ext cx="2148183" cy="1041683"/>
      </dsp:txXfrm>
    </dsp:sp>
    <dsp:sp modelId="{26D32EC8-2A36-4799-92E8-AEEFCCDBE991}">
      <dsp:nvSpPr>
        <dsp:cNvPr id="0" name=""/>
        <dsp:cNvSpPr/>
      </dsp:nvSpPr>
      <dsp:spPr>
        <a:xfrm>
          <a:off x="575572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0FF797-64E2-4663-9E5B-6838A8062C6C}">
      <dsp:nvSpPr>
        <dsp:cNvPr id="0" name=""/>
        <dsp:cNvSpPr/>
      </dsp:nvSpPr>
      <dsp:spPr>
        <a:xfrm>
          <a:off x="5977024" y="2313981"/>
          <a:ext cx="1770399" cy="110649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Yes: Distance </a:t>
          </a:r>
          <a:r>
            <a:rPr lang="fr-FR" sz="1700" kern="1200" dirty="0" err="1"/>
            <a:t>from</a:t>
          </a:r>
          <a:r>
            <a:rPr lang="fr-FR" sz="1700" kern="1200" dirty="0"/>
            <a:t> </a:t>
          </a:r>
          <a:r>
            <a:rPr lang="fr-FR" sz="1700" kern="1200" dirty="0" err="1"/>
            <a:t>ideal</a:t>
          </a:r>
          <a:r>
            <a:rPr lang="fr-FR" sz="1700" kern="1200" dirty="0"/>
            <a:t> type</a:t>
          </a:r>
        </a:p>
      </dsp:txBody>
      <dsp:txXfrm>
        <a:off x="6009432" y="2346389"/>
        <a:ext cx="1705583" cy="1041683"/>
      </dsp:txXfrm>
    </dsp:sp>
    <dsp:sp modelId="{2160203A-3B53-4E63-B6EC-BCBE041CE86C}">
      <dsp:nvSpPr>
        <dsp:cNvPr id="0" name=""/>
        <dsp:cNvSpPr/>
      </dsp:nvSpPr>
      <dsp:spPr>
        <a:xfrm>
          <a:off x="8300674" y="930856"/>
          <a:ext cx="2212999" cy="11064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Do I care about spells and duration?</a:t>
          </a:r>
        </a:p>
      </dsp:txBody>
      <dsp:txXfrm>
        <a:off x="8333082" y="963264"/>
        <a:ext cx="2148183" cy="1041683"/>
      </dsp:txXfrm>
    </dsp:sp>
    <dsp:sp modelId="{EB58735C-A85C-414E-ABBE-270681F8E0DF}">
      <dsp:nvSpPr>
        <dsp:cNvPr id="0" name=""/>
        <dsp:cNvSpPr/>
      </dsp:nvSpPr>
      <dsp:spPr>
        <a:xfrm>
          <a:off x="852197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57990-84A3-49C5-A737-E5B0AB41DA97}">
      <dsp:nvSpPr>
        <dsp:cNvPr id="0" name=""/>
        <dsp:cNvSpPr/>
      </dsp:nvSpPr>
      <dsp:spPr>
        <a:xfrm>
          <a:off x="8743274" y="2313981"/>
          <a:ext cx="1770399" cy="110649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Yes: Spell-sensitive </a:t>
          </a:r>
          <a:r>
            <a:rPr lang="fr-FR" sz="1700" kern="1200" dirty="0" err="1"/>
            <a:t>measures</a:t>
          </a:r>
          <a:endParaRPr lang="fr-FR" sz="1700" kern="1200" dirty="0"/>
        </a:p>
      </dsp:txBody>
      <dsp:txXfrm>
        <a:off x="8775682" y="2346389"/>
        <a:ext cx="1705583" cy="104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87943-E611-4949-8197-CDB4D93C90F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ECB0C-9429-4388-B72B-32A46C2A67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60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13:00–13:15</a:t>
            </a:r>
            <a:r>
              <a:rPr lang="fr-FR" dirty="0"/>
              <a:t> </a:t>
            </a:r>
            <a:r>
              <a:rPr lang="fr-FR" dirty="0" err="1"/>
              <a:t>recap</a:t>
            </a:r>
            <a:r>
              <a:rPr lang="fr-FR" dirty="0"/>
              <a:t> of Lesson 1</a:t>
            </a:r>
            <a:br>
              <a:rPr lang="fr-FR" dirty="0"/>
            </a:br>
            <a:r>
              <a:rPr lang="fr-FR" b="1" dirty="0"/>
              <a:t>13:15–14:00</a:t>
            </a:r>
            <a:r>
              <a:rPr lang="fr-FR" dirty="0"/>
              <a:t> story/intuitive </a:t>
            </a:r>
            <a:r>
              <a:rPr lang="fr-FR" dirty="0" err="1"/>
              <a:t>logic</a:t>
            </a:r>
            <a:r>
              <a:rPr lang="fr-FR" dirty="0"/>
              <a:t>: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“</a:t>
            </a:r>
            <a:r>
              <a:rPr lang="fr-FR" dirty="0" err="1"/>
              <a:t>similar</a:t>
            </a:r>
            <a:r>
              <a:rPr lang="fr-FR" dirty="0"/>
              <a:t>” </a:t>
            </a:r>
            <a:r>
              <a:rPr lang="fr-FR" dirty="0" err="1"/>
              <a:t>mean</a:t>
            </a:r>
            <a:r>
              <a:rPr lang="fr-FR" dirty="0"/>
              <a:t>?</a:t>
            </a:r>
            <a:br>
              <a:rPr lang="fr-FR" dirty="0"/>
            </a:br>
            <a:r>
              <a:rPr lang="fr-FR" b="1" dirty="0"/>
              <a:t>14:00–14:45</a:t>
            </a:r>
            <a:r>
              <a:rPr lang="fr-FR" dirty="0"/>
              <a:t> Hamming distance, OM, substitutions/</a:t>
            </a:r>
            <a:r>
              <a:rPr lang="fr-FR" dirty="0" err="1"/>
              <a:t>indels</a:t>
            </a:r>
            <a:br>
              <a:rPr lang="fr-FR" dirty="0"/>
            </a:br>
            <a:r>
              <a:rPr lang="fr-FR" b="1" dirty="0"/>
              <a:t>14:45–15:00</a:t>
            </a:r>
            <a:r>
              <a:rPr lang="fr-FR" dirty="0"/>
              <a:t> break</a:t>
            </a:r>
            <a:br>
              <a:rPr lang="fr-FR" dirty="0"/>
            </a:br>
            <a:r>
              <a:rPr lang="fr-FR" b="1" dirty="0"/>
              <a:t>15:00–15:25</a:t>
            </a:r>
            <a:r>
              <a:rPr lang="fr-FR" dirty="0"/>
              <a:t> </a:t>
            </a:r>
            <a:r>
              <a:rPr lang="fr-FR" dirty="0" err="1"/>
              <a:t>cost</a:t>
            </a:r>
            <a:r>
              <a:rPr lang="fr-FR" dirty="0"/>
              <a:t> </a:t>
            </a:r>
            <a:r>
              <a:rPr lang="fr-FR" dirty="0" err="1"/>
              <a:t>choices</a:t>
            </a:r>
            <a:r>
              <a:rPr lang="fr-FR" dirty="0"/>
              <a:t> and </a:t>
            </a:r>
            <a:r>
              <a:rPr lang="fr-FR" dirty="0" err="1"/>
              <a:t>sensitivity</a:t>
            </a:r>
            <a:br>
              <a:rPr lang="fr-FR" dirty="0"/>
            </a:br>
            <a:r>
              <a:rPr lang="fr-FR" b="1" dirty="0"/>
              <a:t>15:25–16:35</a:t>
            </a:r>
            <a:r>
              <a:rPr lang="fr-FR" dirty="0"/>
              <a:t> R </a:t>
            </a:r>
            <a:r>
              <a:rPr lang="fr-FR" dirty="0" err="1"/>
              <a:t>lab</a:t>
            </a:r>
            <a:r>
              <a:rPr lang="fr-FR" dirty="0"/>
              <a:t>: </a:t>
            </a:r>
            <a:r>
              <a:rPr lang="fr-FR" dirty="0" err="1"/>
              <a:t>compute</a:t>
            </a:r>
            <a:r>
              <a:rPr lang="fr-FR" dirty="0"/>
              <a:t> and compare distances</a:t>
            </a:r>
            <a:br>
              <a:rPr lang="fr-FR" dirty="0"/>
            </a:br>
            <a:r>
              <a:rPr lang="fr-FR" b="1" dirty="0"/>
              <a:t>16:35–17:00</a:t>
            </a:r>
            <a:r>
              <a:rPr lang="fr-FR" dirty="0"/>
              <a:t> </a:t>
            </a:r>
            <a:r>
              <a:rPr lang="fr-FR" dirty="0" err="1"/>
              <a:t>interpretation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+ wrap-up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675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Which</a:t>
            </a:r>
            <a:r>
              <a:rPr lang="fr-FR" dirty="0"/>
              <a:t> pair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? </a:t>
            </a:r>
            <a:r>
              <a:rPr lang="fr-FR" dirty="0" err="1"/>
              <a:t>Which</a:t>
            </a:r>
            <a:r>
              <a:rPr lang="fr-FR" dirty="0"/>
              <a:t> pair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102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Like </a:t>
            </a:r>
            <a:r>
              <a:rPr lang="fr-FR" dirty="0" err="1"/>
              <a:t>measuring</a:t>
            </a:r>
            <a:r>
              <a:rPr lang="fr-FR" dirty="0"/>
              <a:t> distance on a </a:t>
            </a:r>
            <a:r>
              <a:rPr lang="fr-FR" dirty="0" err="1"/>
              <a:t>map</a:t>
            </a:r>
            <a:r>
              <a:rPr lang="fr-FR" dirty="0"/>
              <a:t>, but </a:t>
            </a:r>
            <a:r>
              <a:rPr lang="fr-FR" dirty="0" err="1"/>
              <a:t>here</a:t>
            </a:r>
            <a:r>
              <a:rPr lang="fr-FR" dirty="0"/>
              <a:t> the </a:t>
            </a:r>
            <a:r>
              <a:rPr lang="fr-FR" dirty="0" err="1"/>
              <a:t>map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made of life histories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046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how </a:t>
            </a:r>
            <a:r>
              <a:rPr lang="fr-FR" dirty="0" err="1"/>
              <a:t>many</a:t>
            </a:r>
            <a:r>
              <a:rPr lang="fr-FR" dirty="0"/>
              <a:t> changes are </a:t>
            </a:r>
            <a:r>
              <a:rPr lang="fr-FR" dirty="0" err="1"/>
              <a:t>needed</a:t>
            </a:r>
            <a:r>
              <a:rPr lang="fr-FR" dirty="0"/>
              <a:t> to </a:t>
            </a:r>
            <a:r>
              <a:rPr lang="fr-FR" dirty="0" err="1"/>
              <a:t>transform</a:t>
            </a:r>
            <a:r>
              <a:rPr lang="fr-FR" dirty="0"/>
              <a:t> one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91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Examples</a:t>
            </a:r>
            <a:r>
              <a:rPr lang="fr-FR" dirty="0"/>
              <a:t>: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during</a:t>
            </a:r>
            <a:r>
              <a:rPr lang="fr-FR" dirty="0"/>
              <a:t> an </a:t>
            </a:r>
            <a:r>
              <a:rPr lang="fr-FR" dirty="0" err="1"/>
              <a:t>economic</a:t>
            </a:r>
            <a:r>
              <a:rPr lang="fr-FR" dirty="0"/>
              <a:t> </a:t>
            </a:r>
            <a:r>
              <a:rPr lang="fr-FR" dirty="0" err="1"/>
              <a:t>recession</a:t>
            </a:r>
            <a:r>
              <a:rPr lang="fr-FR" dirty="0"/>
              <a:t>; </a:t>
            </a:r>
            <a:r>
              <a:rPr lang="fr-FR" dirty="0" err="1"/>
              <a:t>health</a:t>
            </a:r>
            <a:r>
              <a:rPr lang="fr-FR" dirty="0"/>
              <a:t> state </a:t>
            </a:r>
            <a:r>
              <a:rPr lang="fr-FR" dirty="0" err="1"/>
              <a:t>before</a:t>
            </a:r>
            <a:r>
              <a:rPr lang="fr-FR" dirty="0"/>
              <a:t> and </a:t>
            </a:r>
            <a:r>
              <a:rPr lang="fr-FR" dirty="0" err="1"/>
              <a:t>after</a:t>
            </a:r>
            <a:r>
              <a:rPr lang="fr-FR" dirty="0"/>
              <a:t> a </a:t>
            </a:r>
            <a:r>
              <a:rPr lang="fr-FR" dirty="0" err="1"/>
              <a:t>policy</a:t>
            </a:r>
            <a:r>
              <a:rPr lang="fr-FR" dirty="0"/>
              <a:t> change; </a:t>
            </a:r>
            <a:r>
              <a:rPr lang="fr-FR" dirty="0" err="1"/>
              <a:t>school</a:t>
            </a:r>
            <a:r>
              <a:rPr lang="fr-FR" dirty="0"/>
              <a:t> </a:t>
            </a:r>
            <a:r>
              <a:rPr lang="fr-FR" dirty="0" err="1"/>
              <a:t>status</a:t>
            </a:r>
            <a:r>
              <a:rPr lang="fr-FR" dirty="0"/>
              <a:t> at exact </a:t>
            </a:r>
            <a:r>
              <a:rPr lang="fr-FR" dirty="0" err="1"/>
              <a:t>ages</a:t>
            </a:r>
            <a:r>
              <a:rPr lang="fr-F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Use Hamming </a:t>
            </a:r>
            <a:r>
              <a:rPr lang="fr-FR" dirty="0" err="1"/>
              <a:t>when</a:t>
            </a:r>
            <a:r>
              <a:rPr lang="fr-FR" dirty="0"/>
              <a:t> “</a:t>
            </a:r>
            <a:r>
              <a:rPr lang="fr-FR" dirty="0" err="1"/>
              <a:t>same</a:t>
            </a:r>
            <a:r>
              <a:rPr lang="fr-FR" dirty="0"/>
              <a:t> state at </a:t>
            </a:r>
            <a:r>
              <a:rPr lang="fr-FR" dirty="0" err="1"/>
              <a:t>same</a:t>
            </a:r>
            <a:r>
              <a:rPr lang="fr-FR" dirty="0"/>
              <a:t> time”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substantively</a:t>
            </a:r>
            <a:r>
              <a:rPr lang="fr-FR" dirty="0"/>
              <a:t> important.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631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448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Substitution changes a state.</a:t>
            </a:r>
          </a:p>
          <a:p>
            <a:r>
              <a:rPr lang="fr-FR" dirty="0"/>
              <a:t> Insertion/</a:t>
            </a:r>
            <a:r>
              <a:rPr lang="fr-FR" dirty="0" err="1"/>
              <a:t>deletion</a:t>
            </a:r>
            <a:r>
              <a:rPr lang="fr-FR" dirty="0"/>
              <a:t> shifts </a:t>
            </a:r>
            <a:r>
              <a:rPr lang="fr-FR" dirty="0" err="1"/>
              <a:t>alignment</a:t>
            </a:r>
            <a:r>
              <a:rPr lang="fr-FR" dirty="0"/>
              <a:t>. </a:t>
            </a:r>
          </a:p>
          <a:p>
            <a:r>
              <a:rPr lang="fr-FR" dirty="0"/>
              <a:t>Insertion and </a:t>
            </a:r>
            <a:r>
              <a:rPr lang="fr-FR" dirty="0" err="1"/>
              <a:t>deletion</a:t>
            </a:r>
            <a:r>
              <a:rPr lang="fr-FR" dirty="0"/>
              <a:t> are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grouped</a:t>
            </a:r>
            <a:r>
              <a:rPr lang="fr-FR" dirty="0"/>
              <a:t> as </a:t>
            </a:r>
            <a:r>
              <a:rPr lang="fr-FR" b="1" dirty="0" err="1"/>
              <a:t>indel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486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Maybe </a:t>
            </a:r>
            <a:r>
              <a:rPr lang="fr-FR" dirty="0" err="1"/>
              <a:t>employment</a:t>
            </a:r>
            <a:r>
              <a:rPr lang="fr-FR" dirty="0"/>
              <a:t> and part-time </a:t>
            </a:r>
            <a:r>
              <a:rPr lang="fr-FR" dirty="0" err="1"/>
              <a:t>work</a:t>
            </a:r>
            <a:r>
              <a:rPr lang="fr-FR" dirty="0"/>
              <a:t> are close. Maybe </a:t>
            </a:r>
            <a:r>
              <a:rPr lang="fr-FR" dirty="0" err="1"/>
              <a:t>employment</a:t>
            </a:r>
            <a:r>
              <a:rPr lang="fr-FR" dirty="0"/>
              <a:t> and </a:t>
            </a:r>
            <a:r>
              <a:rPr lang="fr-FR" dirty="0" err="1"/>
              <a:t>unemployment</a:t>
            </a:r>
            <a:r>
              <a:rPr lang="fr-FR" dirty="0"/>
              <a:t> are more </a:t>
            </a:r>
            <a:r>
              <a:rPr lang="fr-FR" dirty="0" err="1"/>
              <a:t>different</a:t>
            </a:r>
            <a:r>
              <a:rPr lang="fr-FR" dirty="0"/>
              <a:t>.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choices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follow </a:t>
            </a:r>
            <a:r>
              <a:rPr lang="fr-FR" dirty="0" err="1"/>
              <a:t>theory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544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Hamming </a:t>
            </a:r>
            <a:r>
              <a:rPr lang="fr-FR" dirty="0" err="1"/>
              <a:t>sees</a:t>
            </a:r>
            <a:r>
              <a:rPr lang="fr-FR" dirty="0"/>
              <a:t> </a:t>
            </a:r>
            <a:r>
              <a:rPr lang="fr-FR" dirty="0" err="1"/>
              <a:t>mismatches</a:t>
            </a:r>
            <a:r>
              <a:rPr lang="fr-FR" dirty="0"/>
              <a:t> at exact </a:t>
            </a:r>
            <a:r>
              <a:rPr lang="fr-FR" dirty="0" err="1"/>
              <a:t>ages</a:t>
            </a:r>
            <a:r>
              <a:rPr lang="fr-FR" dirty="0"/>
              <a:t>. OM </a:t>
            </a:r>
            <a:r>
              <a:rPr lang="fr-FR" dirty="0" err="1"/>
              <a:t>sees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 pattern </a:t>
            </a:r>
            <a:r>
              <a:rPr lang="fr-FR" dirty="0" err="1"/>
              <a:t>shifted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/</a:t>
            </a:r>
            <a:r>
              <a:rPr lang="fr-FR" dirty="0" err="1"/>
              <a:t>later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2603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Shifting</a:t>
            </a:r>
            <a:r>
              <a:rPr lang="fr-FR" dirty="0"/>
              <a:t> the </a:t>
            </a:r>
            <a:r>
              <a:rPr lang="fr-FR" dirty="0" err="1"/>
              <a:t>unemployment</a:t>
            </a:r>
            <a:r>
              <a:rPr lang="fr-FR" dirty="0"/>
              <a:t> </a:t>
            </a:r>
            <a:r>
              <a:rPr lang="fr-FR" dirty="0" err="1"/>
              <a:t>spell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cheap.</a:t>
            </a:r>
            <a:br>
              <a:rPr lang="fr-FR" dirty="0"/>
            </a:br>
            <a:r>
              <a:rPr lang="fr-FR" dirty="0"/>
              <a:t>The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 are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525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Timing </a:t>
            </a:r>
            <a:r>
              <a:rPr lang="fr-FR" dirty="0" err="1"/>
              <a:t>differences</a:t>
            </a:r>
            <a:r>
              <a:rPr lang="fr-FR" dirty="0"/>
              <a:t> </a:t>
            </a:r>
            <a:r>
              <a:rPr lang="fr-FR" dirty="0" err="1"/>
              <a:t>matter</a:t>
            </a:r>
            <a:r>
              <a:rPr lang="fr-FR" dirty="0"/>
              <a:t>, but a </a:t>
            </a:r>
            <a:r>
              <a:rPr lang="fr-FR" dirty="0" err="1"/>
              <a:t>shifted</a:t>
            </a:r>
            <a:r>
              <a:rPr lang="fr-FR" dirty="0"/>
              <a:t> </a:t>
            </a:r>
            <a:r>
              <a:rPr lang="fr-FR" dirty="0" err="1"/>
              <a:t>common</a:t>
            </a:r>
            <a:r>
              <a:rPr lang="fr-FR" dirty="0"/>
              <a:t> pattern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recognised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3936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Shifting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expensive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The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more importance to </a:t>
            </a:r>
            <a:r>
              <a:rPr lang="fr-FR" dirty="0" err="1"/>
              <a:t>occupying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state at the </a:t>
            </a:r>
            <a:r>
              <a:rPr lang="fr-FR" dirty="0" err="1"/>
              <a:t>same</a:t>
            </a:r>
            <a:r>
              <a:rPr lang="fr-FR" dirty="0"/>
              <a:t>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47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7EA9-AD93-27A0-A215-A69092FF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C9BA1-479D-FC3D-A09A-E4607075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9BC45-84E7-038C-65F7-FFF812D7B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Shifting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expensive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The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more importance to </a:t>
            </a:r>
            <a:r>
              <a:rPr lang="fr-FR" dirty="0" err="1"/>
              <a:t>occupying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state at the </a:t>
            </a:r>
            <a:r>
              <a:rPr lang="fr-FR" dirty="0" err="1"/>
              <a:t>same</a:t>
            </a:r>
            <a:r>
              <a:rPr lang="fr-FR" dirty="0"/>
              <a:t>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4414C-3FF3-93E2-3C91-90B72C885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483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Example:</a:t>
            </a:r>
          </a:p>
          <a:p>
            <a:r>
              <a:rPr lang="fr-FR" dirty="0"/>
              <a:t>If </a:t>
            </a:r>
            <a:r>
              <a:rPr lang="fr-FR" dirty="0" err="1"/>
              <a:t>many</a:t>
            </a:r>
            <a:r>
              <a:rPr lang="fr-FR" dirty="0"/>
              <a:t> people move </a:t>
            </a:r>
            <a:r>
              <a:rPr lang="fr-FR" dirty="0" err="1"/>
              <a:t>between</a:t>
            </a:r>
            <a:r>
              <a:rPr lang="fr-FR" dirty="0"/>
              <a:t> part-time and full-time </a:t>
            </a:r>
            <a:r>
              <a:rPr lang="fr-FR" dirty="0" err="1"/>
              <a:t>work</a:t>
            </a:r>
            <a:r>
              <a:rPr lang="fr-FR" dirty="0"/>
              <a:t>, </a:t>
            </a:r>
            <a:r>
              <a:rPr lang="fr-FR" dirty="0" err="1"/>
              <a:t>these</a:t>
            </a:r>
            <a:r>
              <a:rPr lang="fr-FR" dirty="0"/>
              <a:t> states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treated</a:t>
            </a:r>
            <a:r>
              <a:rPr lang="fr-FR" dirty="0"/>
              <a:t> as close. </a:t>
            </a:r>
          </a:p>
          <a:p>
            <a:r>
              <a:rPr lang="fr-FR" dirty="0"/>
              <a:t>If few people move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education</a:t>
            </a:r>
            <a:r>
              <a:rPr lang="fr-FR" dirty="0"/>
              <a:t> and retirement, </a:t>
            </a:r>
            <a:r>
              <a:rPr lang="fr-FR" dirty="0" err="1"/>
              <a:t>these</a:t>
            </a:r>
            <a:r>
              <a:rPr lang="fr-FR" dirty="0"/>
              <a:t> states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treated</a:t>
            </a:r>
            <a:r>
              <a:rPr lang="fr-FR" dirty="0"/>
              <a:t> as distant.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324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Sensitivity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require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identical</a:t>
            </a:r>
            <a:r>
              <a:rPr lang="fr-FR" dirty="0"/>
              <a:t>.</a:t>
            </a:r>
          </a:p>
          <a:p>
            <a:r>
              <a:rPr lang="fr-FR" dirty="0"/>
              <a:t>The question </a:t>
            </a:r>
            <a:r>
              <a:rPr lang="fr-FR" dirty="0" err="1"/>
              <a:t>is</a:t>
            </a:r>
            <a:r>
              <a:rPr lang="fr-FR" dirty="0"/>
              <a:t>: </a:t>
            </a:r>
            <a:r>
              <a:rPr lang="fr-FR" b="1" dirty="0"/>
              <a:t>Are the central substantive conclusions </a:t>
            </a:r>
            <a:r>
              <a:rPr lang="fr-FR" b="1" dirty="0" err="1"/>
              <a:t>robust</a:t>
            </a:r>
            <a:r>
              <a:rPr lang="fr-FR" b="1" dirty="0"/>
              <a:t>, and can </a:t>
            </a:r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explain</a:t>
            </a:r>
            <a:r>
              <a:rPr lang="fr-FR" b="1" dirty="0"/>
              <a:t> the </a:t>
            </a:r>
            <a:r>
              <a:rPr lang="fr-FR" b="1" dirty="0" err="1"/>
              <a:t>differences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appear</a:t>
            </a:r>
            <a:r>
              <a:rPr lang="fr-FR" b="1" dirty="0"/>
              <a:t>?</a:t>
            </a:r>
            <a:endParaRPr lang="fr-FR" dirty="0"/>
          </a:p>
          <a:p>
            <a:r>
              <a:rPr lang="fr-FR" dirty="0"/>
              <a:t>A </a:t>
            </a:r>
            <a:r>
              <a:rPr lang="fr-FR" dirty="0" err="1"/>
              <a:t>useful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: “The </a:t>
            </a:r>
            <a:r>
              <a:rPr lang="fr-FR" dirty="0" err="1"/>
              <a:t>broad</a:t>
            </a:r>
            <a:r>
              <a:rPr lang="fr-FR" dirty="0"/>
              <a:t> distinction </a:t>
            </a:r>
            <a:r>
              <a:rPr lang="fr-FR" dirty="0" err="1"/>
              <a:t>between</a:t>
            </a:r>
            <a:r>
              <a:rPr lang="fr-FR" dirty="0"/>
              <a:t> stable and </a:t>
            </a:r>
            <a:r>
              <a:rPr lang="fr-FR" dirty="0" err="1"/>
              <a:t>unstable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 histories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robust</a:t>
            </a:r>
            <a:r>
              <a:rPr lang="fr-FR" dirty="0"/>
              <a:t>, but the </a:t>
            </a:r>
            <a:r>
              <a:rPr lang="fr-FR" dirty="0" err="1"/>
              <a:t>separation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early</a:t>
            </a:r>
            <a:r>
              <a:rPr lang="fr-FR" dirty="0"/>
              <a:t> and </a:t>
            </a:r>
            <a:r>
              <a:rPr lang="fr-FR" dirty="0" err="1"/>
              <a:t>late</a:t>
            </a:r>
            <a:r>
              <a:rPr lang="fr-FR" dirty="0"/>
              <a:t> </a:t>
            </a:r>
            <a:r>
              <a:rPr lang="fr-FR" dirty="0" err="1"/>
              <a:t>unemployment</a:t>
            </a:r>
            <a:r>
              <a:rPr lang="fr-FR" dirty="0"/>
              <a:t> </a:t>
            </a:r>
            <a:r>
              <a:rPr lang="fr-FR" dirty="0" err="1"/>
              <a:t>depended</a:t>
            </a:r>
            <a:r>
              <a:rPr lang="fr-FR" dirty="0"/>
              <a:t> on the distance </a:t>
            </a:r>
            <a:r>
              <a:rPr lang="fr-FR" dirty="0" err="1"/>
              <a:t>measure</a:t>
            </a:r>
            <a:r>
              <a:rPr lang="fr-FR" dirty="0"/>
              <a:t>.”</a:t>
            </a:r>
          </a:p>
          <a:p>
            <a:endParaRPr lang="fr-FR" dirty="0"/>
          </a:p>
          <a:p>
            <a:r>
              <a:rPr lang="fr-FR" dirty="0"/>
              <a:t>For </a:t>
            </a:r>
            <a:r>
              <a:rPr lang="fr-FR" dirty="0" err="1"/>
              <a:t>example</a:t>
            </a:r>
            <a:r>
              <a:rPr lang="fr-FR" dirty="0"/>
              <a:t>, imagine the main OM </a:t>
            </a:r>
            <a:r>
              <a:rPr lang="fr-FR" dirty="0" err="1"/>
              <a:t>analysis</a:t>
            </a:r>
            <a:r>
              <a:rPr lang="fr-FR" dirty="0"/>
              <a:t> identifies:</a:t>
            </a:r>
          </a:p>
          <a:p>
            <a:r>
              <a:rPr lang="fr-FR" dirty="0"/>
              <a:t>* stable </a:t>
            </a:r>
            <a:r>
              <a:rPr lang="fr-FR" dirty="0" err="1"/>
              <a:t>employment</a:t>
            </a:r>
            <a:r>
              <a:rPr lang="fr-FR" dirty="0"/>
              <a:t>; </a:t>
            </a:r>
          </a:p>
          <a:p>
            <a:r>
              <a:rPr lang="fr-FR" dirty="0"/>
              <a:t>* </a:t>
            </a:r>
            <a:r>
              <a:rPr lang="fr-FR" dirty="0" err="1"/>
              <a:t>early</a:t>
            </a:r>
            <a:r>
              <a:rPr lang="fr-FR" dirty="0"/>
              <a:t> </a:t>
            </a:r>
            <a:r>
              <a:rPr lang="fr-FR" dirty="0" err="1"/>
              <a:t>unemployment</a:t>
            </a:r>
            <a:r>
              <a:rPr lang="fr-FR" dirty="0"/>
              <a:t> </a:t>
            </a:r>
            <a:r>
              <a:rPr lang="fr-FR" dirty="0" err="1"/>
              <a:t>followed</a:t>
            </a:r>
            <a:r>
              <a:rPr lang="fr-FR" dirty="0"/>
              <a:t> by </a:t>
            </a:r>
            <a:r>
              <a:rPr lang="fr-FR" dirty="0" err="1"/>
              <a:t>employment</a:t>
            </a:r>
            <a:r>
              <a:rPr lang="fr-FR" dirty="0"/>
              <a:t>; </a:t>
            </a:r>
          </a:p>
          <a:p>
            <a:r>
              <a:rPr lang="fr-FR" dirty="0"/>
              <a:t>* </a:t>
            </a:r>
            <a:r>
              <a:rPr lang="fr-FR" dirty="0" err="1"/>
              <a:t>late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 disruption; </a:t>
            </a:r>
          </a:p>
          <a:p>
            <a:r>
              <a:rPr lang="fr-FR" dirty="0"/>
              <a:t>* </a:t>
            </a:r>
            <a:r>
              <a:rPr lang="fr-FR" dirty="0" err="1"/>
              <a:t>unstable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. </a:t>
            </a:r>
          </a:p>
          <a:p>
            <a:r>
              <a:rPr lang="fr-FR" dirty="0"/>
              <a:t>Under Hamming distance, “</a:t>
            </a:r>
            <a:r>
              <a:rPr lang="fr-FR" dirty="0" err="1"/>
              <a:t>early</a:t>
            </a:r>
            <a:r>
              <a:rPr lang="fr-FR" dirty="0"/>
              <a:t> </a:t>
            </a:r>
            <a:r>
              <a:rPr lang="fr-FR" dirty="0" err="1"/>
              <a:t>unemployment</a:t>
            </a:r>
            <a:r>
              <a:rPr lang="fr-FR" dirty="0"/>
              <a:t>” and “</a:t>
            </a:r>
            <a:r>
              <a:rPr lang="fr-FR" dirty="0" err="1"/>
              <a:t>late</a:t>
            </a:r>
            <a:r>
              <a:rPr lang="fr-FR" dirty="0"/>
              <a:t> </a:t>
            </a:r>
            <a:r>
              <a:rPr lang="fr-FR" dirty="0" err="1"/>
              <a:t>unemployment</a:t>
            </a:r>
            <a:r>
              <a:rPr lang="fr-FR" dirty="0"/>
              <a:t>”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become</a:t>
            </a:r>
            <a:r>
              <a:rPr lang="fr-FR" dirty="0"/>
              <a:t> more </a:t>
            </a:r>
            <a:r>
              <a:rPr lang="fr-FR" dirty="0" err="1"/>
              <a:t>clearly</a:t>
            </a:r>
            <a:r>
              <a:rPr lang="fr-FR" dirty="0"/>
              <a:t> </a:t>
            </a:r>
            <a:r>
              <a:rPr lang="fr-FR" dirty="0" err="1"/>
              <a:t>separated</a:t>
            </a:r>
            <a:r>
              <a:rPr lang="fr-FR" dirty="0"/>
              <a:t> </a:t>
            </a:r>
            <a:r>
              <a:rPr lang="fr-FR" dirty="0" err="1"/>
              <a:t>because</a:t>
            </a:r>
            <a:r>
              <a:rPr lang="fr-FR" dirty="0"/>
              <a:t> Hamming </a:t>
            </a:r>
            <a:r>
              <a:rPr lang="fr-FR" dirty="0" err="1"/>
              <a:t>strongly</a:t>
            </a:r>
            <a:r>
              <a:rPr lang="fr-FR" dirty="0"/>
              <a:t> values the exact position of </a:t>
            </a:r>
            <a:r>
              <a:rPr lang="fr-FR" dirty="0" err="1"/>
              <a:t>unemployment</a:t>
            </a:r>
            <a:r>
              <a:rPr lang="fr-FR" dirty="0"/>
              <a:t>. Under </a:t>
            </a:r>
            <a:r>
              <a:rPr lang="fr-FR" dirty="0" err="1"/>
              <a:t>low-indel</a:t>
            </a:r>
            <a:r>
              <a:rPr lang="fr-FR" dirty="0"/>
              <a:t> OM,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pathways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treated</a:t>
            </a:r>
            <a:r>
              <a:rPr lang="fr-FR" dirty="0"/>
              <a:t> as variants of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general</a:t>
            </a:r>
            <a:r>
              <a:rPr lang="fr-FR" dirty="0"/>
              <a:t> pattern.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196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There </a:t>
            </a:r>
            <a:r>
              <a:rPr lang="fr-FR" dirty="0" err="1"/>
              <a:t>is</a:t>
            </a:r>
            <a:r>
              <a:rPr lang="fr-FR" dirty="0"/>
              <a:t> no single best distance. There are </a:t>
            </a:r>
            <a:r>
              <a:rPr lang="fr-FR" dirty="0" err="1"/>
              <a:t>better</a:t>
            </a:r>
            <a:r>
              <a:rPr lang="fr-FR" dirty="0"/>
              <a:t> or </a:t>
            </a:r>
            <a:r>
              <a:rPr lang="fr-FR" dirty="0" err="1"/>
              <a:t>worse</a:t>
            </a:r>
            <a:r>
              <a:rPr lang="fr-FR" dirty="0"/>
              <a:t> matches </a:t>
            </a:r>
            <a:r>
              <a:rPr lang="fr-FR" dirty="0" err="1"/>
              <a:t>between</a:t>
            </a:r>
            <a:r>
              <a:rPr lang="fr-FR" dirty="0"/>
              <a:t> distance and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767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Start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research</a:t>
            </a:r>
            <a:r>
              <a:rPr lang="fr-FR" dirty="0"/>
              <a:t> question, not </a:t>
            </a:r>
            <a:r>
              <a:rPr lang="fr-FR" dirty="0" err="1"/>
              <a:t>from</a:t>
            </a:r>
            <a:r>
              <a:rPr lang="fr-FR" dirty="0"/>
              <a:t> the default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ECB0C-9429-4388-B72B-32A46C2A6737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3876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C94E-AB71-8747-A12C-467A4E20E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F7D92-3451-55F4-5C39-C8DD13722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82DA0-4F83-5CE7-DA5D-92A31656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B47D1-26F9-9CE5-8EAC-5EB51B7E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0A163-1735-D065-F014-38D0F080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79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1246-3B69-8433-E219-F975AA3D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3953-2E1F-2819-60BD-6C1ABF216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165CB-D1A8-1CF6-3894-1CD50354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E2F24-1947-1946-09A0-994D2E4D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683FF-3C8F-3659-19E7-80142B0A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157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C039-15C8-1641-040D-15C9B131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00D46-3979-33F4-DE2A-34DD8676B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975B9-3821-49A3-C6CE-47779B35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0F0D-256D-481C-7B83-42F90DDB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09B0E-6342-7288-E937-9B5F5928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9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037F-A33C-8792-E691-B9CBD0CB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403EE-5F83-41E7-5782-C664EE587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22CB1-F3C8-0DBD-9270-9B2FF983F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AC7A0-CCED-2DCA-981B-3A712DD3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65641-C9DA-85AB-954E-2CF0C061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C839C-AE74-A283-194D-A297B374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0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5F4E-27E1-10E0-79FC-CEDC6F46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6DC55-25FF-1937-4588-7156223B7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19A4E-79D8-A343-827B-5DE145BDF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A1888-F6E7-DD1E-53B1-B4C365BEF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D5BA3-BB4D-388D-111A-92244C7B4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84A0B-756A-C9F3-E155-609871E3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721B0-3887-D2B0-8F88-3E910CC8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0CF6E-AA5D-BBA2-3D67-A7DD2C4D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554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1266-0EA8-E713-E3BC-BF535B4B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5BE98-36A7-7C42-AF8C-EF4D50D0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6091F-1F35-30E8-092C-1282CA62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B2868-6CC7-791D-99E5-73CF67CB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10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1DBB4-6362-1719-6216-EC8ACAF9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25AE7-EBD9-1D37-5343-E78B1A31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58ED6-565F-B8C4-C3FE-E0FFCE89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02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F7B5-356E-F400-00FA-A102468A1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29B0-E47E-A3F6-DD41-DB8059E7D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27677-BBBE-4E22-F8C2-75599CA1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F606B-314E-FDE9-F72F-A3A5C91B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2EEBF-04ED-CF7E-BBCE-7DE714FB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D0F9C-339F-2826-968A-50BF2A4E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9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7554-9CBA-9559-A4A0-4CEDC49C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BE644-9208-0398-EAB5-57FEC3D8A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53DC8-F4A7-E768-D6C1-4559101A6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54E3C-8903-6503-F5A9-C213ADAD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D0A2B-B6E0-34B9-1C70-916F5365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0E3D5-8CC1-8BDF-3A20-7A1184EA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06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3D2E-F340-5733-6A90-274B6FC9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3E7DD-41A3-68C4-EAC8-C938495C6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128B-E57A-9087-D3F8-5955B0E3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1B395-C0F3-A2E8-48E6-2F76235A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A6F0-641A-F400-D3B4-8AB83832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26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550CE-207D-F3C4-84BF-4C921A74A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9608D-3A98-B249-9EFC-3EC0724A8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20E3E-77C1-AFAC-4E29-0DB28FC0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231B-C844-165B-50E1-EE62572A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B17BF-78D6-E081-0921-83A855F3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42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03721-DC12-28B3-E253-B56503784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8A976-F1C4-0083-2693-11C4925D4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F9E0B-6B69-0997-04CA-F70D709A1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9C601-5444-46F7-8994-9B98B7E207E2}" type="datetimeFigureOut">
              <a:rPr lang="fr-FR" smtClean="0"/>
              <a:t>14/08/2026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4FE4B-D898-39DE-D343-4AEBFF307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A17BA-A5D3-A168-BFA4-99F4F236A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E7C3B-895E-4854-A13B-6FD1645293A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01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9C54-5A0F-8378-507C-71998D92A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Lesson</a:t>
            </a:r>
            <a:r>
              <a:rPr lang="fi-FI" dirty="0"/>
              <a:t> 2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6C5D9-43B7-B113-0C95-8E8AE256B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037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FE03-CED5-FED1-AE88-99FE623C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Measuring</a:t>
            </a:r>
            <a:r>
              <a:rPr lang="fr-FR" dirty="0"/>
              <a:t> </a:t>
            </a:r>
            <a:r>
              <a:rPr lang="fr-FR" dirty="0" err="1"/>
              <a:t>similarity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1320-FA41-D773-25E0-85B195DE7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Last</a:t>
            </a:r>
            <a:r>
              <a:rPr lang="fi-FI" dirty="0"/>
              <a:t> </a:t>
            </a:r>
            <a:r>
              <a:rPr lang="fi-FI" dirty="0" err="1"/>
              <a:t>week</a:t>
            </a:r>
            <a:r>
              <a:rPr lang="fi-FI" dirty="0"/>
              <a:t>,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learnt</a:t>
            </a:r>
            <a:r>
              <a:rPr lang="fi-FI" dirty="0"/>
              <a:t> to </a:t>
            </a:r>
            <a:r>
              <a:rPr lang="fi-FI" dirty="0" err="1"/>
              <a:t>make</a:t>
            </a:r>
            <a:r>
              <a:rPr lang="fi-FI" dirty="0"/>
              <a:t> </a:t>
            </a:r>
            <a:r>
              <a:rPr lang="fi-FI" dirty="0" err="1"/>
              <a:t>trajectories</a:t>
            </a:r>
            <a:r>
              <a:rPr lang="fi-FI" dirty="0"/>
              <a:t> </a:t>
            </a:r>
            <a:r>
              <a:rPr lang="fi-FI" dirty="0" err="1"/>
              <a:t>visible</a:t>
            </a:r>
            <a:endParaRPr lang="fi-FI" dirty="0"/>
          </a:p>
          <a:p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week</a:t>
            </a:r>
            <a:r>
              <a:rPr lang="fi-FI" dirty="0"/>
              <a:t>,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would</a:t>
            </a:r>
            <a:r>
              <a:rPr lang="fi-FI" dirty="0"/>
              <a:t> </a:t>
            </a:r>
            <a:r>
              <a:rPr lang="fi-FI" dirty="0" err="1"/>
              <a:t>like</a:t>
            </a:r>
            <a:r>
              <a:rPr lang="fi-FI" dirty="0"/>
              <a:t> to </a:t>
            </a:r>
            <a:r>
              <a:rPr lang="fi-FI" dirty="0" err="1"/>
              <a:t>see</a:t>
            </a:r>
            <a:r>
              <a:rPr lang="fi-FI" dirty="0"/>
              <a:t> </a:t>
            </a:r>
            <a:r>
              <a:rPr lang="fi-FI" dirty="0" err="1"/>
              <a:t>how</a:t>
            </a:r>
            <a:r>
              <a:rPr lang="fi-FI" dirty="0"/>
              <a:t> </a:t>
            </a:r>
            <a:r>
              <a:rPr lang="fi-FI" dirty="0" err="1"/>
              <a:t>similar</a:t>
            </a:r>
            <a:r>
              <a:rPr lang="fi-FI" dirty="0"/>
              <a:t>/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these</a:t>
            </a:r>
            <a:r>
              <a:rPr lang="fi-FI" dirty="0"/>
              <a:t> </a:t>
            </a:r>
            <a:r>
              <a:rPr lang="fi-FI" dirty="0" err="1"/>
              <a:t>trajectories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.</a:t>
            </a:r>
            <a:endParaRPr lang="fr-FR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6B049CC-5A9C-5D6E-F438-0F15C10D450A}"/>
              </a:ext>
            </a:extLst>
          </p:cNvPr>
          <p:cNvSpPr/>
          <p:nvPr/>
        </p:nvSpPr>
        <p:spPr>
          <a:xfrm>
            <a:off x="1189973" y="3341020"/>
            <a:ext cx="9181578" cy="50104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F150FE05-5673-390E-814C-8FA2169E5580}"/>
              </a:ext>
            </a:extLst>
          </p:cNvPr>
          <p:cNvSpPr/>
          <p:nvPr/>
        </p:nvSpPr>
        <p:spPr>
          <a:xfrm>
            <a:off x="1189973" y="4461213"/>
            <a:ext cx="10163827" cy="501041"/>
          </a:xfrm>
          <a:prstGeom prst="homePlat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9E6EFFE-9AB3-ADEE-C1F8-BC72BF139512}"/>
              </a:ext>
            </a:extLst>
          </p:cNvPr>
          <p:cNvSpPr/>
          <p:nvPr/>
        </p:nvSpPr>
        <p:spPr>
          <a:xfrm>
            <a:off x="1189973" y="5581407"/>
            <a:ext cx="7778663" cy="501041"/>
          </a:xfrm>
          <a:prstGeom prst="homePlat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55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3CE13-A107-F1A6-8343-53477CA8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in the course</a:t>
            </a:r>
            <a:endParaRPr lang="fr-FR" dirty="0"/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1826B8C6-697B-0241-34E2-8E0A05C34E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3293371"/>
              </p:ext>
            </p:extLst>
          </p:nvPr>
        </p:nvGraphicFramePr>
        <p:xfrm>
          <a:off x="838200" y="2517731"/>
          <a:ext cx="10515600" cy="3659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C696B9C-0639-6218-1EAC-A4C2B9334C93}"/>
              </a:ext>
            </a:extLst>
          </p:cNvPr>
          <p:cNvSpPr txBox="1"/>
          <p:nvPr/>
        </p:nvSpPr>
        <p:spPr>
          <a:xfrm>
            <a:off x="2107503" y="1690688"/>
            <a:ext cx="8476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800" dirty="0" err="1"/>
              <a:t>build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describe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b="1" dirty="0"/>
              <a:t>compare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cluster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interpret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97139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D11AA-CBC2-7CD8-BCE0-9F8D29B2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i-FI" sz="5400"/>
              <a:t>Recap of the previous episode</a:t>
            </a:r>
            <a:endParaRPr lang="fr-FR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63A324-9D38-6A80-A24B-C8AA3C65E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964119"/>
              </p:ext>
            </p:extLst>
          </p:nvPr>
        </p:nvGraphicFramePr>
        <p:xfrm>
          <a:off x="838200" y="1865313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C8EC76-7799-DA61-5B8C-7F513CC5E54D}"/>
              </a:ext>
            </a:extLst>
          </p:cNvPr>
          <p:cNvSpPr txBox="1"/>
          <p:nvPr/>
        </p:nvSpPr>
        <p:spPr>
          <a:xfrm>
            <a:off x="1251857" y="5665648"/>
            <a:ext cx="95141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However</a:t>
            </a:r>
            <a:r>
              <a:rPr lang="fr-FR" sz="2400" dirty="0"/>
              <a:t>, </a:t>
            </a:r>
            <a:r>
              <a:rPr lang="fr-FR" sz="2400" dirty="0" err="1"/>
              <a:t>visual</a:t>
            </a:r>
            <a:r>
              <a:rPr lang="fr-FR" sz="2400" dirty="0"/>
              <a:t> description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rarely</a:t>
            </a:r>
            <a:r>
              <a:rPr lang="fr-FR" sz="2400" dirty="0"/>
              <a:t> </a:t>
            </a:r>
            <a:r>
              <a:rPr lang="fr-FR" sz="2400" dirty="0" err="1"/>
              <a:t>enough</a:t>
            </a:r>
            <a:r>
              <a:rPr lang="fr-FR" sz="2400" dirty="0"/>
              <a:t> if </a:t>
            </a:r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want</a:t>
            </a:r>
            <a:r>
              <a:rPr lang="fr-FR" sz="2400" dirty="0"/>
              <a:t> to group </a:t>
            </a:r>
            <a:r>
              <a:rPr lang="fr-FR" sz="2400" dirty="0" err="1"/>
              <a:t>similar</a:t>
            </a:r>
            <a:r>
              <a:rPr lang="fr-FR" sz="2400" dirty="0"/>
              <a:t> </a:t>
            </a:r>
            <a:r>
              <a:rPr lang="fr-FR" sz="2400" dirty="0" err="1"/>
              <a:t>trajectories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897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BEED-A8C4-9F15-3DEF-608AB6EC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Today’s</a:t>
            </a:r>
            <a:r>
              <a:rPr lang="fi-FI" dirty="0"/>
              <a:t> </a:t>
            </a:r>
            <a:r>
              <a:rPr lang="fi-FI" dirty="0" err="1"/>
              <a:t>question</a:t>
            </a:r>
            <a:r>
              <a:rPr lang="fi-FI" dirty="0"/>
              <a:t>: </a:t>
            </a:r>
            <a:r>
              <a:rPr lang="fi-FI" dirty="0" err="1"/>
              <a:t>when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two</a:t>
            </a:r>
            <a:r>
              <a:rPr lang="fi-FI" dirty="0"/>
              <a:t> </a:t>
            </a:r>
            <a:r>
              <a:rPr lang="fi-FI" dirty="0" err="1"/>
              <a:t>lives</a:t>
            </a:r>
            <a:r>
              <a:rPr lang="fi-FI" dirty="0"/>
              <a:t> </a:t>
            </a:r>
            <a:r>
              <a:rPr lang="fi-FI" dirty="0" err="1"/>
              <a:t>close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10121-7D50-99E4-8323-5E89DE5A8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Pair</a:t>
            </a:r>
            <a:r>
              <a:rPr lang="fi-FI" dirty="0"/>
              <a:t> A</a:t>
            </a:r>
          </a:p>
          <a:p>
            <a:endParaRPr lang="fi-FI" dirty="0"/>
          </a:p>
          <a:p>
            <a:r>
              <a:rPr lang="fi-FI" dirty="0" err="1"/>
              <a:t>Pair</a:t>
            </a:r>
            <a:r>
              <a:rPr lang="fi-FI" dirty="0"/>
              <a:t> B</a:t>
            </a:r>
          </a:p>
          <a:p>
            <a:endParaRPr lang="fi-FI" dirty="0"/>
          </a:p>
          <a:p>
            <a:r>
              <a:rPr lang="fi-FI" dirty="0" err="1"/>
              <a:t>Pair</a:t>
            </a:r>
            <a:r>
              <a:rPr lang="fi-FI" dirty="0"/>
              <a:t> C</a:t>
            </a:r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A97336-1ACC-1350-9093-3E397275C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46991"/>
              </p:ext>
            </p:extLst>
          </p:nvPr>
        </p:nvGraphicFramePr>
        <p:xfrm>
          <a:off x="2260600" y="1825625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4396415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35934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47018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955216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018389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4084303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841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224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270D4E-FB42-8BA6-6484-95395200E694}"/>
              </a:ext>
            </a:extLst>
          </p:cNvPr>
          <p:cNvSpPr txBox="1"/>
          <p:nvPr/>
        </p:nvSpPr>
        <p:spPr>
          <a:xfrm>
            <a:off x="2754086" y="1491343"/>
            <a:ext cx="158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chemeClr val="accent3"/>
                </a:solidFill>
              </a:rPr>
              <a:t>EMPLOYED</a:t>
            </a:r>
            <a:endParaRPr lang="fr-FR" b="1" dirty="0">
              <a:solidFill>
                <a:schemeClr val="accent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ADA7D-B1FD-AC90-3CCB-FA708D63CDEC}"/>
              </a:ext>
            </a:extLst>
          </p:cNvPr>
          <p:cNvSpPr txBox="1"/>
          <p:nvPr/>
        </p:nvSpPr>
        <p:spPr>
          <a:xfrm>
            <a:off x="6977743" y="1456293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chemeClr val="accent1">
                    <a:lumMod val="75000"/>
                  </a:schemeClr>
                </a:solidFill>
              </a:rPr>
              <a:t>UNEMPLOYED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18CFEF-1561-5976-4F9C-6507F681F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22360"/>
              </p:ext>
            </p:extLst>
          </p:nvPr>
        </p:nvGraphicFramePr>
        <p:xfrm>
          <a:off x="2260597" y="2248060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4396415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35934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47018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955216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018389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4084303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841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224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C385BE-D8F1-F07F-C84F-E89EC767B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267733"/>
              </p:ext>
            </p:extLst>
          </p:nvPr>
        </p:nvGraphicFramePr>
        <p:xfrm>
          <a:off x="2260598" y="2871788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4396415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35934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47018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955216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018389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4084303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841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224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5D31723-EB87-AA9F-FC90-07FFE6293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660680"/>
              </p:ext>
            </p:extLst>
          </p:nvPr>
        </p:nvGraphicFramePr>
        <p:xfrm>
          <a:off x="2260594" y="4340386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4396415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35934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47018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955216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018389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4084303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841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2224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B2B532-A1EA-3BC5-36DB-28A4CC1A5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424894"/>
              </p:ext>
            </p:extLst>
          </p:nvPr>
        </p:nvGraphicFramePr>
        <p:xfrm>
          <a:off x="2260596" y="3917951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4396415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35934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47018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955216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018389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4084303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841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2240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4BDAB8-ED58-DB1C-26A2-9DB94A3CC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201734"/>
              </p:ext>
            </p:extLst>
          </p:nvPr>
        </p:nvGraphicFramePr>
        <p:xfrm>
          <a:off x="2260594" y="3322720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4396415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35934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47018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955216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018389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4084303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841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2240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AAC662A-0641-89ED-C55F-FC77B22C74B9}"/>
              </a:ext>
            </a:extLst>
          </p:cNvPr>
          <p:cNvSpPr txBox="1"/>
          <p:nvPr/>
        </p:nvSpPr>
        <p:spPr>
          <a:xfrm>
            <a:off x="1654627" y="5217041"/>
            <a:ext cx="81280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dirty="0"/>
              <a:t>Question:</a:t>
            </a:r>
          </a:p>
          <a:p>
            <a:r>
              <a:rPr lang="fr-FR" sz="2200" dirty="0" err="1"/>
              <a:t>Which</a:t>
            </a:r>
            <a:r>
              <a:rPr lang="fr-FR" sz="2200" dirty="0"/>
              <a:t> pair </a:t>
            </a:r>
            <a:r>
              <a:rPr lang="fr-FR" sz="2200" dirty="0" err="1"/>
              <a:t>is</a:t>
            </a:r>
            <a:r>
              <a:rPr lang="fr-FR" sz="2200" dirty="0"/>
              <a:t> </a:t>
            </a:r>
            <a:r>
              <a:rPr lang="fr-FR" sz="2200" dirty="0" err="1"/>
              <a:t>most</a:t>
            </a:r>
            <a:r>
              <a:rPr lang="fr-FR" sz="2200" dirty="0"/>
              <a:t> </a:t>
            </a:r>
            <a:r>
              <a:rPr lang="fr-FR" sz="2200" dirty="0" err="1"/>
              <a:t>similar</a:t>
            </a:r>
            <a:r>
              <a:rPr lang="fr-FR" sz="2200" dirty="0"/>
              <a:t>? </a:t>
            </a:r>
            <a:r>
              <a:rPr lang="fr-FR" sz="2200" dirty="0" err="1"/>
              <a:t>Which</a:t>
            </a:r>
            <a:r>
              <a:rPr lang="fr-FR" sz="2200" dirty="0"/>
              <a:t> pair </a:t>
            </a:r>
            <a:r>
              <a:rPr lang="fr-FR" sz="2200" dirty="0" err="1"/>
              <a:t>is</a:t>
            </a:r>
            <a:r>
              <a:rPr lang="fr-FR" sz="2200" dirty="0"/>
              <a:t> </a:t>
            </a:r>
            <a:r>
              <a:rPr lang="fr-FR" sz="2200" dirty="0" err="1"/>
              <a:t>most</a:t>
            </a:r>
            <a:r>
              <a:rPr lang="fr-FR" sz="2200" dirty="0"/>
              <a:t> </a:t>
            </a:r>
            <a:r>
              <a:rPr lang="fr-FR" sz="2200" dirty="0" err="1"/>
              <a:t>different</a:t>
            </a:r>
            <a:r>
              <a:rPr lang="fr-FR" sz="2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021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3C8D-B9E0-6CA8-380A-224B1A27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Same</a:t>
            </a:r>
            <a:r>
              <a:rPr lang="fi-FI" dirty="0"/>
              <a:t> </a:t>
            </a:r>
            <a:r>
              <a:rPr lang="fi-FI" dirty="0" err="1"/>
              <a:t>states</a:t>
            </a:r>
            <a:r>
              <a:rPr lang="fi-FI" dirty="0"/>
              <a:t>,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order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573A-3962-B81E-E46A-13067DCDB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fi-FI" dirty="0"/>
              <a:t>A</a:t>
            </a:r>
          </a:p>
          <a:p>
            <a:r>
              <a:rPr lang="fi-FI" dirty="0"/>
              <a:t>B</a:t>
            </a:r>
          </a:p>
          <a:p>
            <a:r>
              <a:rPr lang="fi-FI" dirty="0"/>
              <a:t>C</a:t>
            </a:r>
          </a:p>
          <a:p>
            <a:endParaRPr lang="fi-FI" dirty="0"/>
          </a:p>
          <a:p>
            <a:pPr marL="0" indent="0">
              <a:buNone/>
            </a:pPr>
            <a:r>
              <a:rPr lang="fr-FR" dirty="0"/>
              <a:t>Question: All have 4 </a:t>
            </a:r>
            <a:r>
              <a:rPr lang="fr-FR" dirty="0" err="1"/>
              <a:t>periods</a:t>
            </a:r>
            <a:r>
              <a:rPr lang="fr-FR" dirty="0"/>
              <a:t> </a:t>
            </a:r>
            <a:r>
              <a:rPr lang="fr-FR" dirty="0" err="1"/>
              <a:t>employed</a:t>
            </a:r>
            <a:r>
              <a:rPr lang="fr-FR" dirty="0"/>
              <a:t> and 4 </a:t>
            </a:r>
            <a:r>
              <a:rPr lang="fr-FR" dirty="0" err="1"/>
              <a:t>unemployed</a:t>
            </a:r>
            <a:r>
              <a:rPr lang="fr-FR" dirty="0"/>
              <a:t>. Are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?</a:t>
            </a:r>
          </a:p>
          <a:p>
            <a:pPr lvl="1"/>
            <a:r>
              <a:rPr lang="fr-FR" dirty="0" err="1"/>
              <a:t>Same</a:t>
            </a:r>
            <a:r>
              <a:rPr lang="fr-FR" dirty="0"/>
              <a:t> duration in states </a:t>
            </a:r>
          </a:p>
          <a:p>
            <a:pPr lvl="1"/>
            <a:r>
              <a:rPr lang="fr-FR" dirty="0" err="1"/>
              <a:t>Different</a:t>
            </a:r>
            <a:r>
              <a:rPr lang="fr-FR" dirty="0"/>
              <a:t> timing </a:t>
            </a:r>
          </a:p>
          <a:p>
            <a:pPr lvl="1"/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</a:t>
            </a:r>
          </a:p>
          <a:p>
            <a:pPr lvl="1"/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instability</a:t>
            </a:r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265BA3-1E7D-73DA-FD9B-20976AA1D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488794"/>
              </p:ext>
            </p:extLst>
          </p:nvPr>
        </p:nvGraphicFramePr>
        <p:xfrm>
          <a:off x="1770743" y="182562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5147039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4289255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257769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897937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365369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186249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3007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8656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4744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1DAB17-30A0-3900-B4B3-A0A1F1CA9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753428"/>
              </p:ext>
            </p:extLst>
          </p:nvPr>
        </p:nvGraphicFramePr>
        <p:xfrm>
          <a:off x="1770743" y="233140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5147039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4289255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257769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897937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365369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186249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3007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8656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47444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7AF312-4986-AADC-7637-8A7F07F5A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183642"/>
              </p:ext>
            </p:extLst>
          </p:nvPr>
        </p:nvGraphicFramePr>
        <p:xfrm>
          <a:off x="1770743" y="287364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5147039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4289255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257769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897937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365369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186249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3007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8656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47444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54B9B73-E0E5-927F-A2E3-FC1CE3EB074D}"/>
              </a:ext>
            </a:extLst>
          </p:cNvPr>
          <p:cNvSpPr txBox="1"/>
          <p:nvPr/>
        </p:nvSpPr>
        <p:spPr>
          <a:xfrm>
            <a:off x="6803570" y="4963551"/>
            <a:ext cx="44413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dirty="0"/>
              <a:t>Duration </a:t>
            </a:r>
            <a:r>
              <a:rPr lang="fr-FR" sz="2800" b="1" i="1" dirty="0" err="1"/>
              <a:t>alone</a:t>
            </a:r>
            <a:r>
              <a:rPr lang="fr-FR" sz="2800" b="1" i="1" dirty="0"/>
              <a:t> </a:t>
            </a:r>
            <a:r>
              <a:rPr lang="fr-FR" sz="2800" b="1" i="1" dirty="0" err="1"/>
              <a:t>does</a:t>
            </a:r>
            <a:r>
              <a:rPr lang="fr-FR" sz="2800" b="1" i="1" dirty="0"/>
              <a:t> not </a:t>
            </a:r>
            <a:r>
              <a:rPr lang="fr-FR" sz="2800" b="1" i="1" dirty="0" err="1"/>
              <a:t>define</a:t>
            </a:r>
            <a:r>
              <a:rPr lang="fr-FR" sz="2800" b="1" i="1" dirty="0"/>
              <a:t> </a:t>
            </a:r>
            <a:r>
              <a:rPr lang="fr-FR" sz="2800" b="1" i="1" dirty="0" err="1"/>
              <a:t>similarity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861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60C5-E0CB-256C-1206-B5A6C31C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Similarity</a:t>
            </a:r>
            <a:r>
              <a:rPr lang="fi-FI" dirty="0"/>
              <a:t> </a:t>
            </a:r>
            <a:r>
              <a:rPr lang="fi-FI" dirty="0" err="1"/>
              <a:t>depends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research</a:t>
            </a:r>
            <a:r>
              <a:rPr lang="fi-FI" dirty="0"/>
              <a:t> </a:t>
            </a:r>
            <a:r>
              <a:rPr lang="fi-FI" dirty="0" err="1"/>
              <a:t>question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B904D5-87D9-414E-D00A-1516DD98F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138181"/>
              </p:ext>
            </p:extLst>
          </p:nvPr>
        </p:nvGraphicFramePr>
        <p:xfrm>
          <a:off x="838200" y="2229099"/>
          <a:ext cx="10515600" cy="274320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155264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57674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If </a:t>
                      </a:r>
                      <a:r>
                        <a:rPr lang="fr-FR" sz="2400" dirty="0" err="1"/>
                        <a:t>your</a:t>
                      </a:r>
                      <a:r>
                        <a:rPr lang="fr-FR" sz="2400" dirty="0"/>
                        <a:t> question </a:t>
                      </a:r>
                      <a:r>
                        <a:rPr lang="fr-FR" sz="2400" dirty="0" err="1"/>
                        <a:t>is</a:t>
                      </a:r>
                      <a:r>
                        <a:rPr lang="fr-FR" sz="2400" dirty="0"/>
                        <a:t> about…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You </a:t>
                      </a:r>
                      <a:r>
                        <a:rPr lang="fr-FR" sz="2400" dirty="0" err="1"/>
                        <a:t>may</a:t>
                      </a:r>
                      <a:r>
                        <a:rPr lang="fr-FR" sz="2400" dirty="0"/>
                        <a:t> value…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505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Exact timing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same state at same age/time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821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Overall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similar order, even if shifted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707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Accumulated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time spent in states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816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Instability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number of transitions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976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Social mobility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direction of </a:t>
                      </a:r>
                      <a:r>
                        <a:rPr lang="fr-FR" sz="2400" dirty="0" err="1"/>
                        <a:t>movement</a:t>
                      </a:r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9987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EA2231-AD61-3966-4EC9-22E0F471DEFD}"/>
              </a:ext>
            </a:extLst>
          </p:cNvPr>
          <p:cNvSpPr txBox="1"/>
          <p:nvPr/>
        </p:nvSpPr>
        <p:spPr>
          <a:xfrm>
            <a:off x="1398814" y="5631101"/>
            <a:ext cx="93943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500" dirty="0" err="1"/>
              <a:t>Choose</a:t>
            </a:r>
            <a:r>
              <a:rPr lang="fr-FR" sz="2500" dirty="0"/>
              <a:t> </a:t>
            </a:r>
            <a:r>
              <a:rPr lang="fr-FR" sz="2500" dirty="0" err="1"/>
              <a:t>your</a:t>
            </a:r>
            <a:r>
              <a:rPr lang="fr-FR" sz="2500" dirty="0"/>
              <a:t> distance </a:t>
            </a:r>
            <a:r>
              <a:rPr lang="fr-FR" sz="2500" dirty="0" err="1"/>
              <a:t>measure</a:t>
            </a:r>
            <a:r>
              <a:rPr lang="fr-FR" sz="2500" dirty="0"/>
              <a:t> </a:t>
            </a:r>
            <a:r>
              <a:rPr lang="fr-FR" sz="2500" dirty="0" err="1"/>
              <a:t>carefully</a:t>
            </a:r>
            <a:r>
              <a:rPr lang="fr-FR" sz="2500" dirty="0"/>
              <a:t>, </a:t>
            </a:r>
            <a:r>
              <a:rPr lang="fr-FR" sz="2500" dirty="0" err="1"/>
              <a:t>because</a:t>
            </a:r>
            <a:r>
              <a:rPr lang="fr-FR" sz="2500" dirty="0"/>
              <a:t> </a:t>
            </a:r>
            <a:r>
              <a:rPr lang="fr-FR" sz="2500" dirty="0" err="1"/>
              <a:t>it</a:t>
            </a:r>
            <a:r>
              <a:rPr lang="fr-FR" sz="2500" dirty="0"/>
              <a:t> </a:t>
            </a:r>
            <a:r>
              <a:rPr lang="fr-FR" sz="2500" dirty="0" err="1"/>
              <a:t>is</a:t>
            </a:r>
            <a:r>
              <a:rPr lang="fr-FR" sz="2500" dirty="0"/>
              <a:t> not neutral. </a:t>
            </a:r>
          </a:p>
          <a:p>
            <a:r>
              <a:rPr lang="fr-FR" sz="2500" dirty="0"/>
              <a:t>It translates how </a:t>
            </a:r>
            <a:r>
              <a:rPr lang="fr-FR" sz="2500" dirty="0" err="1"/>
              <a:t>you</a:t>
            </a:r>
            <a:r>
              <a:rPr lang="fr-FR" sz="2500" dirty="0"/>
              <a:t> </a:t>
            </a:r>
            <a:r>
              <a:rPr lang="fr-FR" sz="2500" dirty="0" err="1"/>
              <a:t>want</a:t>
            </a:r>
            <a:r>
              <a:rPr lang="fr-FR" sz="2500" dirty="0"/>
              <a:t> to compare </a:t>
            </a:r>
            <a:r>
              <a:rPr lang="fr-FR" sz="2500" dirty="0" err="1"/>
              <a:t>sequences</a:t>
            </a:r>
            <a:endParaRPr lang="fr-FR" sz="2500" dirty="0"/>
          </a:p>
        </p:txBody>
      </p:sp>
    </p:spTree>
    <p:extLst>
      <p:ext uri="{BB962C8B-B14F-4D97-AF65-F5344CB8AC3E}">
        <p14:creationId xmlns:p14="http://schemas.microsoft.com/office/powerpoint/2010/main" val="254373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1F3A0-5D47-1E1B-D034-C7478BA6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logic of sequence dissimilarity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8348A-0492-A99E-839B-A2A16F816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45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16D4-FFE2-827C-EC5E-644A5FD6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visual</a:t>
            </a:r>
            <a:r>
              <a:rPr lang="fi-FI" dirty="0"/>
              <a:t> </a:t>
            </a:r>
            <a:r>
              <a:rPr lang="fi-FI" dirty="0" err="1"/>
              <a:t>comparison</a:t>
            </a:r>
            <a:r>
              <a:rPr lang="fi-FI" dirty="0"/>
              <a:t> to </a:t>
            </a:r>
            <a:r>
              <a:rPr lang="fi-FI" dirty="0" err="1"/>
              <a:t>numeric</a:t>
            </a:r>
            <a:r>
              <a:rPr lang="fi-FI" dirty="0"/>
              <a:t> </a:t>
            </a:r>
            <a:r>
              <a:rPr lang="fi-FI" dirty="0" err="1"/>
              <a:t>comparison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768AA-8796-E08A-EECA-72AFD4323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9861"/>
          </a:xfrm>
        </p:spPr>
        <p:txBody>
          <a:bodyPr>
            <a:normAutofit lnSpcReduction="10000"/>
          </a:bodyPr>
          <a:lstStyle/>
          <a:p>
            <a:r>
              <a:rPr lang="fi-FI" dirty="0"/>
              <a:t>A</a:t>
            </a:r>
          </a:p>
          <a:p>
            <a:r>
              <a:rPr lang="fi-FI" dirty="0"/>
              <a:t>B</a:t>
            </a:r>
          </a:p>
          <a:p>
            <a:endParaRPr lang="fi-FI" dirty="0"/>
          </a:p>
          <a:p>
            <a:r>
              <a:rPr lang="fi-FI" dirty="0"/>
              <a:t>How </a:t>
            </a:r>
            <a:r>
              <a:rPr lang="fi-FI" dirty="0" err="1"/>
              <a:t>similar</a:t>
            </a:r>
            <a:r>
              <a:rPr lang="fi-FI" dirty="0"/>
              <a:t>/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they</a:t>
            </a:r>
            <a:r>
              <a:rPr lang="fi-FI" dirty="0"/>
              <a:t>?</a:t>
            </a:r>
          </a:p>
          <a:p>
            <a:pPr lvl="1"/>
            <a:r>
              <a:rPr lang="fi-FI" dirty="0"/>
              <a:t>In </a:t>
            </a:r>
            <a:r>
              <a:rPr lang="fi-FI" dirty="0" err="1"/>
              <a:t>SAn</a:t>
            </a:r>
            <a:r>
              <a:rPr lang="fi-FI" dirty="0"/>
              <a:t> </a:t>
            </a:r>
            <a:r>
              <a:rPr lang="fi-FI" dirty="0" err="1"/>
              <a:t>universe</a:t>
            </a:r>
            <a:r>
              <a:rPr lang="fi-FI" dirty="0"/>
              <a:t>,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ask</a:t>
            </a:r>
            <a:r>
              <a:rPr lang="fi-FI" dirty="0"/>
              <a:t> ”</a:t>
            </a:r>
            <a:r>
              <a:rPr lang="fi-FI" dirty="0" err="1"/>
              <a:t>how</a:t>
            </a:r>
            <a:r>
              <a:rPr lang="fi-FI" dirty="0"/>
              <a:t> </a:t>
            </a:r>
            <a:r>
              <a:rPr lang="fi-FI" dirty="0" err="1"/>
              <a:t>distant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these</a:t>
            </a:r>
            <a:r>
              <a:rPr lang="fi-FI" dirty="0"/>
              <a:t> </a:t>
            </a:r>
            <a:r>
              <a:rPr lang="fi-FI" dirty="0" err="1"/>
              <a:t>sequences</a:t>
            </a:r>
            <a:r>
              <a:rPr lang="fi-FI" dirty="0"/>
              <a:t>”</a:t>
            </a:r>
            <a:endParaRPr lang="fr-FR" dirty="0"/>
          </a:p>
          <a:p>
            <a:endParaRPr lang="fi-FI" dirty="0"/>
          </a:p>
          <a:p>
            <a:r>
              <a:rPr lang="fr-FR" dirty="0"/>
              <a:t>A distance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number</a:t>
            </a:r>
            <a:r>
              <a:rPr lang="fr-FR" dirty="0"/>
              <a:t> </a:t>
            </a:r>
            <a:r>
              <a:rPr lang="fr-FR" dirty="0" err="1"/>
              <a:t>describing</a:t>
            </a:r>
            <a:r>
              <a:rPr lang="fr-FR" dirty="0"/>
              <a:t> how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 are. </a:t>
            </a:r>
          </a:p>
          <a:p>
            <a:pPr lvl="1"/>
            <a:r>
              <a:rPr lang="fr-FR" dirty="0"/>
              <a:t>Small distance =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Large distance = </a:t>
            </a:r>
            <a:r>
              <a:rPr lang="fr-FR" dirty="0" err="1"/>
              <a:t>dissimilar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endParaRPr lang="fi-FI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883EC9-7286-E37F-5657-266475674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434274"/>
              </p:ext>
            </p:extLst>
          </p:nvPr>
        </p:nvGraphicFramePr>
        <p:xfrm>
          <a:off x="1803400" y="1869169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1CDF4D-B9D9-511E-5EB6-4EBFEE1F2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174488"/>
              </p:ext>
            </p:extLst>
          </p:nvPr>
        </p:nvGraphicFramePr>
        <p:xfrm>
          <a:off x="1803400" y="2424339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22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DF45-B19E-6A43-3854-08016222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is a </a:t>
            </a:r>
            <a:r>
              <a:rPr lang="fi-FI" dirty="0" err="1"/>
              <a:t>distance</a:t>
            </a:r>
            <a:r>
              <a:rPr lang="fi-FI" dirty="0"/>
              <a:t> </a:t>
            </a:r>
            <a:r>
              <a:rPr lang="fi-FI" dirty="0" err="1"/>
              <a:t>matrix</a:t>
            </a:r>
            <a:r>
              <a:rPr lang="fi-FI" dirty="0"/>
              <a:t>?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D1866D-8EB6-0D66-8791-E47DD6593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6645016"/>
              </p:ext>
            </p:extLst>
          </p:nvPr>
        </p:nvGraphicFramePr>
        <p:xfrm>
          <a:off x="707571" y="1690688"/>
          <a:ext cx="10515600" cy="18288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445421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339106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144227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609028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10146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Clara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Daniel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82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26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99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Clara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287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4470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BA2618-B20F-5222-5CC8-C60AC1001B76}"/>
              </a:ext>
            </a:extLst>
          </p:cNvPr>
          <p:cNvSpPr txBox="1"/>
          <p:nvPr/>
        </p:nvSpPr>
        <p:spPr>
          <a:xfrm>
            <a:off x="1556657" y="4243982"/>
            <a:ext cx="88283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The distance matrix </a:t>
            </a:r>
            <a:r>
              <a:rPr lang="fr-FR" sz="2400" dirty="0" err="1"/>
              <a:t>is</a:t>
            </a:r>
            <a:r>
              <a:rPr lang="fr-FR" sz="2400" dirty="0"/>
              <a:t> the </a:t>
            </a:r>
            <a:r>
              <a:rPr lang="fr-FR" sz="2400" dirty="0" err="1"/>
              <a:t>raw</a:t>
            </a:r>
            <a:r>
              <a:rPr lang="fr-FR" sz="2400" dirty="0"/>
              <a:t> </a:t>
            </a:r>
            <a:r>
              <a:rPr lang="fr-FR" sz="2400" dirty="0" err="1"/>
              <a:t>material</a:t>
            </a:r>
            <a:r>
              <a:rPr lang="fr-FR" sz="2400" dirty="0"/>
              <a:t> for clustering.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Diagonal = 0 </a:t>
            </a:r>
            <a:r>
              <a:rPr lang="fr-FR" sz="2400" dirty="0" err="1"/>
              <a:t>because</a:t>
            </a:r>
            <a:r>
              <a:rPr lang="fr-FR" sz="2400" dirty="0"/>
              <a:t>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person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identical</a:t>
            </a:r>
            <a:r>
              <a:rPr lang="fr-FR" sz="2400" dirty="0"/>
              <a:t> to </a:t>
            </a:r>
            <a:r>
              <a:rPr lang="fr-FR" sz="2400" dirty="0" err="1"/>
              <a:t>themselves</a:t>
            </a:r>
            <a:r>
              <a:rPr lang="fr-FR" sz="2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Matrix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symmetric</a:t>
            </a:r>
            <a:r>
              <a:rPr lang="fr-FR" sz="2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cell</a:t>
            </a:r>
            <a:r>
              <a:rPr lang="fr-FR" sz="2400" dirty="0"/>
              <a:t> compares </a:t>
            </a:r>
            <a:r>
              <a:rPr lang="fr-FR" sz="2400" dirty="0" err="1"/>
              <a:t>two</a:t>
            </a:r>
            <a:r>
              <a:rPr lang="fr-FR" sz="2400" dirty="0"/>
              <a:t> people.</a:t>
            </a:r>
          </a:p>
        </p:txBody>
      </p:sp>
    </p:spTree>
    <p:extLst>
      <p:ext uri="{BB962C8B-B14F-4D97-AF65-F5344CB8AC3E}">
        <p14:creationId xmlns:p14="http://schemas.microsoft.com/office/powerpoint/2010/main" val="1499097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1CBF-71F8-C3E8-952E-35BAE7CD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Comparing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to </a:t>
            </a:r>
            <a:r>
              <a:rPr lang="fi-FI" dirty="0" err="1"/>
              <a:t>another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F9CE1-CF5D-22C6-497E-5AA37E56F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</a:t>
            </a:r>
          </a:p>
          <a:p>
            <a:r>
              <a:rPr lang="fi-FI" dirty="0"/>
              <a:t>Ben</a:t>
            </a:r>
          </a:p>
          <a:p>
            <a:endParaRPr lang="fi-FI" dirty="0"/>
          </a:p>
          <a:p>
            <a:endParaRPr lang="fi-FI" dirty="0"/>
          </a:p>
          <a:p>
            <a:r>
              <a:rPr lang="fi-FI" dirty="0" err="1"/>
              <a:t>First</a:t>
            </a:r>
            <a:r>
              <a:rPr lang="fi-FI" dirty="0"/>
              <a:t> </a:t>
            </a:r>
            <a:r>
              <a:rPr lang="fi-FI" dirty="0" err="1"/>
              <a:t>step</a:t>
            </a:r>
            <a:r>
              <a:rPr lang="fi-FI" dirty="0"/>
              <a:t>: </a:t>
            </a:r>
            <a:r>
              <a:rPr lang="fr-FR" dirty="0" err="1"/>
              <a:t>We</a:t>
            </a:r>
            <a:r>
              <a:rPr lang="fr-FR" dirty="0"/>
              <a:t> compare </a:t>
            </a:r>
            <a:r>
              <a:rPr lang="fr-FR" dirty="0" err="1"/>
              <a:t>two</a:t>
            </a:r>
            <a:r>
              <a:rPr lang="fr-FR" dirty="0"/>
              <a:t> full </a:t>
            </a:r>
            <a:r>
              <a:rPr lang="fr-FR" dirty="0" err="1"/>
              <a:t>trajectories</a:t>
            </a:r>
            <a:r>
              <a:rPr lang="fr-FR" dirty="0"/>
              <a:t>. </a:t>
            </a:r>
          </a:p>
          <a:p>
            <a:r>
              <a:rPr lang="fr-FR" dirty="0"/>
              <a:t>Second </a:t>
            </a:r>
            <a:r>
              <a:rPr lang="fr-FR" dirty="0" err="1"/>
              <a:t>step</a:t>
            </a:r>
            <a:r>
              <a:rPr lang="fr-FR" dirty="0"/>
              <a:t>: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ask</a:t>
            </a:r>
            <a:r>
              <a:rPr lang="fr-FR" dirty="0"/>
              <a:t> how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identical</a:t>
            </a:r>
            <a:r>
              <a:rPr lang="fr-FR" dirty="0"/>
              <a:t>. </a:t>
            </a:r>
          </a:p>
          <a:p>
            <a:pPr lvl="1"/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“</a:t>
            </a:r>
            <a:r>
              <a:rPr lang="fr-FR" dirty="0" err="1"/>
              <a:t>work</a:t>
            </a:r>
            <a:r>
              <a:rPr lang="fr-FR" dirty="0"/>
              <a:t>” </a:t>
            </a:r>
            <a:r>
              <a:rPr lang="fr-FR" dirty="0" err="1"/>
              <a:t>differently</a:t>
            </a:r>
            <a:r>
              <a:rPr lang="fr-FR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FF8527-80BB-CA91-3672-A5FF40D7B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665696"/>
              </p:ext>
            </p:extLst>
          </p:nvPr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7A7937-83FC-2DF3-06E8-838A25907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24284"/>
              </p:ext>
            </p:extLst>
          </p:nvPr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751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FE94-082F-2940-26A9-44077833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Comparing</a:t>
            </a:r>
            <a:r>
              <a:rPr lang="fi-FI" dirty="0"/>
              <a:t> </a:t>
            </a:r>
            <a:r>
              <a:rPr lang="fi-FI" dirty="0" err="1"/>
              <a:t>every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to </a:t>
            </a:r>
            <a:r>
              <a:rPr lang="fi-FI" dirty="0" err="1"/>
              <a:t>every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sequence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58FF7-643C-E699-E424-30FF0531FC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90509"/>
                <a:ext cx="4974771" cy="22864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For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dirty="0" err="1"/>
                  <a:t>individuals</a:t>
                </a:r>
                <a:r>
                  <a:rPr lang="fr-FR" dirty="0"/>
                  <a:t>, </a:t>
                </a:r>
                <a:r>
                  <a:rPr lang="fr-FR" dirty="0" err="1"/>
                  <a:t>we</a:t>
                </a:r>
                <a:r>
                  <a:rPr lang="fr-FR" dirty="0"/>
                  <a:t> compare: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fr-FR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pairs of </a:t>
                </a:r>
                <a:r>
                  <a:rPr lang="fr-FR" dirty="0" err="1"/>
                  <a:t>sequences</a:t>
                </a:r>
                <a:r>
                  <a:rPr lang="fr-FR" dirty="0"/>
                  <a:t>.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58FF7-643C-E699-E424-30FF0531F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90509"/>
                <a:ext cx="4974771" cy="2286454"/>
              </a:xfrm>
              <a:blipFill>
                <a:blip r:embed="rId2"/>
                <a:stretch>
                  <a:fillRect l="-2574" t="-45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Pentagon 3">
            <a:extLst>
              <a:ext uri="{FF2B5EF4-FFF2-40B4-BE49-F238E27FC236}">
                <a16:creationId xmlns:a16="http://schemas.microsoft.com/office/drawing/2014/main" id="{CCB07278-8B32-F1C6-17EB-1CBE1BB3DEE7}"/>
              </a:ext>
            </a:extLst>
          </p:cNvPr>
          <p:cNvSpPr/>
          <p:nvPr/>
        </p:nvSpPr>
        <p:spPr>
          <a:xfrm>
            <a:off x="522514" y="1759176"/>
            <a:ext cx="8588829" cy="27214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12CDC05-F778-6D78-0469-C1C2D7D46673}"/>
              </a:ext>
            </a:extLst>
          </p:cNvPr>
          <p:cNvSpPr/>
          <p:nvPr/>
        </p:nvSpPr>
        <p:spPr>
          <a:xfrm>
            <a:off x="522514" y="2166256"/>
            <a:ext cx="8588829" cy="272143"/>
          </a:xfrm>
          <a:prstGeom prst="homePlat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78128C1E-3D01-FC62-2BBF-5E575BE17E6C}"/>
              </a:ext>
            </a:extLst>
          </p:cNvPr>
          <p:cNvSpPr/>
          <p:nvPr/>
        </p:nvSpPr>
        <p:spPr>
          <a:xfrm>
            <a:off x="522514" y="2573336"/>
            <a:ext cx="8588829" cy="272143"/>
          </a:xfrm>
          <a:prstGeom prst="homePlat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DA99EDA-A379-70CB-4EF4-0BEA3E130064}"/>
              </a:ext>
            </a:extLst>
          </p:cNvPr>
          <p:cNvSpPr/>
          <p:nvPr/>
        </p:nvSpPr>
        <p:spPr>
          <a:xfrm>
            <a:off x="522514" y="3023959"/>
            <a:ext cx="8588829" cy="272143"/>
          </a:xfrm>
          <a:prstGeom prst="homePlat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6FDDCA09-5011-6730-90FF-F8D190AF851B}"/>
              </a:ext>
            </a:extLst>
          </p:cNvPr>
          <p:cNvSpPr/>
          <p:nvPr/>
        </p:nvSpPr>
        <p:spPr>
          <a:xfrm>
            <a:off x="522513" y="3439886"/>
            <a:ext cx="8588829" cy="272143"/>
          </a:xfrm>
          <a:prstGeom prst="homePlat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36A2FBC-3360-5430-2B87-9D1197B0FFBE}"/>
              </a:ext>
            </a:extLst>
          </p:cNvPr>
          <p:cNvSpPr/>
          <p:nvPr/>
        </p:nvSpPr>
        <p:spPr>
          <a:xfrm>
            <a:off x="9503229" y="1690688"/>
            <a:ext cx="609600" cy="202134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D5F87-F55A-63C8-2E70-E329A5423B43}"/>
              </a:ext>
            </a:extLst>
          </p:cNvPr>
          <p:cNvSpPr txBox="1"/>
          <p:nvPr/>
        </p:nvSpPr>
        <p:spPr>
          <a:xfrm>
            <a:off x="10363200" y="2438399"/>
            <a:ext cx="160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200" dirty="0"/>
              <a:t>N=5</a:t>
            </a:r>
            <a:endParaRPr lang="fr-FR" sz="2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5BC8FE5-955B-BE10-A066-1B58A38A728B}"/>
              </a:ext>
            </a:extLst>
          </p:cNvPr>
          <p:cNvSpPr txBox="1">
            <a:spLocks/>
          </p:cNvSpPr>
          <p:nvPr/>
        </p:nvSpPr>
        <p:spPr>
          <a:xfrm>
            <a:off x="6379031" y="3890509"/>
            <a:ext cx="4974771" cy="2286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Example:</a:t>
            </a:r>
          </a:p>
          <a:p>
            <a:pPr lvl="1"/>
            <a:r>
              <a:rPr lang="fr-FR" dirty="0"/>
              <a:t>5 people = 10 </a:t>
            </a:r>
            <a:r>
              <a:rPr lang="fr-FR" dirty="0" err="1"/>
              <a:t>comparisons</a:t>
            </a:r>
            <a:endParaRPr lang="fr-FR" dirty="0"/>
          </a:p>
          <a:p>
            <a:pPr lvl="1"/>
            <a:r>
              <a:rPr lang="fr-FR" dirty="0"/>
              <a:t>10 people = 45 </a:t>
            </a:r>
            <a:r>
              <a:rPr lang="fr-FR" dirty="0" err="1"/>
              <a:t>comparisons</a:t>
            </a:r>
            <a:endParaRPr lang="fr-FR" dirty="0"/>
          </a:p>
          <a:p>
            <a:pPr lvl="1"/>
            <a:r>
              <a:rPr lang="fr-FR" dirty="0"/>
              <a:t>1,000 people = 499,500 </a:t>
            </a:r>
            <a:r>
              <a:rPr lang="fr-FR" dirty="0" err="1"/>
              <a:t>comparisons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175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F1A3-CD9D-A39A-1763-FE7DEC675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Why</a:t>
            </a:r>
            <a:r>
              <a:rPr lang="fi-FI" dirty="0"/>
              <a:t> </a:t>
            </a:r>
            <a:r>
              <a:rPr lang="fi-FI" dirty="0" err="1"/>
              <a:t>distances</a:t>
            </a:r>
            <a:r>
              <a:rPr lang="fi-FI" dirty="0"/>
              <a:t> </a:t>
            </a:r>
            <a:r>
              <a:rPr lang="fi-FI" dirty="0" err="1"/>
              <a:t>matter</a:t>
            </a:r>
            <a:r>
              <a:rPr lang="fi-FI" dirty="0"/>
              <a:t>: </a:t>
            </a:r>
            <a:r>
              <a:rPr lang="fi-FI" dirty="0" err="1"/>
              <a:t>they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a bridge to </a:t>
            </a:r>
            <a:r>
              <a:rPr lang="fi-FI" dirty="0" err="1"/>
              <a:t>clustering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36B19-2E60-7171-0269-B2FC14877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	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 err="1"/>
              <a:t>We</a:t>
            </a:r>
            <a:r>
              <a:rPr lang="fr-FR" dirty="0"/>
              <a:t> do not cluster </a:t>
            </a:r>
            <a:r>
              <a:rPr lang="fr-FR" dirty="0" err="1"/>
              <a:t>raw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. </a:t>
            </a:r>
          </a:p>
          <a:p>
            <a:r>
              <a:rPr lang="fr-FR" dirty="0" err="1"/>
              <a:t>We</a:t>
            </a:r>
            <a:r>
              <a:rPr lang="fr-FR" dirty="0"/>
              <a:t> first </a:t>
            </a:r>
            <a:r>
              <a:rPr lang="fr-FR" dirty="0" err="1"/>
              <a:t>decide</a:t>
            </a:r>
            <a:r>
              <a:rPr lang="fr-FR" dirty="0"/>
              <a:t> how to </a:t>
            </a:r>
            <a:r>
              <a:rPr lang="fr-FR" dirty="0" err="1"/>
              <a:t>measure</a:t>
            </a:r>
            <a:r>
              <a:rPr lang="fr-FR" dirty="0"/>
              <a:t> </a:t>
            </a:r>
            <a:r>
              <a:rPr lang="fr-FR" dirty="0" err="1"/>
              <a:t>similarity</a:t>
            </a:r>
            <a:r>
              <a:rPr lang="fr-FR" dirty="0"/>
              <a:t>. </a:t>
            </a:r>
          </a:p>
          <a:p>
            <a:r>
              <a:rPr lang="fr-FR" dirty="0"/>
              <a:t>Then clustering uses the distance matrix.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If the distance </a:t>
            </a:r>
            <a:r>
              <a:rPr lang="fr-FR" dirty="0" err="1"/>
              <a:t>measure</a:t>
            </a:r>
            <a:r>
              <a:rPr lang="fr-FR" dirty="0"/>
              <a:t> changes, the clusters </a:t>
            </a:r>
            <a:r>
              <a:rPr lang="fr-FR" dirty="0" err="1"/>
              <a:t>may</a:t>
            </a:r>
            <a:r>
              <a:rPr lang="fr-FR" dirty="0"/>
              <a:t> change.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944D7-FE8E-76E9-9CDC-B7838D143D95}"/>
              </a:ext>
            </a:extLst>
          </p:cNvPr>
          <p:cNvSpPr/>
          <p:nvPr/>
        </p:nvSpPr>
        <p:spPr>
          <a:xfrm>
            <a:off x="2122714" y="1825625"/>
            <a:ext cx="8131629" cy="4821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500" dirty="0" err="1"/>
              <a:t>Sequences</a:t>
            </a:r>
            <a:r>
              <a:rPr lang="fr-FR" sz="2500" dirty="0"/>
              <a:t> </a:t>
            </a:r>
            <a:r>
              <a:rPr lang="fr-FR" sz="2500" dirty="0">
                <a:sym typeface="Wingdings" panose="05000000000000000000" pitchFamily="2" charset="2"/>
              </a:rPr>
              <a:t></a:t>
            </a:r>
            <a:r>
              <a:rPr lang="fr-FR" sz="2500" dirty="0"/>
              <a:t> Distance matrix </a:t>
            </a:r>
            <a:r>
              <a:rPr lang="fr-FR" sz="2500" dirty="0">
                <a:sym typeface="Wingdings" panose="05000000000000000000" pitchFamily="2" charset="2"/>
              </a:rPr>
              <a:t></a:t>
            </a:r>
            <a:r>
              <a:rPr lang="fr-FR" sz="2500" dirty="0"/>
              <a:t> Clusters </a:t>
            </a:r>
            <a:r>
              <a:rPr lang="fr-FR" sz="2500" dirty="0">
                <a:sym typeface="Wingdings" panose="05000000000000000000" pitchFamily="2" charset="2"/>
              </a:rPr>
              <a:t></a:t>
            </a:r>
            <a:r>
              <a:rPr lang="fr-FR" sz="2500" dirty="0"/>
              <a:t> </a:t>
            </a:r>
            <a:r>
              <a:rPr lang="fr-FR" sz="2500" dirty="0" err="1"/>
              <a:t>Typology</a:t>
            </a:r>
            <a:endParaRPr lang="fr-FR" sz="2500" dirty="0"/>
          </a:p>
        </p:txBody>
      </p:sp>
    </p:spTree>
    <p:extLst>
      <p:ext uri="{BB962C8B-B14F-4D97-AF65-F5344CB8AC3E}">
        <p14:creationId xmlns:p14="http://schemas.microsoft.com/office/powerpoint/2010/main" val="1546688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5F84D-CE07-0BD2-1612-5881283E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Hamming distance: comparing position by 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009E6-1F04-EE01-2A80-FA1635B8B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F9A6-CE9F-AB54-C053-7C3DE835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First</a:t>
            </a:r>
            <a:r>
              <a:rPr lang="fi-FI" dirty="0"/>
              <a:t> </a:t>
            </a:r>
            <a:r>
              <a:rPr lang="fi-FI" dirty="0" err="1"/>
              <a:t>method</a:t>
            </a:r>
            <a:r>
              <a:rPr lang="fi-FI" dirty="0"/>
              <a:t>: </a:t>
            </a:r>
            <a:r>
              <a:rPr lang="fi-FI" dirty="0" err="1"/>
              <a:t>compare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time</a:t>
            </a:r>
            <a:r>
              <a:rPr lang="fi-FI" dirty="0"/>
              <a:t> </a:t>
            </a:r>
            <a:r>
              <a:rPr lang="fi-FI" dirty="0" err="1"/>
              <a:t>point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00C75-E365-D662-417D-442E59A1B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</a:t>
            </a:r>
          </a:p>
          <a:p>
            <a:r>
              <a:rPr lang="fi-FI" dirty="0"/>
              <a:t>Ben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pPr marL="0" indent="0">
              <a:buNone/>
            </a:pPr>
            <a:r>
              <a:rPr lang="fr-FR" dirty="0"/>
              <a:t>Hamming distance compares states position by position.</a:t>
            </a:r>
            <a:endParaRPr lang="fi-FI" dirty="0"/>
          </a:p>
          <a:p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84C86A-8996-C0F0-A396-1FEB802D8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199924"/>
              </p:ext>
            </p:extLst>
          </p:nvPr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3E047E-1FAC-C73B-3D11-B792F7E08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937675"/>
              </p:ext>
            </p:extLst>
          </p:nvPr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3F62C6-F47F-5D13-7B88-FFDF40310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66055"/>
              </p:ext>
            </p:extLst>
          </p:nvPr>
        </p:nvGraphicFramePr>
        <p:xfrm>
          <a:off x="2452913" y="2935965"/>
          <a:ext cx="8128002" cy="370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415159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4376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45370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01699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639827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08440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=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=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dirty="0"/>
                        <a:t>=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=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17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497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DC0D-7C28-2350-CD1C-A9AA9205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Hamming</a:t>
            </a:r>
            <a:r>
              <a:rPr lang="fi-FI" dirty="0"/>
              <a:t> </a:t>
            </a:r>
            <a:r>
              <a:rPr lang="fi-FI" dirty="0" err="1"/>
              <a:t>distance</a:t>
            </a:r>
            <a:r>
              <a:rPr lang="fi-FI" dirty="0"/>
              <a:t>: </a:t>
            </a:r>
            <a:r>
              <a:rPr lang="fi-FI" dirty="0" err="1"/>
              <a:t>simple</a:t>
            </a:r>
            <a:r>
              <a:rPr lang="fi-FI" dirty="0"/>
              <a:t>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strict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4E20A-41A1-917F-D6B4-382C621FA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fr-FR" dirty="0"/>
                  <a:t>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nary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It compares </a:t>
                </a:r>
                <a:r>
                  <a:rPr lang="fr-FR" dirty="0" err="1"/>
                  <a:t>each</a:t>
                </a:r>
                <a:r>
                  <a:rPr lang="fr-FR" dirty="0"/>
                  <a:t> time points and </a:t>
                </a:r>
                <a:r>
                  <a:rPr lang="fr-FR" dirty="0" err="1"/>
                  <a:t>counts</a:t>
                </a:r>
                <a:r>
                  <a:rPr lang="fr-FR" dirty="0"/>
                  <a:t> the </a:t>
                </a:r>
                <a:r>
                  <a:rPr lang="fr-FR" dirty="0" err="1"/>
                  <a:t>mismatches</a:t>
                </a:r>
                <a:endParaRPr lang="fr-FR" dirty="0"/>
              </a:p>
              <a:p>
                <a:r>
                  <a:rPr lang="fr-FR" dirty="0"/>
                  <a:t>All </a:t>
                </a:r>
                <a:r>
                  <a:rPr lang="fr-FR" dirty="0" err="1"/>
                  <a:t>mismatches</a:t>
                </a:r>
                <a:r>
                  <a:rPr lang="fr-FR" dirty="0"/>
                  <a:t> </a:t>
                </a:r>
                <a:r>
                  <a:rPr lang="fr-FR" dirty="0" err="1"/>
                  <a:t>counts</a:t>
                </a:r>
                <a:r>
                  <a:rPr lang="fr-FR" dirty="0"/>
                  <a:t> </a:t>
                </a:r>
                <a:r>
                  <a:rPr lang="fr-FR" dirty="0" err="1"/>
                  <a:t>usually</a:t>
                </a:r>
                <a:r>
                  <a:rPr lang="fr-FR" dirty="0"/>
                  <a:t> the </a:t>
                </a:r>
                <a:r>
                  <a:rPr lang="fr-FR" dirty="0" err="1"/>
                  <a:t>same</a:t>
                </a:r>
                <a:endParaRPr lang="fr-FR" dirty="0"/>
              </a:p>
              <a:p>
                <a:r>
                  <a:rPr lang="fr-FR" dirty="0"/>
                  <a:t>In </a:t>
                </a:r>
                <a:r>
                  <a:rPr lang="fr-FR" dirty="0" err="1"/>
                  <a:t>our</a:t>
                </a:r>
                <a:r>
                  <a:rPr lang="fr-FR" dirty="0"/>
                  <a:t> </a:t>
                </a:r>
                <a:r>
                  <a:rPr lang="fr-FR" dirty="0" err="1"/>
                  <a:t>example</a:t>
                </a:r>
                <a:r>
                  <a:rPr lang="fr-FR" dirty="0"/>
                  <a:t>: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pPr lvl="1"/>
                <a:r>
                  <a:rPr lang="fr-FR" dirty="0"/>
                  <a:t>Distance = 2 </a:t>
                </a:r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4E20A-41A1-917F-D6B4-382C621FA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4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8F6EB5-7F24-C7BE-AD5D-3109C238F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75222"/>
              </p:ext>
            </p:extLst>
          </p:nvPr>
        </p:nvGraphicFramePr>
        <p:xfrm>
          <a:off x="4190999" y="4475934"/>
          <a:ext cx="68362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372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19349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BBF49E-5953-E581-6C0D-CB07F8EB4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329393"/>
              </p:ext>
            </p:extLst>
          </p:nvPr>
        </p:nvGraphicFramePr>
        <p:xfrm>
          <a:off x="4190999" y="5031104"/>
          <a:ext cx="68362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372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139372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19349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sp>
        <p:nvSpPr>
          <p:cNvPr id="8" name="Arrow: Up 7">
            <a:extLst>
              <a:ext uri="{FF2B5EF4-FFF2-40B4-BE49-F238E27FC236}">
                <a16:creationId xmlns:a16="http://schemas.microsoft.com/office/drawing/2014/main" id="{CCB38292-08E3-2342-2B2F-071A470F552A}"/>
              </a:ext>
            </a:extLst>
          </p:cNvPr>
          <p:cNvSpPr/>
          <p:nvPr/>
        </p:nvSpPr>
        <p:spPr>
          <a:xfrm>
            <a:off x="6966857" y="5586274"/>
            <a:ext cx="195943" cy="261257"/>
          </a:xfrm>
          <a:prstGeom prst="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BE0D3375-8DB0-CF9E-0295-63E4AD987B42}"/>
              </a:ext>
            </a:extLst>
          </p:cNvPr>
          <p:cNvSpPr/>
          <p:nvPr/>
        </p:nvSpPr>
        <p:spPr>
          <a:xfrm>
            <a:off x="9274629" y="5586273"/>
            <a:ext cx="195943" cy="261257"/>
          </a:xfrm>
          <a:prstGeom prst="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369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8AA3-B354-0DD5-932E-A69E7834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r>
              <a:rPr lang="fi-FI" dirty="0"/>
              <a:t>: </a:t>
            </a:r>
            <a:r>
              <a:rPr lang="fi-FI" dirty="0" err="1"/>
              <a:t>same</a:t>
            </a:r>
            <a:r>
              <a:rPr lang="fi-FI" dirty="0"/>
              <a:t> </a:t>
            </a:r>
            <a:r>
              <a:rPr lang="fi-FI" dirty="0" err="1"/>
              <a:t>pattern</a:t>
            </a:r>
            <a:r>
              <a:rPr lang="fi-FI" dirty="0"/>
              <a:t>, </a:t>
            </a:r>
            <a:r>
              <a:rPr lang="fi-FI" dirty="0" err="1"/>
              <a:t>shifted</a:t>
            </a:r>
            <a:r>
              <a:rPr lang="fi-FI" dirty="0"/>
              <a:t> in </a:t>
            </a:r>
            <a:r>
              <a:rPr lang="fi-FI" dirty="0" err="1"/>
              <a:t>time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5638E-C976-65C4-F577-B5DCAA97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A: </a:t>
            </a:r>
          </a:p>
          <a:p>
            <a:r>
              <a:rPr lang="pt-BR" dirty="0"/>
              <a:t>B: </a:t>
            </a:r>
          </a:p>
          <a:p>
            <a:endParaRPr lang="pt-BR" dirty="0"/>
          </a:p>
          <a:p>
            <a:pPr lvl="1"/>
            <a:r>
              <a:rPr lang="pt-BR" dirty="0"/>
              <a:t>Distance = 6 i</a:t>
            </a:r>
            <a:r>
              <a:rPr lang="fr-FR" dirty="0"/>
              <a:t>f </a:t>
            </a:r>
            <a:r>
              <a:rPr lang="fr-FR" dirty="0" err="1"/>
              <a:t>every</a:t>
            </a:r>
            <a:r>
              <a:rPr lang="fr-FR" dirty="0"/>
              <a:t> substitution </a:t>
            </a:r>
            <a:r>
              <a:rPr lang="fr-FR" dirty="0" err="1"/>
              <a:t>costs</a:t>
            </a:r>
            <a:r>
              <a:rPr lang="fr-FR" dirty="0"/>
              <a:t> 1.</a:t>
            </a:r>
            <a:endParaRPr lang="pt-BR" dirty="0"/>
          </a:p>
          <a:p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CB495-6F79-5E8C-8F10-AB88C5F513E3}"/>
              </a:ext>
            </a:extLst>
          </p:cNvPr>
          <p:cNvSpPr txBox="1"/>
          <p:nvPr/>
        </p:nvSpPr>
        <p:spPr>
          <a:xfrm>
            <a:off x="7935685" y="65705"/>
            <a:ext cx="416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Example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Vanhoutte</a:t>
            </a:r>
            <a:r>
              <a:rPr lang="fi-FI" dirty="0"/>
              <a:t> et al. (2018)</a:t>
            </a: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1D67A8-8E91-153C-59B9-0B3740A09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72560"/>
              </p:ext>
            </p:extLst>
          </p:nvPr>
        </p:nvGraphicFramePr>
        <p:xfrm>
          <a:off x="1892297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94377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72804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01280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049664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960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5356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4880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CC3BF0-6475-D4F8-8F63-92EC27796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500365"/>
              </p:ext>
            </p:extLst>
          </p:nvPr>
        </p:nvGraphicFramePr>
        <p:xfrm>
          <a:off x="1892297" y="2443911"/>
          <a:ext cx="8128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94377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72804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01280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049664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960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5356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48800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B6223B-B6B1-94BC-7361-9B4375BBD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895202"/>
              </p:ext>
            </p:extLst>
          </p:nvPr>
        </p:nvGraphicFramePr>
        <p:xfrm>
          <a:off x="1892297" y="2871697"/>
          <a:ext cx="8128002" cy="370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415159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4376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45370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01699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639827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08440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17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030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E934-25F2-D4D4-C5B3-BD603D28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7F4C-1755-DA39-68BC-6E71F9E4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r>
              <a:rPr lang="fi-FI" dirty="0"/>
              <a:t>: </a:t>
            </a:r>
            <a:r>
              <a:rPr lang="fi-FI" dirty="0" err="1"/>
              <a:t>same</a:t>
            </a:r>
            <a:r>
              <a:rPr lang="fi-FI" dirty="0"/>
              <a:t> </a:t>
            </a:r>
            <a:r>
              <a:rPr lang="fi-FI" dirty="0" err="1"/>
              <a:t>pattern</a:t>
            </a:r>
            <a:r>
              <a:rPr lang="fi-FI" dirty="0"/>
              <a:t>, </a:t>
            </a:r>
            <a:r>
              <a:rPr lang="fi-FI" dirty="0" err="1"/>
              <a:t>shifted</a:t>
            </a:r>
            <a:r>
              <a:rPr lang="fi-FI" dirty="0"/>
              <a:t> in </a:t>
            </a:r>
            <a:r>
              <a:rPr lang="fi-FI" dirty="0" err="1"/>
              <a:t>time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AB249-CB1A-AAA4-FF10-71A7110E8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A: </a:t>
            </a:r>
          </a:p>
          <a:p>
            <a:r>
              <a:rPr lang="pt-BR" dirty="0"/>
              <a:t>B: </a:t>
            </a:r>
          </a:p>
          <a:p>
            <a:endParaRPr lang="pt-BR" dirty="0"/>
          </a:p>
          <a:p>
            <a:pPr lvl="1"/>
            <a:r>
              <a:rPr lang="pt-BR" dirty="0"/>
              <a:t>Distance = 6 i</a:t>
            </a:r>
            <a:r>
              <a:rPr lang="fr-FR" dirty="0"/>
              <a:t>f </a:t>
            </a:r>
            <a:r>
              <a:rPr lang="fr-FR" dirty="0" err="1"/>
              <a:t>every</a:t>
            </a:r>
            <a:r>
              <a:rPr lang="fr-FR" dirty="0"/>
              <a:t> substitution </a:t>
            </a:r>
            <a:r>
              <a:rPr lang="fr-FR" dirty="0" err="1"/>
              <a:t>costs</a:t>
            </a:r>
            <a:r>
              <a:rPr lang="fr-FR" dirty="0"/>
              <a:t> 1.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Pattern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,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shifted</a:t>
            </a:r>
            <a:r>
              <a:rPr lang="fr-FR" dirty="0"/>
              <a:t>!</a:t>
            </a:r>
            <a:endParaRPr lang="pt-BR" dirty="0"/>
          </a:p>
          <a:p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28D9D-3652-A345-FA69-B6AD91594BB2}"/>
              </a:ext>
            </a:extLst>
          </p:cNvPr>
          <p:cNvSpPr txBox="1"/>
          <p:nvPr/>
        </p:nvSpPr>
        <p:spPr>
          <a:xfrm>
            <a:off x="7935685" y="65705"/>
            <a:ext cx="416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Example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Vanhoutte</a:t>
            </a:r>
            <a:r>
              <a:rPr lang="fi-FI" dirty="0"/>
              <a:t> et al. (2018)</a:t>
            </a: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481D4F-0CE2-868C-EE40-F6EE28AC7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96550"/>
              </p:ext>
            </p:extLst>
          </p:nvPr>
        </p:nvGraphicFramePr>
        <p:xfrm>
          <a:off x="1892297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94377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72804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01280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049664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960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5356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4880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0C5E6E-BC2D-3E63-5163-832BBB1E6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33921"/>
              </p:ext>
            </p:extLst>
          </p:nvPr>
        </p:nvGraphicFramePr>
        <p:xfrm>
          <a:off x="1892297" y="2443911"/>
          <a:ext cx="8128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94377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72804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01280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049664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960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5356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48800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319D14-E64D-E4E7-48E5-EA3BCD1B0F23}"/>
              </a:ext>
            </a:extLst>
          </p:cNvPr>
          <p:cNvGraphicFramePr>
            <a:graphicFrameLocks noGrp="1"/>
          </p:cNvGraphicFramePr>
          <p:nvPr/>
        </p:nvGraphicFramePr>
        <p:xfrm>
          <a:off x="1892297" y="2871697"/>
          <a:ext cx="8128002" cy="370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415159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4376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45370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01699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639827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08440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173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D1924C-769C-FF47-33D1-592225E2A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98745"/>
              </p:ext>
            </p:extLst>
          </p:nvPr>
        </p:nvGraphicFramePr>
        <p:xfrm>
          <a:off x="2569630" y="4299132"/>
          <a:ext cx="67733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3383171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170284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655372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5918693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8185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520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3C1486-8E10-BC8C-86B1-8BE3EFF2E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277992"/>
              </p:ext>
            </p:extLst>
          </p:nvPr>
        </p:nvGraphicFramePr>
        <p:xfrm>
          <a:off x="2569630" y="5057707"/>
          <a:ext cx="67733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291792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328355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451461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229594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07754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C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A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B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1798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CF5A0E-94A8-B321-97DA-A427C7946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685468"/>
              </p:ext>
            </p:extLst>
          </p:nvPr>
        </p:nvGraphicFramePr>
        <p:xfrm>
          <a:off x="1872343" y="1839685"/>
          <a:ext cx="6803571" cy="365760"/>
        </p:xfrm>
        <a:graphic>
          <a:graphicData uri="http://schemas.openxmlformats.org/drawingml/2006/table">
            <a:tbl>
              <a:tblPr/>
              <a:tblGrid>
                <a:gridCol w="6803571">
                  <a:extLst>
                    <a:ext uri="{9D8B030D-6E8A-4147-A177-3AD203B41FA5}">
                      <a16:colId xmlns:a16="http://schemas.microsoft.com/office/drawing/2014/main" val="1973824612"/>
                    </a:ext>
                  </a:extLst>
                </a:gridCol>
              </a:tblGrid>
              <a:tr h="34834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57150" cmpd="sng">
                      <a:solidFill>
                        <a:srgbClr val="FF0000"/>
                      </a:solidFill>
                      <a:prstDash val="solid"/>
                    </a:lnL>
                    <a:lnR w="57150" cmpd="sng">
                      <a:solidFill>
                        <a:srgbClr val="FF0000"/>
                      </a:solidFill>
                      <a:prstDash val="solid"/>
                    </a:lnR>
                    <a:lnT w="57150" cmpd="sng">
                      <a:solidFill>
                        <a:srgbClr val="FF0000"/>
                      </a:solidFill>
                      <a:prstDash val="solid"/>
                    </a:lnT>
                    <a:lnB w="57150" cmpd="sng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33257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C931FC1-EF49-F354-4655-56EDD7145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951218"/>
              </p:ext>
            </p:extLst>
          </p:nvPr>
        </p:nvGraphicFramePr>
        <p:xfrm>
          <a:off x="3216728" y="2453152"/>
          <a:ext cx="6803571" cy="365760"/>
        </p:xfrm>
        <a:graphic>
          <a:graphicData uri="http://schemas.openxmlformats.org/drawingml/2006/table">
            <a:tbl>
              <a:tblPr/>
              <a:tblGrid>
                <a:gridCol w="6803571">
                  <a:extLst>
                    <a:ext uri="{9D8B030D-6E8A-4147-A177-3AD203B41FA5}">
                      <a16:colId xmlns:a16="http://schemas.microsoft.com/office/drawing/2014/main" val="1973824612"/>
                    </a:ext>
                  </a:extLst>
                </a:gridCol>
              </a:tblGrid>
              <a:tr h="34834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57150" cmpd="sng">
                      <a:solidFill>
                        <a:srgbClr val="FF0000"/>
                      </a:solidFill>
                      <a:prstDash val="solid"/>
                    </a:lnL>
                    <a:lnR w="57150" cmpd="sng">
                      <a:solidFill>
                        <a:srgbClr val="FF0000"/>
                      </a:solidFill>
                      <a:prstDash val="solid"/>
                    </a:lnR>
                    <a:lnT w="57150" cmpd="sng">
                      <a:solidFill>
                        <a:srgbClr val="FF0000"/>
                      </a:solidFill>
                      <a:prstDash val="solid"/>
                    </a:lnT>
                    <a:lnB w="57150" cmpd="sng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33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034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751C-DB4E-1C9D-4416-07329D73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When</a:t>
            </a:r>
            <a:r>
              <a:rPr lang="fi-FI" dirty="0"/>
              <a:t> </a:t>
            </a:r>
            <a:r>
              <a:rPr lang="fi-FI" dirty="0" err="1"/>
              <a:t>Hamming</a:t>
            </a:r>
            <a:r>
              <a:rPr lang="fi-FI" dirty="0"/>
              <a:t> </a:t>
            </a:r>
            <a:r>
              <a:rPr lang="fi-FI" dirty="0" err="1"/>
              <a:t>distance</a:t>
            </a:r>
            <a:r>
              <a:rPr lang="fi-FI" dirty="0"/>
              <a:t> is </a:t>
            </a:r>
            <a:r>
              <a:rPr lang="fi-FI" dirty="0" err="1"/>
              <a:t>useful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43B4-3634-9F2F-29F1-5ADA6D00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i-FI" dirty="0" err="1"/>
              <a:t>When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work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calendar</a:t>
            </a:r>
            <a:r>
              <a:rPr lang="fi-FI" dirty="0"/>
              <a:t> </a:t>
            </a:r>
            <a:r>
              <a:rPr lang="fi-FI" dirty="0" err="1"/>
              <a:t>year</a:t>
            </a:r>
            <a:r>
              <a:rPr lang="fi-FI" dirty="0"/>
              <a:t>:</a:t>
            </a:r>
          </a:p>
          <a:p>
            <a:endParaRPr lang="fi-FI" dirty="0"/>
          </a:p>
          <a:p>
            <a:r>
              <a:rPr lang="fi-FI" dirty="0"/>
              <a:t>Anne</a:t>
            </a:r>
          </a:p>
          <a:p>
            <a:r>
              <a:rPr lang="fi-FI" dirty="0"/>
              <a:t>Ben</a:t>
            </a:r>
          </a:p>
          <a:p>
            <a:endParaRPr lang="fi-FI" dirty="0"/>
          </a:p>
          <a:p>
            <a:r>
              <a:rPr lang="fi-FI" dirty="0"/>
              <a:t>Hammer is </a:t>
            </a:r>
            <a:r>
              <a:rPr lang="fi-FI" dirty="0" err="1"/>
              <a:t>most</a:t>
            </a:r>
            <a:r>
              <a:rPr lang="fi-FI" dirty="0"/>
              <a:t> </a:t>
            </a:r>
            <a:r>
              <a:rPr lang="fi-FI" dirty="0" err="1"/>
              <a:t>useful</a:t>
            </a:r>
            <a:r>
              <a:rPr lang="fi-FI" dirty="0"/>
              <a:t> </a:t>
            </a:r>
            <a:r>
              <a:rPr lang="fi-FI" dirty="0" err="1"/>
              <a:t>when</a:t>
            </a: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41BB4A-858F-4EB2-AB5F-DAA37B648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3383"/>
              </p:ext>
            </p:extLst>
          </p:nvPr>
        </p:nvGraphicFramePr>
        <p:xfrm>
          <a:off x="2202541" y="2873830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5272F7-27BA-793A-C74E-7172F5497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51264"/>
              </p:ext>
            </p:extLst>
          </p:nvPr>
        </p:nvGraphicFramePr>
        <p:xfrm>
          <a:off x="2202541" y="3429000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ECF5CA9-220F-EC57-6BE6-A05C237AFA25}"/>
              </a:ext>
            </a:extLst>
          </p:cNvPr>
          <p:cNvSpPr txBox="1"/>
          <p:nvPr/>
        </p:nvSpPr>
        <p:spPr>
          <a:xfrm>
            <a:off x="2539998" y="2437030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2015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CF42E-9A67-5BE2-E30C-61CD67252952}"/>
              </a:ext>
            </a:extLst>
          </p:cNvPr>
          <p:cNvSpPr txBox="1"/>
          <p:nvPr/>
        </p:nvSpPr>
        <p:spPr>
          <a:xfrm>
            <a:off x="3813627" y="2437030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2016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6A4E0-5D2F-5805-B0F5-640788898443}"/>
              </a:ext>
            </a:extLst>
          </p:cNvPr>
          <p:cNvSpPr txBox="1"/>
          <p:nvPr/>
        </p:nvSpPr>
        <p:spPr>
          <a:xfrm>
            <a:off x="5199742" y="2450071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2017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C8F21D-4589-59D3-1465-BBF34F75064D}"/>
              </a:ext>
            </a:extLst>
          </p:cNvPr>
          <p:cNvSpPr txBox="1"/>
          <p:nvPr/>
        </p:nvSpPr>
        <p:spPr>
          <a:xfrm>
            <a:off x="6585857" y="2450071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2018</a:t>
            </a: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F32F35-248C-9978-AC67-A4D0BA1575BF}"/>
              </a:ext>
            </a:extLst>
          </p:cNvPr>
          <p:cNvSpPr txBox="1"/>
          <p:nvPr/>
        </p:nvSpPr>
        <p:spPr>
          <a:xfrm>
            <a:off x="7859486" y="2437030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2019</a:t>
            </a:r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4EB73-CE98-22BA-4357-E17AABEAFD6F}"/>
              </a:ext>
            </a:extLst>
          </p:cNvPr>
          <p:cNvSpPr txBox="1"/>
          <p:nvPr/>
        </p:nvSpPr>
        <p:spPr>
          <a:xfrm>
            <a:off x="9220201" y="2412333"/>
            <a:ext cx="111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2020</a:t>
            </a:r>
            <a:endParaRPr lang="fr-FR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BE70504-DD9E-939D-9627-14EA532056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13298"/>
              </p:ext>
            </p:extLst>
          </p:nvPr>
        </p:nvGraphicFramePr>
        <p:xfrm>
          <a:off x="435429" y="4604657"/>
          <a:ext cx="11419114" cy="2253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0256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CAED-45BE-6281-DF1C-E625A3641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When</a:t>
            </a:r>
            <a:r>
              <a:rPr lang="fi-FI" dirty="0"/>
              <a:t> </a:t>
            </a:r>
            <a:r>
              <a:rPr lang="fi-FI" dirty="0" err="1"/>
              <a:t>Hamming</a:t>
            </a:r>
            <a:r>
              <a:rPr lang="fi-FI" dirty="0"/>
              <a:t> </a:t>
            </a:r>
            <a:r>
              <a:rPr lang="fi-FI" dirty="0" err="1"/>
              <a:t>distance</a:t>
            </a:r>
            <a:r>
              <a:rPr lang="fi-FI" dirty="0"/>
              <a:t> is </a:t>
            </a:r>
            <a:r>
              <a:rPr lang="fi-FI" dirty="0" err="1"/>
              <a:t>too</a:t>
            </a:r>
            <a:r>
              <a:rPr lang="fi-FI" dirty="0"/>
              <a:t> </a:t>
            </a:r>
            <a:r>
              <a:rPr lang="fi-FI" dirty="0" err="1"/>
              <a:t>rigid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CC270-3BC6-2090-2649-97A831942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</a:t>
            </a:r>
          </a:p>
          <a:p>
            <a:r>
              <a:rPr lang="fi-FI" dirty="0"/>
              <a:t>Ben</a:t>
            </a:r>
          </a:p>
          <a:p>
            <a:pPr lvl="1"/>
            <a:r>
              <a:rPr lang="fr-FR" dirty="0"/>
              <a:t>Two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one </a:t>
            </a:r>
            <a:r>
              <a:rPr lang="fr-FR" dirty="0" err="1"/>
              <a:t>delayed</a:t>
            </a:r>
            <a:r>
              <a:rPr lang="fr-FR" dirty="0"/>
              <a:t> by a </a:t>
            </a:r>
            <a:r>
              <a:rPr lang="fr-FR" dirty="0" err="1"/>
              <a:t>year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Problem</a:t>
            </a: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6D75D5-B1CA-E398-183A-8BE7F8A02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713346"/>
              </p:ext>
            </p:extLst>
          </p:nvPr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30EE29-5840-0368-F3F8-06F98661C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2906"/>
              </p:ext>
            </p:extLst>
          </p:nvPr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3AB81FD-001F-2B61-CF24-06B4882A28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4327521"/>
              </p:ext>
            </p:extLst>
          </p:nvPr>
        </p:nvGraphicFramePr>
        <p:xfrm>
          <a:off x="2207521" y="4413059"/>
          <a:ext cx="7776957" cy="1898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6182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D8EED-CECE-83B4-2055-DFCBF7CA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Optimal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368A6-3117-9772-EE1D-8996D379A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9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D18C-C6E0-9B52-7768-8CA864C7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OM: </a:t>
            </a:r>
            <a:r>
              <a:rPr lang="fi-FI" dirty="0" err="1"/>
              <a:t>transforming</a:t>
            </a:r>
            <a:r>
              <a:rPr lang="fi-FI" dirty="0"/>
              <a:t>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into </a:t>
            </a:r>
            <a:r>
              <a:rPr lang="fi-FI" dirty="0" err="1"/>
              <a:t>another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C69D-7730-8999-1585-CF6853D27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		</a:t>
            </a:r>
            <a:r>
              <a:rPr lang="fr-FR" dirty="0" err="1"/>
              <a:t>Sequence</a:t>
            </a:r>
            <a:r>
              <a:rPr lang="fr-FR" dirty="0"/>
              <a:t> A → </a:t>
            </a:r>
            <a:r>
              <a:rPr lang="fr-FR" b="1" i="1" dirty="0" err="1"/>
              <a:t>edit</a:t>
            </a:r>
            <a:r>
              <a:rPr lang="fr-FR" b="1" i="1" dirty="0"/>
              <a:t> </a:t>
            </a:r>
            <a:r>
              <a:rPr lang="fr-FR" b="1" i="1" dirty="0" err="1"/>
              <a:t>operations</a:t>
            </a:r>
            <a:r>
              <a:rPr lang="fr-FR" b="1" i="1" dirty="0"/>
              <a:t> </a:t>
            </a:r>
            <a:r>
              <a:rPr lang="fr-FR" dirty="0"/>
              <a:t>→ </a:t>
            </a:r>
            <a:r>
              <a:rPr lang="fr-FR" dirty="0" err="1"/>
              <a:t>Sequence</a:t>
            </a:r>
            <a:r>
              <a:rPr lang="fr-FR" dirty="0"/>
              <a:t> B</a:t>
            </a:r>
          </a:p>
          <a:p>
            <a:pPr marL="0" indent="0">
              <a:buNone/>
            </a:pPr>
            <a:r>
              <a:rPr lang="fr-FR" dirty="0"/>
              <a:t>						as </a:t>
            </a:r>
            <a:r>
              <a:rPr lang="fr-FR" dirty="0" err="1"/>
              <a:t>easy</a:t>
            </a:r>
            <a:r>
              <a:rPr lang="fr-FR" dirty="0"/>
              <a:t> as possible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i="1" dirty="0" err="1"/>
              <a:t>What</a:t>
            </a:r>
            <a:r>
              <a:rPr lang="fr-FR" i="1" dirty="0"/>
              <a:t> </a:t>
            </a:r>
            <a:r>
              <a:rPr lang="fr-FR" i="1" dirty="0" err="1"/>
              <a:t>is</a:t>
            </a:r>
            <a:r>
              <a:rPr lang="fr-FR" i="1" dirty="0"/>
              <a:t> the </a:t>
            </a:r>
            <a:r>
              <a:rPr lang="fr-FR" i="1" dirty="0" err="1"/>
              <a:t>cheapest</a:t>
            </a:r>
            <a:r>
              <a:rPr lang="fr-FR" i="1" dirty="0"/>
              <a:t> </a:t>
            </a:r>
            <a:r>
              <a:rPr lang="fr-FR" i="1" dirty="0" err="1"/>
              <a:t>way</a:t>
            </a:r>
            <a:r>
              <a:rPr lang="fr-FR" i="1" dirty="0"/>
              <a:t> to </a:t>
            </a:r>
            <a:r>
              <a:rPr lang="fr-FR" i="1" dirty="0" err="1"/>
              <a:t>transform</a:t>
            </a:r>
            <a:r>
              <a:rPr lang="fr-FR" i="1" dirty="0"/>
              <a:t> one </a:t>
            </a:r>
            <a:r>
              <a:rPr lang="fr-FR" i="1" dirty="0" err="1"/>
              <a:t>sequence</a:t>
            </a:r>
            <a:r>
              <a:rPr lang="fr-FR" i="1" dirty="0"/>
              <a:t> </a:t>
            </a:r>
            <a:r>
              <a:rPr lang="fr-FR" i="1" dirty="0" err="1"/>
              <a:t>into</a:t>
            </a:r>
            <a:r>
              <a:rPr lang="fr-FR" i="1" dirty="0"/>
              <a:t> </a:t>
            </a:r>
            <a:r>
              <a:rPr lang="fr-FR" i="1" dirty="0" err="1"/>
              <a:t>another</a:t>
            </a:r>
            <a:r>
              <a:rPr lang="fr-FR" i="1" dirty="0"/>
              <a:t>?</a:t>
            </a:r>
          </a:p>
          <a:p>
            <a:pPr marL="0" indent="0">
              <a:buNone/>
            </a:pPr>
            <a:r>
              <a:rPr lang="fr-FR" dirty="0"/>
              <a:t>You can use </a:t>
            </a:r>
            <a:r>
              <a:rPr lang="fr-FR" dirty="0" err="1"/>
              <a:t>three</a:t>
            </a:r>
            <a:r>
              <a:rPr lang="fr-FR" dirty="0"/>
              <a:t> types of </a:t>
            </a:r>
            <a:r>
              <a:rPr lang="fr-FR" dirty="0" err="1"/>
              <a:t>operations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81354C32-F726-1268-844F-A0705506C081}"/>
              </a:ext>
            </a:extLst>
          </p:cNvPr>
          <p:cNvSpPr/>
          <p:nvPr/>
        </p:nvSpPr>
        <p:spPr>
          <a:xfrm>
            <a:off x="5958289" y="2335576"/>
            <a:ext cx="266241" cy="38559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4313B6-E2FA-3A30-0118-AC6439D28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0198340"/>
              </p:ext>
            </p:extLst>
          </p:nvPr>
        </p:nvGraphicFramePr>
        <p:xfrm>
          <a:off x="874225" y="4136835"/>
          <a:ext cx="10168128" cy="2743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156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FA78-9DF6-E7D6-E029-3A6589E6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Three </a:t>
            </a:r>
            <a:r>
              <a:rPr lang="fi-FI" dirty="0" err="1"/>
              <a:t>operations</a:t>
            </a:r>
            <a:endParaRPr lang="fr-FR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8F1CB50-76E3-3BDA-5BE3-6B5DF766C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892883"/>
              </p:ext>
            </p:extLst>
          </p:nvPr>
        </p:nvGraphicFramePr>
        <p:xfrm>
          <a:off x="838200" y="1561220"/>
          <a:ext cx="10515600" cy="1512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2256CF-3224-F1DA-8671-92A4391CF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887768"/>
              </p:ext>
            </p:extLst>
          </p:nvPr>
        </p:nvGraphicFramePr>
        <p:xfrm>
          <a:off x="838200" y="3784295"/>
          <a:ext cx="2727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95">
                  <a:extLst>
                    <a:ext uri="{9D8B030D-6E8A-4147-A177-3AD203B41FA5}">
                      <a16:colId xmlns:a16="http://schemas.microsoft.com/office/drawing/2014/main" val="2487319018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1261476919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4164384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11324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D7DB80-443A-3949-846A-6AB22CAAF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274974"/>
              </p:ext>
            </p:extLst>
          </p:nvPr>
        </p:nvGraphicFramePr>
        <p:xfrm>
          <a:off x="4732357" y="3784295"/>
          <a:ext cx="2727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95">
                  <a:extLst>
                    <a:ext uri="{9D8B030D-6E8A-4147-A177-3AD203B41FA5}">
                      <a16:colId xmlns:a16="http://schemas.microsoft.com/office/drawing/2014/main" val="2487319018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1261476919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4164384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1132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70BA0E0-1AFD-F49E-9B0D-02964C6DB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55686"/>
              </p:ext>
            </p:extLst>
          </p:nvPr>
        </p:nvGraphicFramePr>
        <p:xfrm>
          <a:off x="8509306" y="5111360"/>
          <a:ext cx="2727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95">
                  <a:extLst>
                    <a:ext uri="{9D8B030D-6E8A-4147-A177-3AD203B41FA5}">
                      <a16:colId xmlns:a16="http://schemas.microsoft.com/office/drawing/2014/main" val="2487319018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1261476919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4164384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1132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37A0E9-7D66-DE95-166D-53729859D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634319"/>
              </p:ext>
            </p:extLst>
          </p:nvPr>
        </p:nvGraphicFramePr>
        <p:xfrm>
          <a:off x="838199" y="5111360"/>
          <a:ext cx="2727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95">
                  <a:extLst>
                    <a:ext uri="{9D8B030D-6E8A-4147-A177-3AD203B41FA5}">
                      <a16:colId xmlns:a16="http://schemas.microsoft.com/office/drawing/2014/main" val="2487319018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1261476919"/>
                    </a:ext>
                  </a:extLst>
                </a:gridCol>
                <a:gridCol w="909095">
                  <a:extLst>
                    <a:ext uri="{9D8B030D-6E8A-4147-A177-3AD203B41FA5}">
                      <a16:colId xmlns:a16="http://schemas.microsoft.com/office/drawing/2014/main" val="4164384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P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11324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D30448B-8B7D-A2D0-A48F-A88B3774D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579615"/>
              </p:ext>
            </p:extLst>
          </p:nvPr>
        </p:nvGraphicFramePr>
        <p:xfrm>
          <a:off x="4732357" y="5111360"/>
          <a:ext cx="27272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821">
                  <a:extLst>
                    <a:ext uri="{9D8B030D-6E8A-4147-A177-3AD203B41FA5}">
                      <a16:colId xmlns:a16="http://schemas.microsoft.com/office/drawing/2014/main" val="2535357017"/>
                    </a:ext>
                  </a:extLst>
                </a:gridCol>
                <a:gridCol w="681821">
                  <a:extLst>
                    <a:ext uri="{9D8B030D-6E8A-4147-A177-3AD203B41FA5}">
                      <a16:colId xmlns:a16="http://schemas.microsoft.com/office/drawing/2014/main" val="4065180625"/>
                    </a:ext>
                  </a:extLst>
                </a:gridCol>
                <a:gridCol w="681821">
                  <a:extLst>
                    <a:ext uri="{9D8B030D-6E8A-4147-A177-3AD203B41FA5}">
                      <a16:colId xmlns:a16="http://schemas.microsoft.com/office/drawing/2014/main" val="824532754"/>
                    </a:ext>
                  </a:extLst>
                </a:gridCol>
                <a:gridCol w="681821">
                  <a:extLst>
                    <a:ext uri="{9D8B030D-6E8A-4147-A177-3AD203B41FA5}">
                      <a16:colId xmlns:a16="http://schemas.microsoft.com/office/drawing/2014/main" val="446925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P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16250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B6DCF87-DEA0-ED91-D3D6-60761E523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861503"/>
              </p:ext>
            </p:extLst>
          </p:nvPr>
        </p:nvGraphicFramePr>
        <p:xfrm>
          <a:off x="8509306" y="3784295"/>
          <a:ext cx="27272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821">
                  <a:extLst>
                    <a:ext uri="{9D8B030D-6E8A-4147-A177-3AD203B41FA5}">
                      <a16:colId xmlns:a16="http://schemas.microsoft.com/office/drawing/2014/main" val="2535357017"/>
                    </a:ext>
                  </a:extLst>
                </a:gridCol>
                <a:gridCol w="681821">
                  <a:extLst>
                    <a:ext uri="{9D8B030D-6E8A-4147-A177-3AD203B41FA5}">
                      <a16:colId xmlns:a16="http://schemas.microsoft.com/office/drawing/2014/main" val="4065180625"/>
                    </a:ext>
                  </a:extLst>
                </a:gridCol>
                <a:gridCol w="681821">
                  <a:extLst>
                    <a:ext uri="{9D8B030D-6E8A-4147-A177-3AD203B41FA5}">
                      <a16:colId xmlns:a16="http://schemas.microsoft.com/office/drawing/2014/main" val="824532754"/>
                    </a:ext>
                  </a:extLst>
                </a:gridCol>
                <a:gridCol w="681821">
                  <a:extLst>
                    <a:ext uri="{9D8B030D-6E8A-4147-A177-3AD203B41FA5}">
                      <a16:colId xmlns:a16="http://schemas.microsoft.com/office/drawing/2014/main" val="446925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E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P</a:t>
                      </a:r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162505"/>
                  </a:ext>
                </a:extLst>
              </a:tr>
            </a:tbl>
          </a:graphicData>
        </a:graphic>
      </p:graphicFrame>
      <p:sp>
        <p:nvSpPr>
          <p:cNvPr id="17" name="Arrow: Down 16">
            <a:extLst>
              <a:ext uri="{FF2B5EF4-FFF2-40B4-BE49-F238E27FC236}">
                <a16:creationId xmlns:a16="http://schemas.microsoft.com/office/drawing/2014/main" id="{17536CA3-2292-2666-4DB6-E9321A2E92BE}"/>
              </a:ext>
            </a:extLst>
          </p:cNvPr>
          <p:cNvSpPr/>
          <p:nvPr/>
        </p:nvSpPr>
        <p:spPr>
          <a:xfrm>
            <a:off x="1905918" y="4406747"/>
            <a:ext cx="429658" cy="45897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568620BF-0550-EBEA-7E85-672D8F302421}"/>
              </a:ext>
            </a:extLst>
          </p:cNvPr>
          <p:cNvSpPr/>
          <p:nvPr/>
        </p:nvSpPr>
        <p:spPr>
          <a:xfrm>
            <a:off x="5881170" y="4406747"/>
            <a:ext cx="429658" cy="45897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7210638-DEB3-8F47-B0FE-569D92309804}"/>
              </a:ext>
            </a:extLst>
          </p:cNvPr>
          <p:cNvSpPr/>
          <p:nvPr/>
        </p:nvSpPr>
        <p:spPr>
          <a:xfrm>
            <a:off x="9658119" y="4406747"/>
            <a:ext cx="429658" cy="45897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666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1998-D6CA-31D2-ED1F-45A335ED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Substitution</a:t>
            </a:r>
            <a:r>
              <a:rPr lang="fi-FI" dirty="0"/>
              <a:t> </a:t>
            </a:r>
            <a:r>
              <a:rPr lang="fi-FI" dirty="0" err="1"/>
              <a:t>costs</a:t>
            </a:r>
            <a:r>
              <a:rPr lang="fi-FI" dirty="0"/>
              <a:t>: </a:t>
            </a:r>
            <a:r>
              <a:rPr lang="fi-FI" dirty="0" err="1"/>
              <a:t>how</a:t>
            </a:r>
            <a:r>
              <a:rPr lang="fi-FI" dirty="0"/>
              <a:t>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two</a:t>
            </a:r>
            <a:r>
              <a:rPr lang="fi-FI" dirty="0"/>
              <a:t> </a:t>
            </a:r>
            <a:r>
              <a:rPr lang="fi-FI" dirty="0" err="1"/>
              <a:t>states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4560F-36EC-43AC-AFCF-81EAA4758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r>
              <a:rPr lang="fi-FI" dirty="0"/>
              <a:t> of a </a:t>
            </a:r>
            <a:r>
              <a:rPr lang="fi-FI" dirty="0" err="1"/>
              <a:t>cost</a:t>
            </a:r>
            <a:r>
              <a:rPr lang="fi-FI" dirty="0"/>
              <a:t> </a:t>
            </a:r>
            <a:r>
              <a:rPr lang="fi-FI" dirty="0" err="1"/>
              <a:t>matrix</a:t>
            </a:r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Some </a:t>
            </a:r>
            <a:r>
              <a:rPr lang="fi-FI" dirty="0" err="1"/>
              <a:t>substitutions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costly</a:t>
            </a:r>
            <a:r>
              <a:rPr lang="fi-FI" dirty="0"/>
              <a:t> </a:t>
            </a:r>
            <a:r>
              <a:rPr lang="fi-FI" dirty="0" err="1"/>
              <a:t>than</a:t>
            </a:r>
            <a:r>
              <a:rPr lang="fi-FI" dirty="0"/>
              <a:t> </a:t>
            </a:r>
            <a:r>
              <a:rPr lang="fi-FI" dirty="0" err="1"/>
              <a:t>others</a:t>
            </a:r>
            <a:endParaRPr lang="fi-FI" dirty="0"/>
          </a:p>
          <a:p>
            <a:pPr lvl="1"/>
            <a:r>
              <a:rPr lang="fi-FI" dirty="0" err="1"/>
              <a:t>Perhaps</a:t>
            </a:r>
            <a:r>
              <a:rPr lang="fi-FI" dirty="0"/>
              <a:t> </a:t>
            </a:r>
            <a:r>
              <a:rPr lang="fi-FI" dirty="0" err="1"/>
              <a:t>employment</a:t>
            </a:r>
            <a:r>
              <a:rPr lang="fi-FI" dirty="0"/>
              <a:t> and </a:t>
            </a:r>
            <a:r>
              <a:rPr lang="fi-FI" dirty="0" err="1"/>
              <a:t>part-time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closer</a:t>
            </a:r>
            <a:r>
              <a:rPr lang="fi-FI" dirty="0"/>
              <a:t> </a:t>
            </a:r>
            <a:r>
              <a:rPr lang="fi-FI" dirty="0" err="1"/>
              <a:t>than</a:t>
            </a:r>
            <a:r>
              <a:rPr lang="fi-FI" dirty="0"/>
              <a:t> </a:t>
            </a:r>
            <a:r>
              <a:rPr lang="fi-FI" dirty="0" err="1"/>
              <a:t>employment</a:t>
            </a:r>
            <a:r>
              <a:rPr lang="fi-FI" dirty="0"/>
              <a:t> and </a:t>
            </a:r>
            <a:r>
              <a:rPr lang="fi-FI" dirty="0" err="1"/>
              <a:t>unemployment</a:t>
            </a:r>
            <a:endParaRPr lang="fi-FI" dirty="0"/>
          </a:p>
          <a:p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FAE5A0-EC03-152B-3EC0-90D8FA6B3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597487"/>
              </p:ext>
            </p:extLst>
          </p:nvPr>
        </p:nvGraphicFramePr>
        <p:xfrm>
          <a:off x="606846" y="2602152"/>
          <a:ext cx="10515600" cy="18288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233383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421334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597361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875212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25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Replace…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05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E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744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P part-time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691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U unemployment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2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I </a:t>
                      </a:r>
                      <a:r>
                        <a:rPr lang="fr-FR" b="1" dirty="0" err="1"/>
                        <a:t>inactivity</a:t>
                      </a:r>
                      <a:endParaRPr lang="fr-F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317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811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68AE-C61B-057D-AAD3-41F54717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Indel</a:t>
            </a:r>
            <a:r>
              <a:rPr lang="fi-FI" dirty="0"/>
              <a:t> </a:t>
            </a:r>
            <a:r>
              <a:rPr lang="fi-FI" dirty="0" err="1"/>
              <a:t>costs</a:t>
            </a:r>
            <a:r>
              <a:rPr lang="fi-FI" dirty="0"/>
              <a:t>: </a:t>
            </a:r>
            <a:r>
              <a:rPr lang="fi-FI" dirty="0" err="1"/>
              <a:t>how</a:t>
            </a:r>
            <a:r>
              <a:rPr lang="fi-FI" dirty="0"/>
              <a:t> </a:t>
            </a:r>
            <a:r>
              <a:rPr lang="fi-FI" dirty="0" err="1"/>
              <a:t>much</a:t>
            </a:r>
            <a:r>
              <a:rPr lang="fi-FI" dirty="0"/>
              <a:t> </a:t>
            </a:r>
            <a:r>
              <a:rPr lang="fi-FI" dirty="0" err="1"/>
              <a:t>do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allow</a:t>
            </a:r>
            <a:r>
              <a:rPr lang="fi-FI" dirty="0"/>
              <a:t> </a:t>
            </a:r>
            <a:r>
              <a:rPr lang="fi-FI" dirty="0" err="1"/>
              <a:t>shifting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C60F9-15E1-3D25-F479-C164928C1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/>
          <a:lstStyle/>
          <a:p>
            <a:r>
              <a:rPr lang="fr-FR" dirty="0" err="1"/>
              <a:t>Indel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 </a:t>
            </a:r>
            <a:r>
              <a:rPr lang="fr-FR" dirty="0" err="1"/>
              <a:t>decide</a:t>
            </a:r>
            <a:r>
              <a:rPr lang="fr-FR" dirty="0"/>
              <a:t> how </a:t>
            </a:r>
            <a:r>
              <a:rPr lang="fr-FR" dirty="0" err="1"/>
              <a:t>forgiving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are about timing </a:t>
            </a:r>
            <a:r>
              <a:rPr lang="fr-FR" dirty="0" err="1"/>
              <a:t>differences</a:t>
            </a:r>
            <a:r>
              <a:rPr lang="fr-FR" dirty="0"/>
              <a:t>.</a:t>
            </a:r>
          </a:p>
          <a:p>
            <a:r>
              <a:rPr lang="fr-FR" dirty="0"/>
              <a:t>Example: </a:t>
            </a:r>
          </a:p>
          <a:p>
            <a:pPr lvl="1"/>
            <a:r>
              <a:rPr lang="fr-FR" dirty="0"/>
              <a:t>Low </a:t>
            </a:r>
            <a:r>
              <a:rPr lang="fr-FR" dirty="0" err="1"/>
              <a:t>indel</a:t>
            </a:r>
            <a:r>
              <a:rPr lang="fr-FR" dirty="0"/>
              <a:t> </a:t>
            </a:r>
            <a:r>
              <a:rPr lang="fr-FR" dirty="0" err="1"/>
              <a:t>cost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cheap to shift states. </a:t>
            </a:r>
          </a:p>
          <a:p>
            <a:pPr lvl="1"/>
            <a:r>
              <a:rPr lang="fr-FR" dirty="0"/>
              <a:t>High </a:t>
            </a:r>
            <a:r>
              <a:rPr lang="fr-FR" dirty="0" err="1"/>
              <a:t>indel</a:t>
            </a:r>
            <a:r>
              <a:rPr lang="fr-FR" dirty="0"/>
              <a:t> </a:t>
            </a:r>
            <a:r>
              <a:rPr lang="fr-FR" dirty="0" err="1"/>
              <a:t>cost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shifting</a:t>
            </a:r>
            <a:r>
              <a:rPr lang="fr-FR" dirty="0"/>
              <a:t> </a:t>
            </a:r>
            <a:r>
              <a:rPr lang="fr-FR" dirty="0" err="1"/>
              <a:t>expensive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This affects </a:t>
            </a:r>
            <a:r>
              <a:rPr lang="fr-FR" dirty="0" err="1"/>
              <a:t>whether</a:t>
            </a:r>
            <a:r>
              <a:rPr lang="fr-FR" dirty="0"/>
              <a:t> </a:t>
            </a:r>
            <a:r>
              <a:rPr lang="fr-FR" dirty="0" err="1"/>
              <a:t>delayed</a:t>
            </a:r>
            <a:r>
              <a:rPr lang="fr-FR" dirty="0"/>
              <a:t> but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 look close.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D2FE3C0-951F-FEEB-426D-5F4768DB4DC6}"/>
              </a:ext>
            </a:extLst>
          </p:cNvPr>
          <p:cNvGrpSpPr/>
          <p:nvPr/>
        </p:nvGrpSpPr>
        <p:grpSpPr>
          <a:xfrm>
            <a:off x="1112704" y="1608462"/>
            <a:ext cx="9748092" cy="1373966"/>
            <a:chOff x="1145754" y="3128790"/>
            <a:chExt cx="9748092" cy="137396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5EACDEA-6014-C455-44B8-F2A83A6227CB}"/>
                </a:ext>
              </a:extLst>
            </p:cNvPr>
            <p:cNvSpPr/>
            <p:nvPr/>
          </p:nvSpPr>
          <p:spPr>
            <a:xfrm>
              <a:off x="1233889" y="3128790"/>
              <a:ext cx="2875403" cy="82626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sz="2200" dirty="0">
                  <a:solidFill>
                    <a:sysClr val="windowText" lastClr="000000"/>
                  </a:solidFill>
                </a:rPr>
                <a:t>Low </a:t>
              </a:r>
              <a:r>
                <a:rPr lang="fi-FI" sz="2200" dirty="0" err="1">
                  <a:solidFill>
                    <a:sysClr val="windowText" lastClr="000000"/>
                  </a:solidFill>
                </a:rPr>
                <a:t>indel</a:t>
              </a:r>
              <a:r>
                <a:rPr lang="fi-FI" sz="2200" dirty="0">
                  <a:solidFill>
                    <a:sysClr val="windowText" lastClr="000000"/>
                  </a:solidFill>
                </a:rPr>
                <a:t> </a:t>
              </a:r>
              <a:r>
                <a:rPr lang="fi-FI" sz="2200" dirty="0" err="1">
                  <a:solidFill>
                    <a:sysClr val="windowText" lastClr="000000"/>
                  </a:solidFill>
                </a:rPr>
                <a:t>cost</a:t>
              </a:r>
              <a:endParaRPr lang="fr-FR" sz="2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9A4B1E4-CB86-9648-DA6A-A40E01EFDF02}"/>
                </a:ext>
              </a:extLst>
            </p:cNvPr>
            <p:cNvSpPr/>
            <p:nvPr/>
          </p:nvSpPr>
          <p:spPr>
            <a:xfrm>
              <a:off x="7820139" y="3128790"/>
              <a:ext cx="2875403" cy="826265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sz="2200" dirty="0" err="1">
                  <a:solidFill>
                    <a:schemeClr val="bg1"/>
                  </a:solidFill>
                </a:rPr>
                <a:t>High</a:t>
              </a:r>
              <a:r>
                <a:rPr lang="fi-FI" sz="2200" dirty="0">
                  <a:solidFill>
                    <a:schemeClr val="bg1"/>
                  </a:solidFill>
                </a:rPr>
                <a:t> </a:t>
              </a:r>
              <a:r>
                <a:rPr lang="fi-FI" sz="2200" dirty="0" err="1">
                  <a:solidFill>
                    <a:schemeClr val="bg1"/>
                  </a:solidFill>
                </a:rPr>
                <a:t>indel</a:t>
              </a:r>
              <a:r>
                <a:rPr lang="fi-FI" sz="2200" dirty="0">
                  <a:solidFill>
                    <a:schemeClr val="bg1"/>
                  </a:solidFill>
                </a:rPr>
                <a:t> </a:t>
              </a:r>
              <a:r>
                <a:rPr lang="fi-FI" sz="2200" dirty="0" err="1">
                  <a:solidFill>
                    <a:schemeClr val="bg1"/>
                  </a:solidFill>
                </a:rPr>
                <a:t>cost</a:t>
              </a:r>
              <a:endParaRPr lang="fr-FR" sz="2200" dirty="0">
                <a:solidFill>
                  <a:schemeClr val="bg1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E8F6B8-A88B-F5B3-973C-54860AEC82C0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4109292" y="3541923"/>
              <a:ext cx="371084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4E7F00-E954-670F-B7A8-0119EEA07872}"/>
                </a:ext>
              </a:extLst>
            </p:cNvPr>
            <p:cNvSpPr txBox="1"/>
            <p:nvPr/>
          </p:nvSpPr>
          <p:spPr>
            <a:xfrm>
              <a:off x="1145754" y="4087258"/>
              <a:ext cx="296353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2100" i="1" dirty="0"/>
                <a:t>If </a:t>
              </a:r>
              <a:r>
                <a:rPr lang="fi-FI" sz="2100" i="1" dirty="0" err="1"/>
                <a:t>pattern</a:t>
              </a:r>
              <a:r>
                <a:rPr lang="fi-FI" sz="2100" i="1" dirty="0"/>
                <a:t> </a:t>
              </a:r>
              <a:r>
                <a:rPr lang="fi-FI" sz="2100" i="1" dirty="0" err="1"/>
                <a:t>matters</a:t>
              </a:r>
              <a:r>
                <a:rPr lang="fi-FI" sz="2100" i="1" dirty="0"/>
                <a:t> </a:t>
              </a:r>
              <a:r>
                <a:rPr lang="fi-FI" sz="2100" i="1" dirty="0" err="1"/>
                <a:t>more</a:t>
              </a:r>
              <a:endParaRPr lang="fr-FR" sz="2100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013B2D-C2C2-A832-429A-A75CBABC191E}"/>
                </a:ext>
              </a:extLst>
            </p:cNvPr>
            <p:cNvSpPr txBox="1"/>
            <p:nvPr/>
          </p:nvSpPr>
          <p:spPr>
            <a:xfrm>
              <a:off x="7930308" y="4087258"/>
              <a:ext cx="296353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2100" i="1" dirty="0"/>
                <a:t>If </a:t>
              </a:r>
              <a:r>
                <a:rPr lang="fi-FI" sz="2100" i="1" dirty="0" err="1"/>
                <a:t>timing</a:t>
              </a:r>
              <a:r>
                <a:rPr lang="fi-FI" sz="2100" i="1" dirty="0"/>
                <a:t> </a:t>
              </a:r>
              <a:r>
                <a:rPr lang="fi-FI" sz="2100" i="1" dirty="0" err="1"/>
                <a:t>matters</a:t>
              </a:r>
              <a:r>
                <a:rPr lang="fi-FI" sz="2100" i="1" dirty="0"/>
                <a:t> </a:t>
              </a:r>
              <a:r>
                <a:rPr lang="fi-FI" sz="2100" i="1" dirty="0" err="1"/>
                <a:t>more</a:t>
              </a:r>
              <a:endParaRPr lang="fr-FR" sz="21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20724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DAC4-BB51-8648-A080-2B1A6806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Worked</a:t>
            </a:r>
            <a:r>
              <a:rPr lang="fi-FI" dirty="0"/>
              <a:t> </a:t>
            </a:r>
            <a:r>
              <a:rPr lang="fi-FI" dirty="0" err="1"/>
              <a:t>example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coloured</a:t>
            </a:r>
            <a:r>
              <a:rPr lang="fi-FI" dirty="0"/>
              <a:t> </a:t>
            </a:r>
            <a:r>
              <a:rPr lang="fi-FI" dirty="0" err="1"/>
              <a:t>tiles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431BE7-08A2-ABA6-1AF7-8A31AA4B0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179704"/>
              </p:ext>
            </p:extLst>
          </p:nvPr>
        </p:nvGraphicFramePr>
        <p:xfrm>
          <a:off x="1927952" y="1825625"/>
          <a:ext cx="94258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390">
                  <a:extLst>
                    <a:ext uri="{9D8B030D-6E8A-4147-A177-3AD203B41FA5}">
                      <a16:colId xmlns:a16="http://schemas.microsoft.com/office/drawing/2014/main" val="2140955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710247613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524188930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245810145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635373112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048884460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074520763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38338865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752915041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3606370836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121071803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330284171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481788554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117369307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873313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83587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35642B8-FA80-D80A-1BEE-FE546B061F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015241"/>
              </p:ext>
            </p:extLst>
          </p:nvPr>
        </p:nvGraphicFramePr>
        <p:xfrm>
          <a:off x="1927952" y="2495818"/>
          <a:ext cx="94258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390">
                  <a:extLst>
                    <a:ext uri="{9D8B030D-6E8A-4147-A177-3AD203B41FA5}">
                      <a16:colId xmlns:a16="http://schemas.microsoft.com/office/drawing/2014/main" val="2140955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710247613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524188930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245810145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635373112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048884460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074520763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38338865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752915041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3606370836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121071803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330284171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481788554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2117369307"/>
                    </a:ext>
                  </a:extLst>
                </a:gridCol>
                <a:gridCol w="628390">
                  <a:extLst>
                    <a:ext uri="{9D8B030D-6E8A-4147-A177-3AD203B41FA5}">
                      <a16:colId xmlns:a16="http://schemas.microsoft.com/office/drawing/2014/main" val="1873313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w</a:t>
                      </a:r>
                      <a:endParaRPr lang="fr-FR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8358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914EC4-BB19-97FD-E30F-A6A924921A2E}"/>
              </a:ext>
            </a:extLst>
          </p:cNvPr>
          <p:cNvSpPr txBox="1"/>
          <p:nvPr/>
        </p:nvSpPr>
        <p:spPr>
          <a:xfrm>
            <a:off x="1079653" y="1875354"/>
            <a:ext cx="69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A: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692D9-3AAD-4B6B-1103-A71E420B380C}"/>
              </a:ext>
            </a:extLst>
          </p:cNvPr>
          <p:cNvSpPr txBox="1"/>
          <p:nvPr/>
        </p:nvSpPr>
        <p:spPr>
          <a:xfrm>
            <a:off x="1079653" y="2497326"/>
            <a:ext cx="69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B: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39359-3A52-8B5C-F8B6-0F32F1EC5AA3}"/>
              </a:ext>
            </a:extLst>
          </p:cNvPr>
          <p:cNvSpPr txBox="1"/>
          <p:nvPr/>
        </p:nvSpPr>
        <p:spPr>
          <a:xfrm>
            <a:off x="1222871" y="3429000"/>
            <a:ext cx="7326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200" dirty="0" err="1"/>
              <a:t>Distance</a:t>
            </a:r>
            <a:r>
              <a:rPr lang="fi-FI" sz="2200" dirty="0"/>
              <a:t> is </a:t>
            </a:r>
            <a:r>
              <a:rPr lang="fi-FI" sz="2200" dirty="0" err="1"/>
              <a:t>different</a:t>
            </a:r>
            <a:r>
              <a:rPr lang="fi-FI" sz="2200" dirty="0"/>
              <a:t> </a:t>
            </a:r>
            <a:r>
              <a:rPr lang="fi-FI" sz="2200" dirty="0" err="1"/>
              <a:t>according</a:t>
            </a:r>
            <a:r>
              <a:rPr lang="fi-FI" sz="2200" dirty="0"/>
              <a:t> to </a:t>
            </a:r>
            <a:r>
              <a:rPr lang="fi-FI" sz="2200" dirty="0" err="1"/>
              <a:t>the</a:t>
            </a:r>
            <a:r>
              <a:rPr lang="fi-FI" sz="2200" dirty="0"/>
              <a:t> </a:t>
            </a:r>
            <a:r>
              <a:rPr lang="fi-FI" sz="2200" dirty="0" err="1"/>
              <a:t>method</a:t>
            </a:r>
            <a:r>
              <a:rPr lang="fi-FI" sz="2200" dirty="0"/>
              <a:t> </a:t>
            </a:r>
            <a:r>
              <a:rPr lang="fi-FI" sz="2200" dirty="0" err="1"/>
              <a:t>chosen</a:t>
            </a:r>
            <a:r>
              <a:rPr lang="fi-FI" sz="2200" dirty="0"/>
              <a:t>:</a:t>
            </a:r>
            <a:endParaRPr lang="fr-FR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FC04C3-08BF-4A89-344C-E383DCD6C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857858"/>
              </p:ext>
            </p:extLst>
          </p:nvPr>
        </p:nvGraphicFramePr>
        <p:xfrm>
          <a:off x="4175393" y="4099193"/>
          <a:ext cx="4461830" cy="10972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30915">
                  <a:extLst>
                    <a:ext uri="{9D8B030D-6E8A-4147-A177-3AD203B41FA5}">
                      <a16:colId xmlns:a16="http://schemas.microsoft.com/office/drawing/2014/main" val="3430109039"/>
                    </a:ext>
                  </a:extLst>
                </a:gridCol>
                <a:gridCol w="2230915">
                  <a:extLst>
                    <a:ext uri="{9D8B030D-6E8A-4147-A177-3AD203B41FA5}">
                      <a16:colId xmlns:a16="http://schemas.microsoft.com/office/drawing/2014/main" val="4149682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/>
                        <a:t>Distance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356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Hamming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002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OM / Levenshtein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540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237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FD00-6306-C3E3-638B-1AD28054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OM vs. </a:t>
            </a:r>
            <a:r>
              <a:rPr lang="fi-FI" dirty="0" err="1"/>
              <a:t>Hamming</a:t>
            </a:r>
            <a:r>
              <a:rPr lang="fi-FI" dirty="0"/>
              <a:t> 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FBEB88-A100-4A3F-22CA-4EBCD9351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092278"/>
              </p:ext>
            </p:extLst>
          </p:nvPr>
        </p:nvGraphicFramePr>
        <p:xfrm>
          <a:off x="838200" y="1690688"/>
          <a:ext cx="10515600" cy="32308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950146">
                  <a:extLst>
                    <a:ext uri="{9D8B030D-6E8A-4147-A177-3AD203B41FA5}">
                      <a16:colId xmlns:a16="http://schemas.microsoft.com/office/drawing/2014/main" val="2306576676"/>
                    </a:ext>
                  </a:extLst>
                </a:gridCol>
                <a:gridCol w="4565454">
                  <a:extLst>
                    <a:ext uri="{9D8B030D-6E8A-4147-A177-3AD203B41FA5}">
                      <a16:colId xmlns:a16="http://schemas.microsoft.com/office/drawing/2014/main" val="3441601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 b="1" dirty="0"/>
                        <a:t>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 b="1" dirty="0"/>
                        <a:t>Better </a:t>
                      </a:r>
                      <a:r>
                        <a:rPr lang="fr-FR" sz="2600" b="1" dirty="0" err="1"/>
                        <a:t>logic</a:t>
                      </a:r>
                      <a:endParaRPr lang="fr-FR" sz="2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38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/>
                        <a:t>Do people occupy the same state at the same age/year?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 dirty="0"/>
                        <a:t>Hamming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08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/>
                        <a:t>Do people follow similar pathways, even if shifted?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/>
                        <a:t>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24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/>
                        <a:t>Is early versus late timing central?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/>
                        <a:t>Hamming or high indel 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65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/>
                        <a:t>Is order more important than exact age?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600" dirty="0"/>
                        <a:t>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8488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D379960-39B8-2E4B-964D-3531E5AB089E}"/>
              </a:ext>
            </a:extLst>
          </p:cNvPr>
          <p:cNvSpPr txBox="1"/>
          <p:nvPr/>
        </p:nvSpPr>
        <p:spPr>
          <a:xfrm>
            <a:off x="1839818" y="5497818"/>
            <a:ext cx="87143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500" dirty="0"/>
              <a:t>Hamming: Are states </a:t>
            </a:r>
            <a:r>
              <a:rPr lang="fr-FR" sz="2500" dirty="0" err="1"/>
              <a:t>equal</a:t>
            </a:r>
            <a:r>
              <a:rPr lang="fr-FR" sz="2500" dirty="0"/>
              <a:t> at the </a:t>
            </a:r>
            <a:r>
              <a:rPr lang="fr-FR" sz="2500" dirty="0" err="1"/>
              <a:t>same</a:t>
            </a:r>
            <a:r>
              <a:rPr lang="fr-FR" sz="2500" dirty="0"/>
              <a:t> time?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500" dirty="0"/>
              <a:t>OM: Can one </a:t>
            </a:r>
            <a:r>
              <a:rPr lang="fr-FR" sz="2500" dirty="0" err="1"/>
              <a:t>trajectory</a:t>
            </a:r>
            <a:r>
              <a:rPr lang="fr-FR" sz="2500" dirty="0"/>
              <a:t> </a:t>
            </a:r>
            <a:r>
              <a:rPr lang="fr-FR" sz="2500" dirty="0" err="1"/>
              <a:t>be</a:t>
            </a:r>
            <a:r>
              <a:rPr lang="fr-FR" sz="2500" dirty="0"/>
              <a:t> « </a:t>
            </a:r>
            <a:r>
              <a:rPr lang="fr-FR" sz="2500" dirty="0" err="1"/>
              <a:t>edited</a:t>
            </a:r>
            <a:r>
              <a:rPr lang="fr-FR" sz="2500" dirty="0"/>
              <a:t> » </a:t>
            </a:r>
            <a:r>
              <a:rPr lang="fr-FR" sz="2500" dirty="0" err="1"/>
              <a:t>into</a:t>
            </a:r>
            <a:r>
              <a:rPr lang="fr-FR" sz="2500" dirty="0"/>
              <a:t> the </a:t>
            </a:r>
            <a:r>
              <a:rPr lang="fr-FR" sz="2500" dirty="0" err="1"/>
              <a:t>other</a:t>
            </a:r>
            <a:r>
              <a:rPr lang="fr-FR" sz="2500" dirty="0"/>
              <a:t> </a:t>
            </a:r>
            <a:r>
              <a:rPr lang="fr-FR" sz="2500" dirty="0" err="1"/>
              <a:t>cheaply</a:t>
            </a:r>
            <a:r>
              <a:rPr lang="fr-FR" sz="2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57181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81361-4B51-AFC4-2037-DF7F69BB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choices are research choices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C9245-9197-A851-0698-46AADE07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7832" y="4353507"/>
            <a:ext cx="5733288" cy="932688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87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1732-98B4-C610-ACA9-FA8D256F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There</a:t>
            </a:r>
            <a:r>
              <a:rPr lang="fi-FI" dirty="0"/>
              <a:t> is no </a:t>
            </a:r>
            <a:r>
              <a:rPr lang="fi-FI" dirty="0" err="1"/>
              <a:t>neutral</a:t>
            </a:r>
            <a:r>
              <a:rPr lang="fi-FI" dirty="0"/>
              <a:t> </a:t>
            </a:r>
            <a:r>
              <a:rPr lang="fi-FI" dirty="0" err="1"/>
              <a:t>cost</a:t>
            </a:r>
            <a:r>
              <a:rPr lang="fi-FI" dirty="0"/>
              <a:t> </a:t>
            </a:r>
            <a:r>
              <a:rPr lang="fi-FI" dirty="0" err="1"/>
              <a:t>setting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9ED4-1015-4A02-040B-260C102AC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 </a:t>
            </a:r>
          </a:p>
          <a:p>
            <a:r>
              <a:rPr lang="fi-FI" dirty="0"/>
              <a:t>Ben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69FA60-484C-2E2F-7E69-0831223FD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7675"/>
              </p:ext>
            </p:extLst>
          </p:nvPr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467118-FEE0-C43A-CCBB-EDACB0154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993330"/>
              </p:ext>
            </p:extLst>
          </p:nvPr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34718D95-606E-BD7D-ED4C-02037E74CDF2}"/>
              </a:ext>
            </a:extLst>
          </p:cNvPr>
          <p:cNvGrpSpPr/>
          <p:nvPr/>
        </p:nvGrpSpPr>
        <p:grpSpPr>
          <a:xfrm>
            <a:off x="969484" y="3065585"/>
            <a:ext cx="10179586" cy="3427290"/>
            <a:chOff x="969484" y="3065585"/>
            <a:chExt cx="10179586" cy="342729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527B631-5059-9150-6C2B-88B0F0DA8755}"/>
                </a:ext>
              </a:extLst>
            </p:cNvPr>
            <p:cNvSpPr/>
            <p:nvPr/>
          </p:nvSpPr>
          <p:spPr>
            <a:xfrm>
              <a:off x="969484" y="3580482"/>
              <a:ext cx="10179586" cy="291239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5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500" dirty="0">
                  <a:solidFill>
                    <a:schemeClr val="tx1"/>
                  </a:solidFill>
                </a:rPr>
                <a:t>OM </a:t>
              </a:r>
              <a:r>
                <a:rPr lang="fr-FR" sz="2500" dirty="0" err="1">
                  <a:solidFill>
                    <a:schemeClr val="tx1"/>
                  </a:solidFill>
                </a:rPr>
                <a:t>with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low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indel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cost</a:t>
              </a:r>
              <a:endParaRPr lang="fr-FR" sz="25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Substitution cost = 2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Indel cost = 0.5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Distance = 1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500" dirty="0">
                  <a:solidFill>
                    <a:schemeClr val="tx1"/>
                  </a:solidFill>
                </a:rPr>
                <a:t>The </a:t>
              </a:r>
              <a:r>
                <a:rPr lang="fr-FR" sz="2500" dirty="0" err="1">
                  <a:solidFill>
                    <a:schemeClr val="tx1"/>
                  </a:solidFill>
                </a:rPr>
                <a:t>cheapest</a:t>
              </a:r>
              <a:r>
                <a:rPr lang="fr-FR" sz="2500" dirty="0">
                  <a:solidFill>
                    <a:schemeClr val="tx1"/>
                  </a:solidFill>
                </a:rPr>
                <a:t> transformation </a:t>
              </a:r>
              <a:r>
                <a:rPr lang="fr-FR" sz="2500" dirty="0" err="1">
                  <a:solidFill>
                    <a:schemeClr val="tx1"/>
                  </a:solidFill>
                </a:rPr>
                <a:t>is</a:t>
              </a:r>
              <a:endParaRPr lang="fr-FR" sz="25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fr-FR" sz="2200" dirty="0" err="1">
                  <a:solidFill>
                    <a:schemeClr val="tx1"/>
                  </a:solidFill>
                </a:rPr>
                <a:t>delete</a:t>
              </a:r>
              <a:r>
                <a:rPr lang="fr-FR" sz="2200" dirty="0">
                  <a:solidFill>
                    <a:schemeClr val="tx1"/>
                  </a:solidFill>
                </a:rPr>
                <a:t> one E at the </a:t>
              </a:r>
              <a:r>
                <a:rPr lang="fr-FR" sz="2200" dirty="0" err="1">
                  <a:solidFill>
                    <a:schemeClr val="tx1"/>
                  </a:solidFill>
                </a:rPr>
                <a:t>beginning</a:t>
              </a:r>
              <a:r>
                <a:rPr lang="fr-FR" sz="2200" dirty="0">
                  <a:solidFill>
                    <a:schemeClr val="tx1"/>
                  </a:solidFill>
                </a:rPr>
                <a:t>: </a:t>
              </a:r>
              <a:r>
                <a:rPr lang="fr-FR" sz="2200" dirty="0" err="1">
                  <a:solidFill>
                    <a:schemeClr val="tx1"/>
                  </a:solidFill>
                </a:rPr>
                <a:t>cost</a:t>
              </a:r>
              <a:r>
                <a:rPr lang="fr-FR" sz="2200" dirty="0">
                  <a:solidFill>
                    <a:schemeClr val="tx1"/>
                  </a:solidFill>
                </a:rPr>
                <a:t> 0.5; 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fr-FR" sz="2200" dirty="0">
                  <a:solidFill>
                    <a:schemeClr val="tx1"/>
                  </a:solidFill>
                </a:rPr>
                <a:t>insert one E at the end: </a:t>
              </a:r>
              <a:r>
                <a:rPr lang="fr-FR" sz="2200" dirty="0" err="1">
                  <a:solidFill>
                    <a:schemeClr val="tx1"/>
                  </a:solidFill>
                </a:rPr>
                <a:t>cost</a:t>
              </a:r>
              <a:r>
                <a:rPr lang="fr-FR" sz="2200" dirty="0">
                  <a:solidFill>
                    <a:schemeClr val="tx1"/>
                  </a:solidFill>
                </a:rPr>
                <a:t> 0.5. 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fr-FR" sz="2200" dirty="0">
                  <a:solidFill>
                    <a:schemeClr val="tx1"/>
                  </a:solidFill>
                </a:rPr>
                <a:t>Total = 1 (0.5 + 0.5)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7B6A61-03FA-2A2C-4D65-77C4D4FABFED}"/>
                </a:ext>
              </a:extLst>
            </p:cNvPr>
            <p:cNvSpPr/>
            <p:nvPr/>
          </p:nvSpPr>
          <p:spPr>
            <a:xfrm>
              <a:off x="1366092" y="3071124"/>
              <a:ext cx="2787267" cy="56070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Pattern</a:t>
              </a:r>
              <a:r>
                <a:rPr lang="fi-FI" dirty="0"/>
                <a:t> </a:t>
              </a:r>
              <a:r>
                <a:rPr lang="fi-FI" dirty="0" err="1"/>
                <a:t>matters</a:t>
              </a:r>
              <a:r>
                <a:rPr lang="fi-FI" dirty="0"/>
                <a:t> </a:t>
              </a:r>
              <a:r>
                <a:rPr lang="fi-FI" dirty="0" err="1"/>
                <a:t>more</a:t>
              </a:r>
              <a:endParaRPr lang="fr-FR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D7CFAE5-2096-7D0B-90E0-F9A7F545A2B3}"/>
                </a:ext>
              </a:extLst>
            </p:cNvPr>
            <p:cNvSpPr/>
            <p:nvPr/>
          </p:nvSpPr>
          <p:spPr>
            <a:xfrm>
              <a:off x="4153359" y="3065585"/>
              <a:ext cx="2787267" cy="560709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Balanced</a:t>
              </a:r>
              <a:r>
                <a:rPr lang="fi-FI" dirty="0"/>
                <a:t> </a:t>
              </a:r>
              <a:r>
                <a:rPr lang="fi-FI" dirty="0" err="1"/>
                <a:t>setting</a:t>
              </a:r>
              <a:endParaRPr lang="fr-FR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4435764-D6EF-0BDB-77F5-7061C694ACD2}"/>
                </a:ext>
              </a:extLst>
            </p:cNvPr>
            <p:cNvSpPr/>
            <p:nvPr/>
          </p:nvSpPr>
          <p:spPr>
            <a:xfrm>
              <a:off x="6940626" y="3071124"/>
              <a:ext cx="2787267" cy="56070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Timing</a:t>
              </a:r>
              <a:r>
                <a:rPr lang="fi-FI" dirty="0"/>
                <a:t> </a:t>
              </a:r>
              <a:r>
                <a:rPr lang="fi-FI" dirty="0" err="1"/>
                <a:t>matters</a:t>
              </a:r>
              <a:r>
                <a:rPr lang="fi-FI" dirty="0"/>
                <a:t> </a:t>
              </a:r>
              <a:r>
                <a:rPr lang="fi-FI" dirty="0" err="1"/>
                <a:t>more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48080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2A50-0164-565D-9EA2-A895536F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0A40E-CB56-2721-AD57-205D39A0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There</a:t>
            </a:r>
            <a:r>
              <a:rPr lang="fi-FI" dirty="0"/>
              <a:t> is no </a:t>
            </a:r>
            <a:r>
              <a:rPr lang="fi-FI" dirty="0" err="1"/>
              <a:t>neutral</a:t>
            </a:r>
            <a:r>
              <a:rPr lang="fi-FI" dirty="0"/>
              <a:t> </a:t>
            </a:r>
            <a:r>
              <a:rPr lang="fi-FI" dirty="0" err="1"/>
              <a:t>cost</a:t>
            </a:r>
            <a:r>
              <a:rPr lang="fi-FI" dirty="0"/>
              <a:t> </a:t>
            </a:r>
            <a:r>
              <a:rPr lang="fi-FI" dirty="0" err="1"/>
              <a:t>setting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3CE30-2F17-564D-005D-C675941A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 </a:t>
            </a:r>
          </a:p>
          <a:p>
            <a:r>
              <a:rPr lang="fi-FI" dirty="0"/>
              <a:t>Ben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79DACB-9F95-310E-B883-6430E4D19530}"/>
              </a:ext>
            </a:extLst>
          </p:cNvPr>
          <p:cNvGraphicFramePr>
            <a:graphicFrameLocks noGrp="1"/>
          </p:cNvGraphicFramePr>
          <p:nvPr/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77D6B2-063F-E6BF-46EC-CEF7EF7BFF24}"/>
              </a:ext>
            </a:extLst>
          </p:cNvPr>
          <p:cNvGraphicFramePr>
            <a:graphicFrameLocks noGrp="1"/>
          </p:cNvGraphicFramePr>
          <p:nvPr/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604C4A0A-5B90-64DB-8C73-9B00DBA201FE}"/>
              </a:ext>
            </a:extLst>
          </p:cNvPr>
          <p:cNvGrpSpPr/>
          <p:nvPr/>
        </p:nvGrpSpPr>
        <p:grpSpPr>
          <a:xfrm>
            <a:off x="969484" y="3065585"/>
            <a:ext cx="10179586" cy="3427290"/>
            <a:chOff x="969484" y="3065585"/>
            <a:chExt cx="10179586" cy="342729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0E930B7-067D-9AE9-F67B-A0B3FD43B37C}"/>
                </a:ext>
              </a:extLst>
            </p:cNvPr>
            <p:cNvSpPr/>
            <p:nvPr/>
          </p:nvSpPr>
          <p:spPr>
            <a:xfrm>
              <a:off x="969484" y="3580482"/>
              <a:ext cx="10179586" cy="291239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500" dirty="0">
                  <a:solidFill>
                    <a:schemeClr val="tx1"/>
                  </a:solidFill>
                </a:rPr>
                <a:t>OM </a:t>
              </a:r>
              <a:r>
                <a:rPr lang="fr-FR" sz="2500" dirty="0" err="1">
                  <a:solidFill>
                    <a:schemeClr val="tx1"/>
                  </a:solidFill>
                </a:rPr>
                <a:t>with</a:t>
              </a:r>
              <a:r>
                <a:rPr lang="fr-FR" sz="2500" dirty="0">
                  <a:solidFill>
                    <a:schemeClr val="tx1"/>
                  </a:solidFill>
                </a:rPr>
                <a:t> standard </a:t>
              </a:r>
              <a:r>
                <a:rPr lang="fr-FR" sz="2500" dirty="0" err="1">
                  <a:solidFill>
                    <a:schemeClr val="tx1"/>
                  </a:solidFill>
                </a:rPr>
                <a:t>indel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cost</a:t>
              </a:r>
              <a:endParaRPr lang="fr-FR" sz="25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Substitution cost = 2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Indel cost = 1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Distance = 2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500" dirty="0">
                  <a:solidFill>
                    <a:schemeClr val="tx1"/>
                  </a:solidFill>
                </a:rPr>
                <a:t>The </a:t>
              </a:r>
              <a:r>
                <a:rPr lang="fr-FR" sz="2500" dirty="0" err="1">
                  <a:solidFill>
                    <a:schemeClr val="tx1"/>
                  </a:solidFill>
                </a:rPr>
                <a:t>same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deletion</a:t>
              </a:r>
              <a:r>
                <a:rPr lang="fr-FR" sz="2500" dirty="0">
                  <a:solidFill>
                    <a:schemeClr val="tx1"/>
                  </a:solidFill>
                </a:rPr>
                <a:t> and insertion </a:t>
              </a:r>
              <a:r>
                <a:rPr lang="fr-FR" sz="2500" dirty="0" err="1">
                  <a:solidFill>
                    <a:schemeClr val="tx1"/>
                  </a:solidFill>
                </a:rPr>
                <a:t>now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cost</a:t>
              </a:r>
              <a:r>
                <a:rPr lang="fr-FR" sz="2500" dirty="0">
                  <a:solidFill>
                    <a:schemeClr val="tx1"/>
                  </a:solidFill>
                </a:rPr>
                <a:t>: 1 +1 = 2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8911B75-AE65-01FA-61E9-09DA866AECEE}"/>
                </a:ext>
              </a:extLst>
            </p:cNvPr>
            <p:cNvSpPr/>
            <p:nvPr/>
          </p:nvSpPr>
          <p:spPr>
            <a:xfrm>
              <a:off x="1366092" y="3071124"/>
              <a:ext cx="2787267" cy="56070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Pattern</a:t>
              </a:r>
              <a:r>
                <a:rPr lang="fi-FI" dirty="0"/>
                <a:t> </a:t>
              </a:r>
              <a:r>
                <a:rPr lang="fi-FI" dirty="0" err="1"/>
                <a:t>matters</a:t>
              </a:r>
              <a:r>
                <a:rPr lang="fi-FI" dirty="0"/>
                <a:t> </a:t>
              </a:r>
              <a:r>
                <a:rPr lang="fi-FI" dirty="0" err="1"/>
                <a:t>more</a:t>
              </a:r>
              <a:endParaRPr lang="fr-FR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DDDD984-4F49-9E0B-C547-92D427CBE6B2}"/>
                </a:ext>
              </a:extLst>
            </p:cNvPr>
            <p:cNvSpPr/>
            <p:nvPr/>
          </p:nvSpPr>
          <p:spPr>
            <a:xfrm>
              <a:off x="4153359" y="3065585"/>
              <a:ext cx="2787267" cy="560709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Balanced</a:t>
              </a:r>
              <a:r>
                <a:rPr lang="fi-FI" dirty="0"/>
                <a:t> </a:t>
              </a:r>
              <a:r>
                <a:rPr lang="fi-FI" dirty="0" err="1"/>
                <a:t>setting</a:t>
              </a:r>
              <a:endParaRPr lang="fr-FR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FD6586F-9861-467C-0324-85D0BA8F9E19}"/>
                </a:ext>
              </a:extLst>
            </p:cNvPr>
            <p:cNvSpPr/>
            <p:nvPr/>
          </p:nvSpPr>
          <p:spPr>
            <a:xfrm>
              <a:off x="6940626" y="3071124"/>
              <a:ext cx="2787267" cy="56070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Timing</a:t>
              </a:r>
              <a:r>
                <a:rPr lang="fi-FI" dirty="0"/>
                <a:t> </a:t>
              </a:r>
              <a:r>
                <a:rPr lang="fi-FI" dirty="0" err="1"/>
                <a:t>matters</a:t>
              </a:r>
              <a:r>
                <a:rPr lang="fi-FI" dirty="0"/>
                <a:t> </a:t>
              </a:r>
              <a:r>
                <a:rPr lang="fi-FI" dirty="0" err="1"/>
                <a:t>more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594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80FC-C2CF-5497-A8E8-C56A94F6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A807-39BE-ACF5-9B27-09BF7C46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There</a:t>
            </a:r>
            <a:r>
              <a:rPr lang="fi-FI" dirty="0"/>
              <a:t> is no </a:t>
            </a:r>
            <a:r>
              <a:rPr lang="fi-FI" dirty="0" err="1"/>
              <a:t>neutral</a:t>
            </a:r>
            <a:r>
              <a:rPr lang="fi-FI" dirty="0"/>
              <a:t> </a:t>
            </a:r>
            <a:r>
              <a:rPr lang="fi-FI" dirty="0" err="1"/>
              <a:t>cost</a:t>
            </a:r>
            <a:r>
              <a:rPr lang="fi-FI" dirty="0"/>
              <a:t> </a:t>
            </a:r>
            <a:r>
              <a:rPr lang="fi-FI" dirty="0" err="1"/>
              <a:t>setting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ED02-66DA-4125-D8F1-FE2766FC9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 </a:t>
            </a:r>
          </a:p>
          <a:p>
            <a:r>
              <a:rPr lang="fi-FI" dirty="0"/>
              <a:t>Ben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86ADC8-3FB4-25D0-BCCF-3BF86037DF64}"/>
              </a:ext>
            </a:extLst>
          </p:cNvPr>
          <p:cNvGraphicFramePr>
            <a:graphicFrameLocks noGrp="1"/>
          </p:cNvGraphicFramePr>
          <p:nvPr/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A67183-23FF-4A98-0158-7DC3D81389F9}"/>
              </a:ext>
            </a:extLst>
          </p:cNvPr>
          <p:cNvGraphicFramePr>
            <a:graphicFrameLocks noGrp="1"/>
          </p:cNvGraphicFramePr>
          <p:nvPr/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D7FA5BD-B8BE-77C6-D6E7-5C64F557422D}"/>
              </a:ext>
            </a:extLst>
          </p:cNvPr>
          <p:cNvGrpSpPr/>
          <p:nvPr/>
        </p:nvGrpSpPr>
        <p:grpSpPr>
          <a:xfrm>
            <a:off x="969484" y="3065585"/>
            <a:ext cx="10179586" cy="3427290"/>
            <a:chOff x="969484" y="3065585"/>
            <a:chExt cx="10179586" cy="342729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F3E7150-7226-A673-E8DF-687DF7636076}"/>
                </a:ext>
              </a:extLst>
            </p:cNvPr>
            <p:cNvSpPr/>
            <p:nvPr/>
          </p:nvSpPr>
          <p:spPr>
            <a:xfrm>
              <a:off x="969484" y="3580482"/>
              <a:ext cx="10179586" cy="291239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500" dirty="0">
                  <a:solidFill>
                    <a:schemeClr val="tx1"/>
                  </a:solidFill>
                </a:rPr>
                <a:t>OM </a:t>
              </a:r>
              <a:r>
                <a:rPr lang="fr-FR" sz="2500" dirty="0" err="1">
                  <a:solidFill>
                    <a:schemeClr val="tx1"/>
                  </a:solidFill>
                </a:rPr>
                <a:t>with</a:t>
              </a:r>
              <a:r>
                <a:rPr lang="fr-FR" sz="2500" dirty="0">
                  <a:solidFill>
                    <a:schemeClr val="tx1"/>
                  </a:solidFill>
                </a:rPr>
                <a:t> high </a:t>
              </a:r>
              <a:r>
                <a:rPr lang="fr-FR" sz="2500" dirty="0" err="1">
                  <a:solidFill>
                    <a:schemeClr val="tx1"/>
                  </a:solidFill>
                </a:rPr>
                <a:t>indel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cost</a:t>
              </a:r>
              <a:endParaRPr lang="fr-FR" sz="25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Substitution cost = 2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Indel cost = 3</a:t>
              </a:r>
              <a:endParaRPr lang="fr-FR" sz="2200" dirty="0">
                <a:solidFill>
                  <a:schemeClr val="tx1"/>
                </a:solidFill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chemeClr val="tx1"/>
                  </a:solidFill>
                </a:rPr>
                <a:t>Distance = 4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200" dirty="0">
                <a:solidFill>
                  <a:schemeClr val="tx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500" dirty="0" err="1">
                  <a:solidFill>
                    <a:schemeClr val="tx1"/>
                  </a:solidFill>
                </a:rPr>
                <a:t>Shifting</a:t>
              </a:r>
              <a:r>
                <a:rPr lang="fr-FR" sz="2500" dirty="0">
                  <a:solidFill>
                    <a:schemeClr val="tx1"/>
                  </a:solidFill>
                </a:rPr>
                <a:t> the pattern </a:t>
              </a:r>
              <a:r>
                <a:rPr lang="fr-FR" sz="2500" dirty="0" err="1">
                  <a:solidFill>
                    <a:schemeClr val="tx1"/>
                  </a:solidFill>
                </a:rPr>
                <a:t>would</a:t>
              </a:r>
              <a:r>
                <a:rPr lang="fr-FR" sz="2500" dirty="0">
                  <a:solidFill>
                    <a:schemeClr val="tx1"/>
                  </a:solidFill>
                </a:rPr>
                <a:t> </a:t>
              </a:r>
              <a:r>
                <a:rPr lang="fr-FR" sz="2500" dirty="0" err="1">
                  <a:solidFill>
                    <a:schemeClr val="tx1"/>
                  </a:solidFill>
                </a:rPr>
                <a:t>cost</a:t>
              </a:r>
              <a:r>
                <a:rPr lang="fr-FR" sz="2500" dirty="0">
                  <a:solidFill>
                    <a:schemeClr val="tx1"/>
                  </a:solidFill>
                </a:rPr>
                <a:t>: 3+3=6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fr-FR" sz="2200" dirty="0">
                  <a:solidFill>
                    <a:schemeClr val="tx1"/>
                  </a:solidFill>
                </a:rPr>
                <a:t>The </a:t>
              </a:r>
              <a:r>
                <a:rPr lang="fr-FR" sz="2200" dirty="0" err="1">
                  <a:solidFill>
                    <a:schemeClr val="tx1"/>
                  </a:solidFill>
                </a:rPr>
                <a:t>algorithm</a:t>
              </a:r>
              <a:r>
                <a:rPr lang="fr-FR" sz="2200" dirty="0">
                  <a:solidFill>
                    <a:schemeClr val="tx1"/>
                  </a:solidFill>
                </a:rPr>
                <a:t> </a:t>
              </a:r>
              <a:r>
                <a:rPr lang="fr-FR" sz="2200" dirty="0" err="1">
                  <a:solidFill>
                    <a:schemeClr val="tx1"/>
                  </a:solidFill>
                </a:rPr>
                <a:t>instead</a:t>
              </a:r>
              <a:r>
                <a:rPr lang="fr-FR" sz="2200" dirty="0">
                  <a:solidFill>
                    <a:schemeClr val="tx1"/>
                  </a:solidFill>
                </a:rPr>
                <a:t> substitutes the </a:t>
              </a:r>
              <a:r>
                <a:rPr lang="fr-FR" sz="2200" dirty="0" err="1">
                  <a:solidFill>
                    <a:schemeClr val="tx1"/>
                  </a:solidFill>
                </a:rPr>
                <a:t>two</a:t>
              </a:r>
              <a:r>
                <a:rPr lang="fr-FR" sz="2200" dirty="0">
                  <a:solidFill>
                    <a:schemeClr val="tx1"/>
                  </a:solidFill>
                </a:rPr>
                <a:t> </a:t>
              </a:r>
              <a:r>
                <a:rPr lang="fr-FR" sz="2200" dirty="0" err="1">
                  <a:solidFill>
                    <a:schemeClr val="tx1"/>
                  </a:solidFill>
                </a:rPr>
                <a:t>mismatched</a:t>
              </a:r>
              <a:r>
                <a:rPr lang="fr-FR" sz="2200" dirty="0">
                  <a:solidFill>
                    <a:schemeClr val="tx1"/>
                  </a:solidFill>
                </a:rPr>
                <a:t> positions:</a:t>
              </a:r>
              <a:r>
                <a:rPr lang="en-US" sz="2200" dirty="0">
                  <a:solidFill>
                    <a:schemeClr val="tx1"/>
                  </a:solidFill>
                </a:rPr>
                <a:t> 2+2=4</a:t>
              </a:r>
              <a:endParaRPr lang="fr-FR" sz="22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E7AEC08-F753-DEF0-9B3B-D890A0FC5A21}"/>
                </a:ext>
              </a:extLst>
            </p:cNvPr>
            <p:cNvSpPr/>
            <p:nvPr/>
          </p:nvSpPr>
          <p:spPr>
            <a:xfrm>
              <a:off x="1366092" y="3071124"/>
              <a:ext cx="2787267" cy="56070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Pattern</a:t>
              </a:r>
              <a:r>
                <a:rPr lang="fi-FI" dirty="0"/>
                <a:t> </a:t>
              </a:r>
              <a:r>
                <a:rPr lang="fi-FI" dirty="0" err="1"/>
                <a:t>matters</a:t>
              </a:r>
              <a:r>
                <a:rPr lang="fi-FI" dirty="0"/>
                <a:t> </a:t>
              </a:r>
              <a:r>
                <a:rPr lang="fi-FI" dirty="0" err="1"/>
                <a:t>more</a:t>
              </a:r>
              <a:endParaRPr lang="fr-FR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0431BB1-6CC5-62E6-79A5-4C330A892C9F}"/>
                </a:ext>
              </a:extLst>
            </p:cNvPr>
            <p:cNvSpPr/>
            <p:nvPr/>
          </p:nvSpPr>
          <p:spPr>
            <a:xfrm>
              <a:off x="4153359" y="3065585"/>
              <a:ext cx="2787267" cy="560709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Balanced</a:t>
              </a:r>
              <a:r>
                <a:rPr lang="fi-FI" dirty="0"/>
                <a:t> </a:t>
              </a:r>
              <a:r>
                <a:rPr lang="fi-FI" dirty="0" err="1"/>
                <a:t>setting</a:t>
              </a:r>
              <a:endParaRPr lang="fr-FR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E492686-BFEF-7FD5-5CDA-A3AC51E7761C}"/>
                </a:ext>
              </a:extLst>
            </p:cNvPr>
            <p:cNvSpPr/>
            <p:nvPr/>
          </p:nvSpPr>
          <p:spPr>
            <a:xfrm>
              <a:off x="6940626" y="3071124"/>
              <a:ext cx="2787267" cy="560709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dirty="0" err="1"/>
                <a:t>Timing</a:t>
              </a:r>
              <a:r>
                <a:rPr lang="fi-FI" dirty="0"/>
                <a:t> </a:t>
              </a:r>
              <a:r>
                <a:rPr lang="fi-FI" dirty="0" err="1"/>
                <a:t>matters</a:t>
              </a:r>
              <a:r>
                <a:rPr lang="fi-FI" dirty="0"/>
                <a:t> </a:t>
              </a:r>
              <a:r>
                <a:rPr lang="fi-FI" dirty="0" err="1"/>
                <a:t>more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796870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70DE-A233-8A65-88CF-1C9079E0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8607-B299-B197-4BE2-55F6D80C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There</a:t>
            </a:r>
            <a:r>
              <a:rPr lang="fi-FI" dirty="0"/>
              <a:t> is no </a:t>
            </a:r>
            <a:r>
              <a:rPr lang="fi-FI" dirty="0" err="1"/>
              <a:t>neutral</a:t>
            </a:r>
            <a:r>
              <a:rPr lang="fi-FI" dirty="0"/>
              <a:t> </a:t>
            </a:r>
            <a:r>
              <a:rPr lang="fi-FI" dirty="0" err="1"/>
              <a:t>cost</a:t>
            </a:r>
            <a:r>
              <a:rPr lang="fi-FI" dirty="0"/>
              <a:t> </a:t>
            </a:r>
            <a:r>
              <a:rPr lang="fi-FI" dirty="0" err="1"/>
              <a:t>setting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891E-EF8D-6BFF-70AE-F3F0DCFE6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 </a:t>
            </a:r>
          </a:p>
          <a:p>
            <a:r>
              <a:rPr lang="fi-FI" dirty="0"/>
              <a:t>Ben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8678CE-38D1-4E9F-7083-C74DFBEAEAFF}"/>
              </a:ext>
            </a:extLst>
          </p:cNvPr>
          <p:cNvGraphicFramePr>
            <a:graphicFrameLocks noGrp="1"/>
          </p:cNvGraphicFramePr>
          <p:nvPr/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75FB30-190A-B71B-01C5-A77C039A6863}"/>
              </a:ext>
            </a:extLst>
          </p:cNvPr>
          <p:cNvGraphicFramePr>
            <a:graphicFrameLocks noGrp="1"/>
          </p:cNvGraphicFramePr>
          <p:nvPr/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56FFFB-80FD-E7FE-11F4-4B2ED45478A4}"/>
              </a:ext>
            </a:extLst>
          </p:cNvPr>
          <p:cNvSpPr/>
          <p:nvPr/>
        </p:nvSpPr>
        <p:spPr>
          <a:xfrm>
            <a:off x="969484" y="3106758"/>
            <a:ext cx="10179586" cy="3386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</a:rPr>
              <a:t>The data have not </a:t>
            </a:r>
            <a:r>
              <a:rPr lang="fr-FR" sz="2800" dirty="0" err="1">
                <a:solidFill>
                  <a:schemeClr val="tx1"/>
                </a:solidFill>
              </a:rPr>
              <a:t>changed</a:t>
            </a:r>
            <a:r>
              <a:rPr lang="fr-FR" sz="2800" dirty="0">
                <a:solidFill>
                  <a:schemeClr val="tx1"/>
                </a:solidFill>
              </a:rPr>
              <a:t>. </a:t>
            </a:r>
            <a:r>
              <a:rPr lang="fr-FR" sz="2800" dirty="0" err="1">
                <a:solidFill>
                  <a:schemeClr val="tx1"/>
                </a:solidFill>
              </a:rPr>
              <a:t>What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  <a:r>
              <a:rPr lang="fr-FR" sz="2800" dirty="0" err="1">
                <a:solidFill>
                  <a:schemeClr val="tx1"/>
                </a:solidFill>
              </a:rPr>
              <a:t>changed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  <a:r>
              <a:rPr lang="fr-FR" sz="2800" dirty="0" err="1">
                <a:solidFill>
                  <a:schemeClr val="tx1"/>
                </a:solidFill>
              </a:rPr>
              <a:t>is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  <a:r>
              <a:rPr lang="fr-FR" sz="2800" dirty="0" err="1">
                <a:solidFill>
                  <a:schemeClr val="tx1"/>
                </a:solidFill>
              </a:rPr>
              <a:t>our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  <a:r>
              <a:rPr lang="fr-FR" sz="2800" dirty="0" err="1">
                <a:solidFill>
                  <a:schemeClr val="tx1"/>
                </a:solidFill>
              </a:rPr>
              <a:t>definition</a:t>
            </a:r>
            <a:r>
              <a:rPr lang="fr-FR" sz="2800" dirty="0">
                <a:solidFill>
                  <a:schemeClr val="tx1"/>
                </a:solidFill>
              </a:rPr>
              <a:t> of </a:t>
            </a:r>
            <a:r>
              <a:rPr lang="fr-FR" sz="2800" dirty="0" err="1">
                <a:solidFill>
                  <a:schemeClr val="tx1"/>
                </a:solidFill>
              </a:rPr>
              <a:t>similarity</a:t>
            </a:r>
            <a:r>
              <a:rPr lang="fr-FR" sz="28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</a:rPr>
              <a:t>The distance changes </a:t>
            </a:r>
            <a:r>
              <a:rPr lang="fr-FR" sz="2800" dirty="0" err="1">
                <a:solidFill>
                  <a:schemeClr val="tx1"/>
                </a:solidFill>
              </a:rPr>
              <a:t>even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  <a:r>
              <a:rPr lang="fr-FR" sz="2800" dirty="0" err="1">
                <a:solidFill>
                  <a:schemeClr val="tx1"/>
                </a:solidFill>
              </a:rPr>
              <a:t>when</a:t>
            </a:r>
            <a:r>
              <a:rPr lang="fr-FR" sz="2800" dirty="0">
                <a:solidFill>
                  <a:schemeClr val="tx1"/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the </a:t>
            </a:r>
            <a:r>
              <a:rPr lang="fr-FR" sz="2400" dirty="0" err="1">
                <a:solidFill>
                  <a:schemeClr val="tx1"/>
                </a:solidFill>
              </a:rPr>
              <a:t>two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sequences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remain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identical</a:t>
            </a:r>
            <a:r>
              <a:rPr lang="fr-FR" sz="2400" dirty="0">
                <a:solidFill>
                  <a:schemeClr val="tx1"/>
                </a:solidFill>
              </a:rPr>
              <a:t>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the substitution </a:t>
            </a:r>
            <a:r>
              <a:rPr lang="fr-FR" sz="2400" dirty="0" err="1">
                <a:solidFill>
                  <a:schemeClr val="tx1"/>
                </a:solidFill>
              </a:rPr>
              <a:t>costs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remain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identical</a:t>
            </a:r>
            <a:r>
              <a:rPr lang="fr-FR" sz="2400" dirty="0">
                <a:solidFill>
                  <a:schemeClr val="tx1"/>
                </a:solidFill>
              </a:rPr>
              <a:t>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the distance </a:t>
            </a:r>
            <a:r>
              <a:rPr lang="fr-FR" sz="2400" dirty="0" err="1">
                <a:solidFill>
                  <a:schemeClr val="tx1"/>
                </a:solidFill>
              </a:rPr>
              <a:t>method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remains</a:t>
            </a:r>
            <a:r>
              <a:rPr lang="fr-FR" sz="2400" dirty="0">
                <a:solidFill>
                  <a:schemeClr val="tx1"/>
                </a:solidFill>
              </a:rPr>
              <a:t> Optimal Matching.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</a:rPr>
              <a:t>The </a:t>
            </a:r>
            <a:r>
              <a:rPr lang="fr-FR" sz="2800" dirty="0" err="1">
                <a:solidFill>
                  <a:schemeClr val="tx1"/>
                </a:solidFill>
              </a:rPr>
              <a:t>only</a:t>
            </a:r>
            <a:r>
              <a:rPr lang="fr-FR" sz="2800" dirty="0">
                <a:solidFill>
                  <a:schemeClr val="tx1"/>
                </a:solidFill>
              </a:rPr>
              <a:t> change </a:t>
            </a:r>
            <a:r>
              <a:rPr lang="fr-FR" sz="2800" dirty="0" err="1">
                <a:solidFill>
                  <a:schemeClr val="tx1"/>
                </a:solidFill>
              </a:rPr>
              <a:t>is</a:t>
            </a:r>
            <a:r>
              <a:rPr lang="fr-FR" sz="2800" dirty="0">
                <a:solidFill>
                  <a:schemeClr val="tx1"/>
                </a:solidFill>
              </a:rPr>
              <a:t> how </a:t>
            </a:r>
            <a:r>
              <a:rPr lang="fr-FR" sz="2800" dirty="0" err="1">
                <a:solidFill>
                  <a:schemeClr val="tx1"/>
                </a:solidFill>
              </a:rPr>
              <a:t>costly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  <a:r>
              <a:rPr lang="fr-FR" sz="2800" dirty="0" err="1">
                <a:solidFill>
                  <a:schemeClr val="tx1"/>
                </a:solidFill>
              </a:rPr>
              <a:t>it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  <a:r>
              <a:rPr lang="fr-FR" sz="2800" dirty="0" err="1">
                <a:solidFill>
                  <a:schemeClr val="tx1"/>
                </a:solidFill>
              </a:rPr>
              <a:t>is</a:t>
            </a:r>
            <a:r>
              <a:rPr lang="fr-FR" sz="2800" dirty="0">
                <a:solidFill>
                  <a:schemeClr val="tx1"/>
                </a:solidFill>
              </a:rPr>
              <a:t> to shift the </a:t>
            </a:r>
            <a:r>
              <a:rPr lang="fr-FR" sz="2800" dirty="0" err="1">
                <a:solidFill>
                  <a:schemeClr val="tx1"/>
                </a:solidFill>
              </a:rPr>
              <a:t>alignment</a:t>
            </a:r>
            <a:r>
              <a:rPr lang="fr-FR" sz="2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6755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FDFD-8C32-7E19-EE9A-918903BF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Theory-driven</a:t>
            </a:r>
            <a:r>
              <a:rPr lang="fi-FI" dirty="0"/>
              <a:t> </a:t>
            </a:r>
            <a:r>
              <a:rPr lang="fi-FI" dirty="0" err="1"/>
              <a:t>costs</a:t>
            </a:r>
            <a:r>
              <a:rPr lang="fi-FI" dirty="0"/>
              <a:t>: some </a:t>
            </a:r>
            <a:r>
              <a:rPr lang="fi-FI" dirty="0" err="1"/>
              <a:t>states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close</a:t>
            </a:r>
            <a:r>
              <a:rPr lang="fi-FI" dirty="0"/>
              <a:t> </a:t>
            </a:r>
            <a:r>
              <a:rPr lang="fi-FI" dirty="0" err="1"/>
              <a:t>than</a:t>
            </a:r>
            <a:r>
              <a:rPr lang="fi-FI" dirty="0"/>
              <a:t> </a:t>
            </a:r>
            <a:r>
              <a:rPr lang="fi-FI" dirty="0" err="1"/>
              <a:t>others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092C6-8697-FBB8-04CE-68167DEBB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r>
              <a:rPr lang="fi-FI" dirty="0"/>
              <a:t>: labour-market </a:t>
            </a:r>
            <a:r>
              <a:rPr lang="fi-FI" dirty="0" err="1"/>
              <a:t>states</a:t>
            </a:r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r-FR" dirty="0"/>
              <a:t>Theory-</a:t>
            </a:r>
            <a:r>
              <a:rPr lang="fr-FR" dirty="0" err="1"/>
              <a:t>driven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 are </a:t>
            </a:r>
            <a:r>
              <a:rPr lang="fr-FR" dirty="0" err="1"/>
              <a:t>useful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the states have a </a:t>
            </a:r>
            <a:r>
              <a:rPr lang="fr-FR" dirty="0" err="1"/>
              <a:t>meaningful</a:t>
            </a:r>
            <a:r>
              <a:rPr lang="fr-FR" dirty="0"/>
              <a:t> substantive </a:t>
            </a:r>
            <a:r>
              <a:rPr lang="fr-FR" dirty="0" err="1"/>
              <a:t>ordering</a:t>
            </a:r>
            <a:r>
              <a:rPr lang="fr-FR" dirty="0"/>
              <a:t> or </a:t>
            </a:r>
            <a:r>
              <a:rPr lang="fr-FR" dirty="0" err="1"/>
              <a:t>proximity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Do not </a:t>
            </a:r>
            <a:r>
              <a:rPr lang="fr-FR" dirty="0" err="1"/>
              <a:t>invent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 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cannot</a:t>
            </a:r>
            <a:r>
              <a:rPr lang="fr-FR" dirty="0"/>
              <a:t> </a:t>
            </a:r>
            <a:r>
              <a:rPr lang="fr-FR" dirty="0" err="1"/>
              <a:t>justify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simply</a:t>
            </a:r>
            <a:endParaRPr lang="fi-FI" dirty="0"/>
          </a:p>
          <a:p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C1ADE9-BF20-0F47-3728-247C806A2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368090"/>
              </p:ext>
            </p:extLst>
          </p:nvPr>
        </p:nvGraphicFramePr>
        <p:xfrm>
          <a:off x="2138190" y="2514600"/>
          <a:ext cx="9121050" cy="18288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560525">
                  <a:extLst>
                    <a:ext uri="{9D8B030D-6E8A-4147-A177-3AD203B41FA5}">
                      <a16:colId xmlns:a16="http://schemas.microsoft.com/office/drawing/2014/main" val="1181105026"/>
                    </a:ext>
                  </a:extLst>
                </a:gridCol>
                <a:gridCol w="4560525">
                  <a:extLst>
                    <a:ext uri="{9D8B030D-6E8A-4147-A177-3AD203B41FA5}">
                      <a16:colId xmlns:a16="http://schemas.microsoft.com/office/drawing/2014/main" val="2765578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States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Possible </a:t>
                      </a:r>
                      <a:r>
                        <a:rPr lang="fr-FR" b="1" dirty="0" err="1"/>
                        <a:t>interpretation</a:t>
                      </a:r>
                      <a:endParaRPr lang="fr-F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6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Full-time vs part-time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Similar labour-market attachment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716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Employment vs unemployment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Stronger difference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63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Unemployment vs inactivity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Depends on theory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63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Education vs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Depends</a:t>
                      </a:r>
                      <a:r>
                        <a:rPr lang="fr-FR" dirty="0"/>
                        <a:t> on </a:t>
                      </a:r>
                      <a:r>
                        <a:rPr lang="fr-FR" dirty="0" err="1"/>
                        <a:t>age</a:t>
                      </a:r>
                      <a:r>
                        <a:rPr lang="fr-FR" dirty="0"/>
                        <a:t>/life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55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888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AE0B-5585-86A8-8988-EEFC3DBA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Data-</a:t>
            </a:r>
            <a:r>
              <a:rPr lang="fi-FI" dirty="0" err="1"/>
              <a:t>driven</a:t>
            </a:r>
            <a:r>
              <a:rPr lang="fi-FI" dirty="0"/>
              <a:t> </a:t>
            </a:r>
            <a:r>
              <a:rPr lang="fi-FI" dirty="0" err="1"/>
              <a:t>costs</a:t>
            </a:r>
            <a:r>
              <a:rPr lang="fi-FI" dirty="0"/>
              <a:t>: transition-</a:t>
            </a:r>
            <a:r>
              <a:rPr lang="fi-FI" dirty="0" err="1"/>
              <a:t>rate</a:t>
            </a:r>
            <a:r>
              <a:rPr lang="fi-FI" dirty="0"/>
              <a:t>-</a:t>
            </a:r>
            <a:r>
              <a:rPr lang="fi-FI" dirty="0" err="1"/>
              <a:t>based</a:t>
            </a:r>
            <a:r>
              <a:rPr lang="fi-FI" dirty="0"/>
              <a:t> </a:t>
            </a:r>
            <a:r>
              <a:rPr lang="fi-FI" dirty="0" err="1"/>
              <a:t>costs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874FED-1452-1601-A81B-6FAA5F7B4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595553"/>
              </p:ext>
            </p:extLst>
          </p:nvPr>
        </p:nvGraphicFramePr>
        <p:xfrm>
          <a:off x="3591959" y="2235200"/>
          <a:ext cx="8335177" cy="1796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E0384C-4A20-DB13-FA27-2C956F745D35}"/>
              </a:ext>
            </a:extLst>
          </p:cNvPr>
          <p:cNvSpPr/>
          <p:nvPr/>
        </p:nvSpPr>
        <p:spPr>
          <a:xfrm>
            <a:off x="649995" y="2093205"/>
            <a:ext cx="2313542" cy="93643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State 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D03A51-50EB-7EFB-7B6E-7C6413BA67BB}"/>
              </a:ext>
            </a:extLst>
          </p:cNvPr>
          <p:cNvSpPr/>
          <p:nvPr/>
        </p:nvSpPr>
        <p:spPr>
          <a:xfrm>
            <a:off x="649995" y="4327793"/>
            <a:ext cx="2313542" cy="936434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State B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678E85-6766-8F0F-5EF3-4983A8A1A32F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1806766" y="3029639"/>
            <a:ext cx="0" cy="129815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FCAE037-571A-1C4C-422F-7BDF15545347}"/>
              </a:ext>
            </a:extLst>
          </p:cNvPr>
          <p:cNvSpPr txBox="1"/>
          <p:nvPr/>
        </p:nvSpPr>
        <p:spPr>
          <a:xfrm>
            <a:off x="4874046" y="4402453"/>
            <a:ext cx="666795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500" dirty="0"/>
              <a:t>Data-</a:t>
            </a:r>
            <a:r>
              <a:rPr lang="fr-FR" sz="2500" dirty="0" err="1"/>
              <a:t>driven</a:t>
            </a:r>
            <a:r>
              <a:rPr lang="fr-FR" sz="2500" dirty="0"/>
              <a:t> </a:t>
            </a:r>
            <a:r>
              <a:rPr lang="fr-FR" sz="2500" dirty="0" err="1"/>
              <a:t>costs</a:t>
            </a:r>
            <a:r>
              <a:rPr lang="fr-FR" sz="2500" dirty="0"/>
              <a:t> use </a:t>
            </a:r>
            <a:r>
              <a:rPr lang="fr-FR" sz="2500" dirty="0" err="1"/>
              <a:t>observed</a:t>
            </a:r>
            <a:r>
              <a:rPr lang="fr-FR" sz="2500" dirty="0"/>
              <a:t> transitions to </a:t>
            </a:r>
            <a:r>
              <a:rPr lang="fr-FR" sz="2500" dirty="0" err="1"/>
              <a:t>decide</a:t>
            </a:r>
            <a:r>
              <a:rPr lang="fr-FR" sz="2500" dirty="0"/>
              <a:t> </a:t>
            </a:r>
            <a:r>
              <a:rPr lang="fr-FR" sz="2500" dirty="0" err="1"/>
              <a:t>which</a:t>
            </a:r>
            <a:r>
              <a:rPr lang="fr-FR" sz="2500" dirty="0"/>
              <a:t> states are </a:t>
            </a:r>
            <a:r>
              <a:rPr lang="fr-FR" sz="2500" dirty="0" err="1"/>
              <a:t>empirically</a:t>
            </a:r>
            <a:r>
              <a:rPr lang="fr-FR" sz="2500" dirty="0"/>
              <a:t> close.</a:t>
            </a:r>
          </a:p>
          <a:p>
            <a:endParaRPr lang="fr-FR" sz="2500" dirty="0"/>
          </a:p>
          <a:p>
            <a:r>
              <a:rPr lang="fr-FR" sz="2500" dirty="0"/>
              <a:t>Data-</a:t>
            </a:r>
            <a:r>
              <a:rPr lang="fr-FR" sz="2500" dirty="0" err="1"/>
              <a:t>driven</a:t>
            </a:r>
            <a:r>
              <a:rPr lang="fr-FR" sz="2500" dirty="0"/>
              <a:t> </a:t>
            </a:r>
            <a:r>
              <a:rPr lang="fr-FR" sz="2500" dirty="0" err="1"/>
              <a:t>does</a:t>
            </a:r>
            <a:r>
              <a:rPr lang="fr-FR" sz="2500" dirty="0"/>
              <a:t> not </a:t>
            </a:r>
            <a:r>
              <a:rPr lang="fr-FR" sz="2500" dirty="0" err="1"/>
              <a:t>mean</a:t>
            </a:r>
            <a:r>
              <a:rPr lang="fr-FR" sz="2500" dirty="0"/>
              <a:t> </a:t>
            </a:r>
            <a:r>
              <a:rPr lang="fr-FR" sz="2500" dirty="0" err="1"/>
              <a:t>theoretically</a:t>
            </a:r>
            <a:r>
              <a:rPr lang="fr-FR" sz="2500" dirty="0"/>
              <a:t> neutral. It </a:t>
            </a:r>
            <a:r>
              <a:rPr lang="fr-FR" sz="2500" dirty="0" err="1"/>
              <a:t>reflects</a:t>
            </a:r>
            <a:r>
              <a:rPr lang="fr-FR" sz="2500" dirty="0"/>
              <a:t> the structure of </a:t>
            </a:r>
            <a:r>
              <a:rPr lang="fr-FR" sz="2500" dirty="0" err="1"/>
              <a:t>this</a:t>
            </a:r>
            <a:r>
              <a:rPr lang="fr-FR" sz="2500" dirty="0"/>
              <a:t> </a:t>
            </a:r>
            <a:r>
              <a:rPr lang="fr-FR" sz="2500" dirty="0" err="1"/>
              <a:t>dataset</a:t>
            </a:r>
            <a:r>
              <a:rPr lang="fr-FR" sz="25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9B19AE-43CC-B9EA-EB29-13A65FBEE36A}"/>
              </a:ext>
            </a:extLst>
          </p:cNvPr>
          <p:cNvSpPr txBox="1"/>
          <p:nvPr/>
        </p:nvSpPr>
        <p:spPr>
          <a:xfrm>
            <a:off x="8974616" y="97315"/>
            <a:ext cx="295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Studer and Ritschard (2016)</a:t>
            </a:r>
          </a:p>
        </p:txBody>
      </p:sp>
    </p:spTree>
    <p:extLst>
      <p:ext uri="{BB962C8B-B14F-4D97-AF65-F5344CB8AC3E}">
        <p14:creationId xmlns:p14="http://schemas.microsoft.com/office/powerpoint/2010/main" val="948775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2A71-72BA-DC06-12A2-F7CDA0C7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Sensitivity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: </a:t>
            </a:r>
            <a:r>
              <a:rPr lang="fi-FI" dirty="0" err="1"/>
              <a:t>do</a:t>
            </a:r>
            <a:r>
              <a:rPr lang="fi-FI" dirty="0"/>
              <a:t> </a:t>
            </a:r>
            <a:r>
              <a:rPr lang="fi-FI" dirty="0" err="1"/>
              <a:t>conclusions</a:t>
            </a:r>
            <a:r>
              <a:rPr lang="fi-FI" dirty="0"/>
              <a:t> </a:t>
            </a:r>
            <a:r>
              <a:rPr lang="fi-FI" dirty="0" err="1"/>
              <a:t>change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D297F-8D57-CDEA-DDE3-D4234C0AF537}"/>
              </a:ext>
            </a:extLst>
          </p:cNvPr>
          <p:cNvSpPr txBox="1"/>
          <p:nvPr/>
        </p:nvSpPr>
        <p:spPr>
          <a:xfrm>
            <a:off x="649995" y="1410159"/>
            <a:ext cx="10406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400" dirty="0" err="1"/>
              <a:t>Conducting</a:t>
            </a:r>
            <a:r>
              <a:rPr lang="fi-FI" sz="2400" dirty="0"/>
              <a:t> </a:t>
            </a:r>
            <a:r>
              <a:rPr lang="fi-FI" sz="2400" dirty="0" err="1"/>
              <a:t>sensitivity</a:t>
            </a:r>
            <a:r>
              <a:rPr lang="fi-FI" sz="2400" dirty="0"/>
              <a:t> </a:t>
            </a:r>
            <a:r>
              <a:rPr lang="fi-FI" sz="2400" dirty="0" err="1"/>
              <a:t>analyses</a:t>
            </a:r>
            <a:r>
              <a:rPr lang="fi-FI" sz="2400" dirty="0"/>
              <a:t> is </a:t>
            </a:r>
            <a:r>
              <a:rPr lang="fi-FI" sz="2400" dirty="0" err="1"/>
              <a:t>important</a:t>
            </a:r>
            <a:r>
              <a:rPr lang="fi-FI" sz="2400" dirty="0"/>
              <a:t> to </a:t>
            </a:r>
            <a:r>
              <a:rPr lang="fi-FI" sz="2400" dirty="0" err="1"/>
              <a:t>see</a:t>
            </a:r>
            <a:r>
              <a:rPr lang="fi-FI" sz="2400" dirty="0"/>
              <a:t> </a:t>
            </a:r>
            <a:r>
              <a:rPr lang="fi-FI" sz="2400" dirty="0" err="1"/>
              <a:t>how</a:t>
            </a:r>
            <a:r>
              <a:rPr lang="fi-FI" sz="2400" dirty="0"/>
              <a:t> </a:t>
            </a:r>
            <a:r>
              <a:rPr lang="fi-FI" sz="2400" dirty="0" err="1"/>
              <a:t>your</a:t>
            </a:r>
            <a:r>
              <a:rPr lang="fi-FI" sz="2400" dirty="0"/>
              <a:t> </a:t>
            </a:r>
            <a:r>
              <a:rPr lang="fi-FI" sz="2400" dirty="0" err="1"/>
              <a:t>methodological</a:t>
            </a:r>
            <a:r>
              <a:rPr lang="fi-FI" sz="2400" dirty="0"/>
              <a:t> </a:t>
            </a:r>
            <a:r>
              <a:rPr lang="fi-FI" sz="2400" dirty="0" err="1"/>
              <a:t>choices</a:t>
            </a:r>
            <a:r>
              <a:rPr lang="fi-FI" sz="2400" dirty="0"/>
              <a:t> </a:t>
            </a:r>
            <a:r>
              <a:rPr lang="fi-FI" sz="2400" dirty="0" err="1"/>
              <a:t>can</a:t>
            </a:r>
            <a:r>
              <a:rPr lang="fi-FI" sz="2400" dirty="0"/>
              <a:t> </a:t>
            </a:r>
            <a:r>
              <a:rPr lang="fi-FI" sz="2400" dirty="0" err="1"/>
              <a:t>affect</a:t>
            </a:r>
            <a:r>
              <a:rPr lang="fi-FI" sz="2400" dirty="0"/>
              <a:t> </a:t>
            </a:r>
            <a:r>
              <a:rPr lang="fi-FI" sz="2400" dirty="0" err="1"/>
              <a:t>your</a:t>
            </a:r>
            <a:r>
              <a:rPr lang="fi-FI" sz="2400" dirty="0"/>
              <a:t> </a:t>
            </a:r>
            <a:r>
              <a:rPr lang="fi-FI" sz="2400" dirty="0" err="1"/>
              <a:t>results</a:t>
            </a:r>
            <a:r>
              <a:rPr lang="fi-FI" sz="2400" dirty="0"/>
              <a:t>. For </a:t>
            </a:r>
            <a:r>
              <a:rPr lang="fi-FI" sz="2400" dirty="0" err="1"/>
              <a:t>example</a:t>
            </a:r>
            <a:r>
              <a:rPr lang="fi-FI" sz="24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425F5-F28E-6705-70BC-D5A228863F70}"/>
              </a:ext>
            </a:extLst>
          </p:cNvPr>
          <p:cNvSpPr txBox="1"/>
          <p:nvPr/>
        </p:nvSpPr>
        <p:spPr>
          <a:xfrm>
            <a:off x="231355" y="4780509"/>
            <a:ext cx="11574137" cy="193899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Are the distance matrices </a:t>
            </a:r>
            <a:r>
              <a:rPr lang="fr-FR" sz="2000" b="1" dirty="0" err="1"/>
              <a:t>similar</a:t>
            </a:r>
            <a:r>
              <a:rPr lang="fr-FR" sz="2000" b="1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/>
              <a:t>Do pairs </a:t>
            </a:r>
            <a:r>
              <a:rPr lang="fr-FR" sz="2000" dirty="0" err="1"/>
              <a:t>that</a:t>
            </a:r>
            <a:r>
              <a:rPr lang="fr-FR" sz="2000" dirty="0"/>
              <a:t> are close </a:t>
            </a:r>
            <a:r>
              <a:rPr lang="fr-FR" sz="2000" dirty="0" err="1"/>
              <a:t>under</a:t>
            </a:r>
            <a:r>
              <a:rPr lang="fr-FR" sz="2000" dirty="0"/>
              <a:t> one </a:t>
            </a:r>
            <a:r>
              <a:rPr lang="fr-FR" sz="2000" dirty="0" err="1"/>
              <a:t>specification</a:t>
            </a:r>
            <a:r>
              <a:rPr lang="fr-FR" sz="2000" dirty="0"/>
              <a:t> </a:t>
            </a:r>
            <a:r>
              <a:rPr lang="fr-FR" sz="2000" dirty="0" err="1"/>
              <a:t>remain</a:t>
            </a:r>
            <a:r>
              <a:rPr lang="fr-FR" sz="2000" dirty="0"/>
              <a:t> close </a:t>
            </a:r>
            <a:r>
              <a:rPr lang="fr-FR" sz="2000" dirty="0" err="1"/>
              <a:t>under</a:t>
            </a:r>
            <a:r>
              <a:rPr lang="fr-FR" sz="2000" dirty="0"/>
              <a:t> </a:t>
            </a:r>
            <a:r>
              <a:rPr lang="fr-FR" sz="2000" dirty="0" err="1"/>
              <a:t>another</a:t>
            </a:r>
            <a:r>
              <a:rPr lang="fr-FR" sz="20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Do the </a:t>
            </a:r>
            <a:r>
              <a:rPr lang="fr-FR" sz="2000" b="1" dirty="0" err="1"/>
              <a:t>same</a:t>
            </a:r>
            <a:r>
              <a:rPr lang="fr-FR" sz="2000" b="1" dirty="0"/>
              <a:t> </a:t>
            </a:r>
            <a:r>
              <a:rPr lang="fr-FR" sz="2000" b="1" dirty="0" err="1"/>
              <a:t>broad</a:t>
            </a:r>
            <a:r>
              <a:rPr lang="fr-FR" sz="2000" b="1" dirty="0"/>
              <a:t> clusters </a:t>
            </a:r>
            <a:r>
              <a:rPr lang="fr-FR" sz="2000" b="1" dirty="0" err="1"/>
              <a:t>appear</a:t>
            </a:r>
            <a:r>
              <a:rPr lang="fr-FR" sz="2000" b="1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/>
              <a:t>Are the main </a:t>
            </a:r>
            <a:r>
              <a:rPr lang="fr-FR" sz="2000" dirty="0" err="1"/>
              <a:t>trajectory</a:t>
            </a:r>
            <a:r>
              <a:rPr lang="fr-FR" sz="2000" dirty="0"/>
              <a:t> patterns </a:t>
            </a:r>
            <a:r>
              <a:rPr lang="fr-FR" sz="2000" dirty="0" err="1"/>
              <a:t>still</a:t>
            </a:r>
            <a:r>
              <a:rPr lang="fr-FR" sz="2000" dirty="0"/>
              <a:t> </a:t>
            </a:r>
            <a:r>
              <a:rPr lang="fr-FR" sz="2000" dirty="0" err="1"/>
              <a:t>recognisable</a:t>
            </a:r>
            <a:r>
              <a:rPr lang="fr-FR" sz="2000" dirty="0"/>
              <a:t>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Do </a:t>
            </a:r>
            <a:r>
              <a:rPr lang="fr-FR" sz="2000" b="1" dirty="0" err="1"/>
              <a:t>many</a:t>
            </a:r>
            <a:r>
              <a:rPr lang="fr-FR" sz="2000" b="1" dirty="0"/>
              <a:t> people change clusters?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/>
              <a:t>Is cluster </a:t>
            </a:r>
            <a:r>
              <a:rPr lang="fr-FR" sz="2000" dirty="0" err="1"/>
              <a:t>membership</a:t>
            </a:r>
            <a:r>
              <a:rPr lang="fr-FR" sz="2000" dirty="0"/>
              <a:t> stable?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Do the substantive conclusions change?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/>
              <a:t>Are the </a:t>
            </a:r>
            <a:r>
              <a:rPr lang="fr-FR" sz="2000" dirty="0" err="1"/>
              <a:t>same</a:t>
            </a:r>
            <a:r>
              <a:rPr lang="fr-FR" sz="2000" dirty="0"/>
              <a:t> social groups </a:t>
            </a:r>
            <a:r>
              <a:rPr lang="fr-FR" sz="2000" dirty="0" err="1"/>
              <a:t>associated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the </a:t>
            </a:r>
            <a:r>
              <a:rPr lang="fr-FR" sz="2000" dirty="0" err="1"/>
              <a:t>same</a:t>
            </a:r>
            <a:r>
              <a:rPr lang="fr-FR" sz="2000" dirty="0"/>
              <a:t> </a:t>
            </a:r>
            <a:r>
              <a:rPr lang="fr-FR" sz="2000" dirty="0" err="1"/>
              <a:t>trajectories</a:t>
            </a:r>
            <a:r>
              <a:rPr lang="fr-FR" sz="2000" dirty="0"/>
              <a:t> or </a:t>
            </a:r>
            <a:r>
              <a:rPr lang="fr-FR" sz="2000" dirty="0" err="1"/>
              <a:t>outcomes</a:t>
            </a:r>
            <a:r>
              <a:rPr lang="fr-FR" sz="2000" dirty="0"/>
              <a:t>?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77654B3C-6DA3-7CE9-1936-6FC1B9E35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941694"/>
              </p:ext>
            </p:extLst>
          </p:nvPr>
        </p:nvGraphicFramePr>
        <p:xfrm>
          <a:off x="750065" y="2330845"/>
          <a:ext cx="10515600" cy="228600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923131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955564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9603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Comparison</a:t>
                      </a:r>
                      <a:endParaRPr lang="fr-F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Possible </a:t>
                      </a:r>
                      <a:r>
                        <a:rPr lang="fr-FR" b="1" dirty="0" err="1"/>
                        <a:t>finding</a:t>
                      </a:r>
                      <a:endParaRPr lang="fr-F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Interpretation</a:t>
                      </a:r>
                      <a:endParaRPr lang="fr-F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630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Main OM vs </a:t>
                      </a:r>
                      <a:r>
                        <a:rPr lang="fr-FR" dirty="0" err="1"/>
                        <a:t>low-indel</a:t>
                      </a:r>
                      <a:r>
                        <a:rPr lang="fr-FR" dirty="0"/>
                        <a:t> 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Very similar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Results do not depend strongly on exact timing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57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Main OM vs transition-rate 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Same broad groups, some membership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State-</a:t>
                      </a:r>
                      <a:r>
                        <a:rPr lang="fr-FR" dirty="0" err="1"/>
                        <a:t>proximity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assumptions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matter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moderately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01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Main OM vs Hamming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More early/late distinctions appear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Exact timing </a:t>
                      </a:r>
                      <a:r>
                        <a:rPr lang="fr-FR" dirty="0" err="1"/>
                        <a:t>strongly</a:t>
                      </a:r>
                      <a:r>
                        <a:rPr lang="fr-FR" dirty="0"/>
                        <a:t> influences the </a:t>
                      </a:r>
                      <a:r>
                        <a:rPr lang="fr-FR" dirty="0" err="1"/>
                        <a:t>typology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438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772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312B-315A-B8C8-D7CB-A3E800A4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How to </a:t>
            </a:r>
            <a:r>
              <a:rPr lang="fi-FI" dirty="0" err="1"/>
              <a:t>report</a:t>
            </a:r>
            <a:r>
              <a:rPr lang="fi-FI" dirty="0"/>
              <a:t> </a:t>
            </a:r>
            <a:r>
              <a:rPr lang="fi-FI" dirty="0" err="1"/>
              <a:t>distance</a:t>
            </a:r>
            <a:r>
              <a:rPr lang="fi-FI" dirty="0"/>
              <a:t> </a:t>
            </a:r>
            <a:r>
              <a:rPr lang="fi-FI" dirty="0" err="1"/>
              <a:t>choices</a:t>
            </a:r>
            <a:r>
              <a:rPr lang="fi-FI" dirty="0"/>
              <a:t> </a:t>
            </a:r>
            <a:r>
              <a:rPr lang="fi-FI" dirty="0" err="1"/>
              <a:t>transparently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05975-3B0A-53F1-CBF9-69C68C303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 suggestion of a </a:t>
            </a:r>
            <a:r>
              <a:rPr lang="fi-FI" dirty="0" err="1"/>
              <a:t>reporting</a:t>
            </a:r>
            <a:r>
              <a:rPr lang="fi-FI" dirty="0"/>
              <a:t> </a:t>
            </a:r>
            <a:r>
              <a:rPr lang="fi-FI" dirty="0" err="1"/>
              <a:t>checklist</a:t>
            </a:r>
            <a:endParaRPr lang="fi-FI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err="1"/>
              <a:t>sequence</a:t>
            </a:r>
            <a:r>
              <a:rPr lang="fr-FR" dirty="0"/>
              <a:t> alphabet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time axis and unit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distance </a:t>
            </a:r>
            <a:r>
              <a:rPr lang="fr-FR" dirty="0" err="1"/>
              <a:t>measure</a:t>
            </a:r>
            <a:r>
              <a:rPr lang="fr-FR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substitution </a:t>
            </a:r>
            <a:r>
              <a:rPr lang="fr-FR" dirty="0" err="1"/>
              <a:t>costs</a:t>
            </a:r>
            <a:r>
              <a:rPr lang="fr-FR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err="1"/>
              <a:t>indel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err="1"/>
              <a:t>whether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 are constant, </a:t>
            </a:r>
            <a:r>
              <a:rPr lang="fr-FR" dirty="0" err="1"/>
              <a:t>theory-driven</a:t>
            </a:r>
            <a:r>
              <a:rPr lang="fr-FR" dirty="0"/>
              <a:t> or data-</a:t>
            </a:r>
            <a:r>
              <a:rPr lang="fr-FR" dirty="0" err="1"/>
              <a:t>driven</a:t>
            </a:r>
            <a:endParaRPr lang="fr-FR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err="1"/>
              <a:t>sensitivity</a:t>
            </a:r>
            <a:r>
              <a:rPr lang="fr-FR" dirty="0"/>
              <a:t> checks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justification in relation to the </a:t>
            </a:r>
            <a:r>
              <a:rPr lang="fr-FR" dirty="0" err="1"/>
              <a:t>research</a:t>
            </a:r>
            <a:r>
              <a:rPr lang="fr-FR" dirty="0"/>
              <a:t> question.</a:t>
            </a:r>
          </a:p>
        </p:txBody>
      </p:sp>
    </p:spTree>
    <p:extLst>
      <p:ext uri="{BB962C8B-B14F-4D97-AF65-F5344CB8AC3E}">
        <p14:creationId xmlns:p14="http://schemas.microsoft.com/office/powerpoint/2010/main" val="956079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6D416-298C-A20F-80E7-0C3A62A7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Alternatives and transitions to next lesson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C6F26-BF82-DFB3-787C-F6C417084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02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E0D5-DA9F-58C6-FBC3-079B2B70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distance</a:t>
            </a:r>
            <a:r>
              <a:rPr lang="fi-FI" dirty="0"/>
              <a:t> </a:t>
            </a:r>
            <a:r>
              <a:rPr lang="fi-FI" dirty="0" err="1"/>
              <a:t>measures</a:t>
            </a:r>
            <a:r>
              <a:rPr lang="fi-FI" dirty="0"/>
              <a:t>: a </a:t>
            </a:r>
            <a:r>
              <a:rPr lang="fi-FI" dirty="0" err="1"/>
              <a:t>brief</a:t>
            </a:r>
            <a:r>
              <a:rPr lang="fi-FI" dirty="0"/>
              <a:t> </a:t>
            </a:r>
            <a:r>
              <a:rPr lang="fi-FI" dirty="0" err="1"/>
              <a:t>overview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2E12E2-95F1-0A82-57A8-1252EDB76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465403"/>
              </p:ext>
            </p:extLst>
          </p:nvPr>
        </p:nvGraphicFramePr>
        <p:xfrm>
          <a:off x="1333958" y="2148840"/>
          <a:ext cx="9689336" cy="356616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4844668">
                  <a:extLst>
                    <a:ext uri="{9D8B030D-6E8A-4147-A177-3AD203B41FA5}">
                      <a16:colId xmlns:a16="http://schemas.microsoft.com/office/drawing/2014/main" val="4105332327"/>
                    </a:ext>
                  </a:extLst>
                </a:gridCol>
                <a:gridCol w="4844668">
                  <a:extLst>
                    <a:ext uri="{9D8B030D-6E8A-4147-A177-3AD203B41FA5}">
                      <a16:colId xmlns:a16="http://schemas.microsoft.com/office/drawing/2014/main" val="3257874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 err="1"/>
                        <a:t>Measure</a:t>
                      </a:r>
                      <a:endParaRPr lang="fr-F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Main </a:t>
                      </a:r>
                      <a:r>
                        <a:rPr lang="fr-FR" sz="2400" b="1" dirty="0" err="1"/>
                        <a:t>idea</a:t>
                      </a:r>
                      <a:r>
                        <a:rPr lang="fr-FR" sz="2400" b="1" dirty="0"/>
                        <a:t> </a:t>
                      </a:r>
                      <a:r>
                        <a:rPr lang="fr-FR" sz="2400" b="1" dirty="0" err="1"/>
                        <a:t>behind</a:t>
                      </a:r>
                      <a:r>
                        <a:rPr lang="fr-FR" sz="2400" b="1" dirty="0"/>
                        <a:t> the </a:t>
                      </a:r>
                      <a:r>
                        <a:rPr lang="fr-FR" sz="2400" b="1" dirty="0" err="1"/>
                        <a:t>measure</a:t>
                      </a:r>
                      <a:endParaRPr lang="fr-FR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49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Hamming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 err="1"/>
                        <a:t>Same</a:t>
                      </a:r>
                      <a:r>
                        <a:rPr lang="fr-FR" sz="2400" dirty="0"/>
                        <a:t> state at </a:t>
                      </a:r>
                      <a:r>
                        <a:rPr lang="fr-FR" sz="2400" dirty="0" err="1"/>
                        <a:t>same</a:t>
                      </a:r>
                      <a:r>
                        <a:rPr lang="fr-FR" sz="2400" dirty="0"/>
                        <a:t>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84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Dynamic Hamming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Timing-</a:t>
                      </a:r>
                      <a:r>
                        <a:rPr lang="fr-FR" sz="2400" dirty="0" err="1"/>
                        <a:t>specific</a:t>
                      </a:r>
                      <a:r>
                        <a:rPr lang="fr-FR" sz="2400" dirty="0"/>
                        <a:t> substitution </a:t>
                      </a:r>
                      <a:r>
                        <a:rPr lang="fr-FR" sz="2400" dirty="0" err="1"/>
                        <a:t>costs</a:t>
                      </a:r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840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Edit one </a:t>
                      </a:r>
                      <a:r>
                        <a:rPr lang="fr-FR" sz="2400" dirty="0" err="1"/>
                        <a:t>sequence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into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another</a:t>
                      </a:r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999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LCS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Longest </a:t>
                      </a:r>
                      <a:r>
                        <a:rPr lang="fr-FR" sz="2400" dirty="0" err="1"/>
                        <a:t>common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subsequence</a:t>
                      </a:r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349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Spell-based distances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Spell structure and 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34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Distance from ideal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Compare to </a:t>
                      </a:r>
                      <a:r>
                        <a:rPr lang="fr-FR" sz="2400" dirty="0" err="1"/>
                        <a:t>predefined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reference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trajectories</a:t>
                      </a:r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224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958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5EB6-3D5A-9A90-FF6D-CC33EF6D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Choosing</a:t>
            </a:r>
            <a:r>
              <a:rPr lang="fi-FI" dirty="0"/>
              <a:t> a </a:t>
            </a:r>
            <a:r>
              <a:rPr lang="fi-FI" dirty="0" err="1"/>
              <a:t>distance</a:t>
            </a:r>
            <a:r>
              <a:rPr lang="fi-FI" dirty="0"/>
              <a:t> </a:t>
            </a:r>
            <a:r>
              <a:rPr lang="fi-FI" dirty="0" err="1"/>
              <a:t>based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question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8E04D2-F818-2D85-108D-F4DF99C221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901141"/>
              </p:ext>
            </p:extLst>
          </p:nvPr>
        </p:nvGraphicFramePr>
        <p:xfrm>
          <a:off x="838200" y="1903326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93ACC8-1E0E-749C-B5CF-7C35E86AA111}"/>
              </a:ext>
            </a:extLst>
          </p:cNvPr>
          <p:cNvCxnSpPr/>
          <p:nvPr/>
        </p:nvCxnSpPr>
        <p:spPr>
          <a:xfrm>
            <a:off x="2996588" y="3396533"/>
            <a:ext cx="63897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7F18EB-373F-7E12-0422-34D09033C3B1}"/>
              </a:ext>
            </a:extLst>
          </p:cNvPr>
          <p:cNvCxnSpPr/>
          <p:nvPr/>
        </p:nvCxnSpPr>
        <p:spPr>
          <a:xfrm>
            <a:off x="5776511" y="3429000"/>
            <a:ext cx="63897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6DC7CF-BA9B-D082-4209-E93BC1366414}"/>
              </a:ext>
            </a:extLst>
          </p:cNvPr>
          <p:cNvCxnSpPr/>
          <p:nvPr/>
        </p:nvCxnSpPr>
        <p:spPr>
          <a:xfrm>
            <a:off x="8583975" y="3397117"/>
            <a:ext cx="63897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2011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F141-0B7B-569A-3392-8BEC16AA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distances</a:t>
            </a:r>
            <a:r>
              <a:rPr lang="fi-FI" dirty="0"/>
              <a:t> to </a:t>
            </a:r>
            <a:r>
              <a:rPr lang="fi-FI" dirty="0" err="1"/>
              <a:t>typologies</a:t>
            </a:r>
            <a:r>
              <a:rPr lang="fi-FI" dirty="0"/>
              <a:t>: </a:t>
            </a:r>
            <a:r>
              <a:rPr lang="fi-FI" dirty="0" err="1"/>
              <a:t>sneak</a:t>
            </a:r>
            <a:r>
              <a:rPr lang="fi-FI" dirty="0"/>
              <a:t> </a:t>
            </a:r>
            <a:r>
              <a:rPr lang="fi-FI" dirty="0" err="1"/>
              <a:t>peak</a:t>
            </a:r>
            <a:r>
              <a:rPr lang="fi-FI" dirty="0"/>
              <a:t> of </a:t>
            </a:r>
            <a:r>
              <a:rPr lang="fi-FI" dirty="0" err="1"/>
              <a:t>lesson</a:t>
            </a:r>
            <a:r>
              <a:rPr lang="fi-FI" dirty="0"/>
              <a:t> 3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2E32C-5D3F-FBA1-C75A-3A042FD5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Distance matrix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hierarchical clustering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groups of trajectories</a:t>
            </a:r>
          </a:p>
          <a:p>
            <a:pPr marL="0" indent="0">
              <a:buNone/>
            </a:pPr>
            <a:endParaRPr lang="en-US" dirty="0"/>
          </a:p>
          <a:p>
            <a:r>
              <a:rPr lang="fr-FR" dirty="0"/>
              <a:t>Next </a:t>
            </a:r>
            <a:r>
              <a:rPr lang="fr-FR" dirty="0" err="1"/>
              <a:t>week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Use the distance matrix </a:t>
            </a:r>
          </a:p>
          <a:p>
            <a:pPr lvl="1"/>
            <a:r>
              <a:rPr lang="fr-FR" dirty="0"/>
              <a:t>Run </a:t>
            </a:r>
            <a:r>
              <a:rPr lang="fr-FR" dirty="0" err="1"/>
              <a:t>hierarchical</a:t>
            </a:r>
            <a:r>
              <a:rPr lang="fr-FR" dirty="0"/>
              <a:t> clustering</a:t>
            </a:r>
          </a:p>
          <a:p>
            <a:pPr lvl="1"/>
            <a:r>
              <a:rPr lang="fr-FR" dirty="0"/>
              <a:t>Read a </a:t>
            </a:r>
            <a:r>
              <a:rPr lang="fr-FR" dirty="0" err="1"/>
              <a:t>dendrogram</a:t>
            </a:r>
            <a:endParaRPr lang="fr-FR" dirty="0"/>
          </a:p>
          <a:p>
            <a:pPr lvl="1"/>
            <a:r>
              <a:rPr lang="fr-FR" dirty="0" err="1"/>
              <a:t>Choose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of clusters; </a:t>
            </a:r>
          </a:p>
          <a:p>
            <a:pPr lvl="1"/>
            <a:r>
              <a:rPr lang="fr-FR" dirty="0" err="1"/>
              <a:t>Interpret</a:t>
            </a:r>
            <a:r>
              <a:rPr lang="fr-FR" dirty="0"/>
              <a:t> typologies; </a:t>
            </a:r>
          </a:p>
        </p:txBody>
      </p:sp>
    </p:spTree>
    <p:extLst>
      <p:ext uri="{BB962C8B-B14F-4D97-AF65-F5344CB8AC3E}">
        <p14:creationId xmlns:p14="http://schemas.microsoft.com/office/powerpoint/2010/main" val="3244369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DFC7-A7F5-5C07-0E03-2042751A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References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A059-1772-5BA6-2435-953C29268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Abbott 1995; Abbott &amp; Tsay 2000; Aisenbrey &amp; Fasang 2010; Studer &amp; Ritschard 2016; </a:t>
            </a:r>
            <a:r>
              <a:rPr lang="fr-FR" dirty="0" err="1"/>
              <a:t>Gabadinho</a:t>
            </a:r>
            <a:r>
              <a:rPr lang="fr-FR" dirty="0"/>
              <a:t> et al. 2011; Vanhoutte, </a:t>
            </a:r>
            <a:r>
              <a:rPr lang="fr-FR" dirty="0" err="1"/>
              <a:t>Wahrendorf</a:t>
            </a:r>
            <a:r>
              <a:rPr lang="fr-FR" dirty="0"/>
              <a:t> &amp; </a:t>
            </a:r>
            <a:r>
              <a:rPr lang="fr-FR" dirty="0" err="1"/>
              <a:t>Prattley</a:t>
            </a:r>
            <a:r>
              <a:rPr lang="fr-FR" dirty="0"/>
              <a:t> 2018.</a:t>
            </a:r>
          </a:p>
        </p:txBody>
      </p:sp>
    </p:spTree>
    <p:extLst>
      <p:ext uri="{BB962C8B-B14F-4D97-AF65-F5344CB8AC3E}">
        <p14:creationId xmlns:p14="http://schemas.microsoft.com/office/powerpoint/2010/main" val="36054589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D9DE-99F3-BA43-2548-FA4EADC1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Exercise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92DC4-740E-A8A0-0023-C3E239E89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29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7D8F-537B-6DC9-EBE8-7A2A8780B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Today’s</a:t>
            </a:r>
            <a:r>
              <a:rPr lang="fi-FI" dirty="0"/>
              <a:t> </a:t>
            </a:r>
            <a:r>
              <a:rPr lang="fi-FI" dirty="0" err="1"/>
              <a:t>missiong</a:t>
            </a:r>
            <a:r>
              <a:rPr lang="fi-FI" dirty="0"/>
              <a:t> – </a:t>
            </a:r>
            <a:r>
              <a:rPr lang="fi-FI" dirty="0" err="1"/>
              <a:t>guided</a:t>
            </a:r>
            <a:r>
              <a:rPr lang="fi-FI" dirty="0"/>
              <a:t> </a:t>
            </a:r>
            <a:r>
              <a:rPr lang="fi-FI" dirty="0" err="1"/>
              <a:t>part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E63B-28E5-58EA-D256-AAA4DCD4DB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fr-FR" dirty="0"/>
              <a:t>Start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sequences</a:t>
            </a:r>
            <a:endParaRPr lang="fr-FR" dirty="0"/>
          </a:p>
          <a:p>
            <a:pPr lvl="0"/>
            <a:r>
              <a:rPr lang="fr-FR" dirty="0" err="1"/>
              <a:t>Calculate</a:t>
            </a:r>
            <a:r>
              <a:rPr lang="fr-FR" dirty="0"/>
              <a:t> Hamming distance</a:t>
            </a:r>
          </a:p>
          <a:p>
            <a:pPr lvl="0"/>
            <a:r>
              <a:rPr lang="fr-FR" dirty="0" err="1"/>
              <a:t>Calculate</a:t>
            </a:r>
            <a:r>
              <a:rPr lang="fr-FR" dirty="0"/>
              <a:t> Optimal Matching distance</a:t>
            </a:r>
          </a:p>
          <a:p>
            <a:pPr lvl="0"/>
            <a:r>
              <a:rPr lang="fr-FR" dirty="0"/>
              <a:t>Change </a:t>
            </a:r>
            <a:r>
              <a:rPr lang="fr-FR" dirty="0" err="1"/>
              <a:t>indel</a:t>
            </a:r>
            <a:r>
              <a:rPr lang="fr-FR" dirty="0"/>
              <a:t> </a:t>
            </a:r>
            <a:r>
              <a:rPr lang="fr-FR" dirty="0" err="1"/>
              <a:t>costs</a:t>
            </a:r>
            <a:endParaRPr lang="fr-FR" dirty="0"/>
          </a:p>
          <a:p>
            <a:pPr lvl="0"/>
            <a:r>
              <a:rPr lang="en-US" dirty="0"/>
              <a:t>Compute distance matrices for the full dataset</a:t>
            </a:r>
            <a:endParaRPr lang="fr-FR" dirty="0"/>
          </a:p>
          <a:p>
            <a:pPr lvl="0"/>
            <a:r>
              <a:rPr lang="en-US" dirty="0"/>
              <a:t>Compare OM, Hamming and transition-rate costs</a:t>
            </a:r>
            <a:endParaRPr lang="fr-FR" dirty="0"/>
          </a:p>
          <a:p>
            <a:pPr lvl="0"/>
            <a:r>
              <a:rPr lang="fr-FR" dirty="0"/>
              <a:t>Save distance matrices for Lesson 3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7A26F-C251-5531-B9F7-62E1D963B2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Main question: What does it mean for two trajectories to be close?</a:t>
            </a:r>
          </a:p>
          <a:p>
            <a:r>
              <a:rPr lang="fr-FR" dirty="0" err="1"/>
              <a:t>Functions</a:t>
            </a:r>
            <a:r>
              <a:rPr lang="fr-FR" dirty="0"/>
              <a:t>:</a:t>
            </a:r>
          </a:p>
          <a:p>
            <a:pPr lvl="1"/>
            <a:r>
              <a:rPr lang="fr-FR" dirty="0" err="1"/>
              <a:t>seqdist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seqsubm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seqcost</a:t>
            </a:r>
            <a:r>
              <a:rPr lang="fr-FR" dirty="0"/>
              <a:t>()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94632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402B6D-6071-17BE-08E8-AAB9E807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>
            <a:normAutofit/>
          </a:bodyPr>
          <a:lstStyle/>
          <a:p>
            <a:r>
              <a:rPr lang="fi-FI" sz="4000" dirty="0"/>
              <a:t>Mini </a:t>
            </a:r>
            <a:r>
              <a:rPr lang="fi-FI" sz="4000" dirty="0" err="1"/>
              <a:t>project</a:t>
            </a:r>
            <a:endParaRPr lang="fr-FR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A5777-0ADD-218D-44C0-57709FBEF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7490" y="987933"/>
            <a:ext cx="5660516" cy="3051673"/>
          </a:xfrm>
        </p:spPr>
        <p:txBody>
          <a:bodyPr>
            <a:noAutofit/>
          </a:bodyPr>
          <a:lstStyle/>
          <a:p>
            <a:r>
              <a:rPr lang="en-US" sz="1800" b="1" dirty="0"/>
              <a:t>Today you work on Section 3.2 of your report</a:t>
            </a:r>
            <a:endParaRPr lang="fr-FR" sz="1800" dirty="0"/>
          </a:p>
          <a:p>
            <a:pPr lvl="1"/>
            <a:r>
              <a:rPr lang="fr-FR" sz="1800" dirty="0" err="1"/>
              <a:t>Targeted</a:t>
            </a:r>
            <a:r>
              <a:rPr lang="fr-FR" sz="1800" dirty="0"/>
              <a:t> report section: </a:t>
            </a:r>
            <a:r>
              <a:rPr lang="fr-FR" sz="1800" dirty="0" err="1"/>
              <a:t>Dissimilarity</a:t>
            </a:r>
            <a:r>
              <a:rPr lang="fr-FR" sz="1800" dirty="0"/>
              <a:t> </a:t>
            </a:r>
            <a:r>
              <a:rPr lang="fr-FR" sz="1800" dirty="0" err="1"/>
              <a:t>measure</a:t>
            </a:r>
            <a:r>
              <a:rPr lang="fr-FR" sz="1800" dirty="0"/>
              <a:t> and justification</a:t>
            </a:r>
          </a:p>
          <a:p>
            <a:r>
              <a:rPr lang="en-US" sz="1800" b="1" dirty="0"/>
              <a:t>Step 1: Recreate your sequence object</a:t>
            </a:r>
            <a:endParaRPr lang="fr-FR" sz="1800" dirty="0"/>
          </a:p>
          <a:p>
            <a:pPr lvl="1"/>
            <a:r>
              <a:rPr lang="en-US" sz="1800" dirty="0"/>
              <a:t>Use your own domain from Lesson 1.</a:t>
            </a:r>
            <a:endParaRPr lang="fr-FR" sz="1800" dirty="0"/>
          </a:p>
          <a:p>
            <a:r>
              <a:rPr lang="en-US" sz="1800" b="1" dirty="0"/>
              <a:t>Step 2: Compute at least two distance matrices</a:t>
            </a:r>
            <a:endParaRPr lang="fr-FR" sz="1800" dirty="0"/>
          </a:p>
          <a:p>
            <a:pPr lvl="1"/>
            <a:r>
              <a:rPr lang="fr-FR" sz="1800" dirty="0"/>
              <a:t>For </a:t>
            </a:r>
            <a:r>
              <a:rPr lang="fr-FR" sz="1800" dirty="0" err="1"/>
              <a:t>example</a:t>
            </a:r>
            <a:r>
              <a:rPr lang="fr-FR" sz="1800" dirty="0"/>
              <a:t>: OM </a:t>
            </a:r>
            <a:r>
              <a:rPr lang="fr-FR" sz="1800" dirty="0" err="1"/>
              <a:t>with</a:t>
            </a:r>
            <a:r>
              <a:rPr lang="fr-FR" sz="1800" dirty="0"/>
              <a:t> constant </a:t>
            </a:r>
            <a:r>
              <a:rPr lang="fr-FR" sz="1800" dirty="0" err="1"/>
              <a:t>costs</a:t>
            </a:r>
            <a:r>
              <a:rPr lang="fr-FR" sz="1800" dirty="0"/>
              <a:t>, Hamming, OM </a:t>
            </a:r>
            <a:r>
              <a:rPr lang="fr-FR" sz="1800" dirty="0" err="1"/>
              <a:t>with</a:t>
            </a:r>
            <a:r>
              <a:rPr lang="fr-FR" sz="1800" dirty="0"/>
              <a:t> transition-rate </a:t>
            </a:r>
            <a:r>
              <a:rPr lang="fr-FR" sz="1800" dirty="0" err="1"/>
              <a:t>costs</a:t>
            </a:r>
            <a:r>
              <a:rPr lang="fr-FR" sz="1800" dirty="0"/>
              <a:t>, </a:t>
            </a:r>
            <a:r>
              <a:rPr lang="en-US" sz="1800" dirty="0"/>
              <a:t>OM with a different indel cost</a:t>
            </a:r>
            <a:endParaRPr lang="fr-FR" sz="1800" dirty="0"/>
          </a:p>
          <a:p>
            <a:r>
              <a:rPr lang="fr-FR" sz="1800" b="1" dirty="0" err="1"/>
              <a:t>Step</a:t>
            </a:r>
            <a:r>
              <a:rPr lang="fr-FR" sz="1800" b="1" dirty="0"/>
              <a:t> 3: Compare </a:t>
            </a:r>
            <a:r>
              <a:rPr lang="fr-FR" sz="1800" b="1" dirty="0" err="1"/>
              <a:t>them</a:t>
            </a:r>
            <a:endParaRPr lang="fr-FR" sz="1800" dirty="0"/>
          </a:p>
          <a:p>
            <a:pPr lvl="1"/>
            <a:r>
              <a:rPr lang="en-US" sz="1800" dirty="0"/>
              <a:t>Do the same people look similar?</a:t>
            </a:r>
            <a:endParaRPr lang="fr-FR" sz="1800" dirty="0"/>
          </a:p>
          <a:p>
            <a:pPr lvl="1"/>
            <a:r>
              <a:rPr lang="en-US" sz="1800" dirty="0"/>
              <a:t>Does one measure </a:t>
            </a:r>
            <a:r>
              <a:rPr lang="en-US" sz="1800" dirty="0" err="1"/>
              <a:t>emphasise</a:t>
            </a:r>
            <a:r>
              <a:rPr lang="en-US" sz="1800" dirty="0"/>
              <a:t> timing more?</a:t>
            </a:r>
            <a:endParaRPr lang="fr-FR" sz="1800" dirty="0"/>
          </a:p>
          <a:p>
            <a:pPr lvl="1"/>
            <a:r>
              <a:rPr lang="en-US" sz="1800" dirty="0"/>
              <a:t>Which measure fits my question best?</a:t>
            </a:r>
            <a:endParaRPr lang="fr-FR" sz="1800" dirty="0"/>
          </a:p>
          <a:p>
            <a:r>
              <a:rPr lang="en-US" sz="1800" b="1" dirty="0"/>
              <a:t>Step 4: Save your main distance matrix</a:t>
            </a:r>
            <a:endParaRPr lang="fr-FR" sz="1800" dirty="0"/>
          </a:p>
          <a:p>
            <a:pPr lvl="1"/>
            <a:r>
              <a:rPr lang="en-US" sz="1800" dirty="0"/>
              <a:t>You will need it for clustering in Lesson 3.</a:t>
            </a:r>
            <a:endParaRPr lang="fr-FR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A2AD6E-C814-A959-F230-5C2793E47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5115" y="2799599"/>
            <a:ext cx="4554501" cy="2699968"/>
          </a:xfrm>
        </p:spPr>
        <p:txBody>
          <a:bodyPr>
            <a:normAutofit/>
          </a:bodyPr>
          <a:lstStyle/>
          <a:p>
            <a:r>
              <a:rPr lang="en-US" sz="2000" b="1" dirty="0"/>
              <a:t>Before leaving today, write down:</a:t>
            </a:r>
            <a:endParaRPr lang="fr-FR" sz="2000" dirty="0"/>
          </a:p>
          <a:p>
            <a:pPr lvl="1"/>
            <a:r>
              <a:rPr lang="en-US" sz="2000" dirty="0"/>
              <a:t>My main distance measure is...</a:t>
            </a:r>
            <a:endParaRPr lang="fr-FR" sz="2000" dirty="0"/>
          </a:p>
          <a:p>
            <a:pPr lvl="1"/>
            <a:r>
              <a:rPr lang="en-US" sz="2000" dirty="0"/>
              <a:t>I chose it because my research question focuses on...</a:t>
            </a:r>
            <a:endParaRPr lang="fr-FR" sz="2000" dirty="0"/>
          </a:p>
          <a:p>
            <a:pPr lvl="1"/>
            <a:r>
              <a:rPr lang="en-US" sz="2000" dirty="0"/>
              <a:t>My substitution-cost strategy is...</a:t>
            </a:r>
            <a:endParaRPr lang="fr-FR" sz="2000" dirty="0"/>
          </a:p>
          <a:p>
            <a:pPr lvl="1"/>
            <a:r>
              <a:rPr lang="fr-FR" sz="2000" dirty="0" err="1"/>
              <a:t>My</a:t>
            </a:r>
            <a:r>
              <a:rPr lang="fr-FR" sz="2000" dirty="0"/>
              <a:t> </a:t>
            </a:r>
            <a:r>
              <a:rPr lang="fr-FR" sz="2000" dirty="0" err="1"/>
              <a:t>indel</a:t>
            </a:r>
            <a:r>
              <a:rPr lang="fr-FR" sz="2000" dirty="0"/>
              <a:t> </a:t>
            </a:r>
            <a:r>
              <a:rPr lang="fr-FR" sz="2000" dirty="0" err="1"/>
              <a:t>cost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...</a:t>
            </a:r>
          </a:p>
          <a:p>
            <a:pPr lvl="1"/>
            <a:r>
              <a:rPr lang="en-US" sz="2000" dirty="0"/>
              <a:t>One sensitivity check I will use is...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465663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2537</Words>
  <Application>Microsoft Office PowerPoint</Application>
  <PresentationFormat>Widescreen</PresentationFormat>
  <Paragraphs>597</Paragraphs>
  <Slides>44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Wingdings</vt:lpstr>
      <vt:lpstr>Office Theme</vt:lpstr>
      <vt:lpstr>Lesson 2</vt:lpstr>
      <vt:lpstr>Measuring similarity between trajectories</vt:lpstr>
      <vt:lpstr>Where we are in the course</vt:lpstr>
      <vt:lpstr>Recap of the previous episode</vt:lpstr>
      <vt:lpstr>Today’s question: when are two lives close?</vt:lpstr>
      <vt:lpstr>Same states, different order</vt:lpstr>
      <vt:lpstr>Similarity depends on the research question</vt:lpstr>
      <vt:lpstr>The logic of sequence dissimilarity</vt:lpstr>
      <vt:lpstr>From visual comparison to numeric comparison</vt:lpstr>
      <vt:lpstr>What is a distance matrix?</vt:lpstr>
      <vt:lpstr>Comparing one sequence to another</vt:lpstr>
      <vt:lpstr>Comparing every sequence to every other sequence</vt:lpstr>
      <vt:lpstr>Why distances matter: they are a bridge to clustering</vt:lpstr>
      <vt:lpstr>Hamming distance: comparing position by position</vt:lpstr>
      <vt:lpstr>First method: compare each time point</vt:lpstr>
      <vt:lpstr>Hamming distance: simple but strict</vt:lpstr>
      <vt:lpstr>Example: same pattern, shifted in time</vt:lpstr>
      <vt:lpstr>Example: same pattern, shifted in time</vt:lpstr>
      <vt:lpstr>When Hamming distance is useful</vt:lpstr>
      <vt:lpstr>When Hamming distance is too rigid</vt:lpstr>
      <vt:lpstr>Optimal matching</vt:lpstr>
      <vt:lpstr>OM: transforming one sequence into another</vt:lpstr>
      <vt:lpstr>Three operations</vt:lpstr>
      <vt:lpstr>Substitution costs: how different are two states?</vt:lpstr>
      <vt:lpstr>Indel costs: how much do we allow shifting?</vt:lpstr>
      <vt:lpstr>Worked example with coloured tiles</vt:lpstr>
      <vt:lpstr>OM vs. Hamming </vt:lpstr>
      <vt:lpstr>Cost choices are research choices</vt:lpstr>
      <vt:lpstr>There is no neutral cost setting</vt:lpstr>
      <vt:lpstr>There is no neutral cost setting</vt:lpstr>
      <vt:lpstr>There is no neutral cost setting</vt:lpstr>
      <vt:lpstr>There is no neutral cost setting</vt:lpstr>
      <vt:lpstr>Theory-driven costs: some states are close than others</vt:lpstr>
      <vt:lpstr>Data-driven costs: transition-rate-based costs</vt:lpstr>
      <vt:lpstr>Sensitivity analysis: do conclusions change?</vt:lpstr>
      <vt:lpstr>How to report distance choices transparently?</vt:lpstr>
      <vt:lpstr>Alternatives and transitions to next lesson</vt:lpstr>
      <vt:lpstr>Other distance measures: a brief overview</vt:lpstr>
      <vt:lpstr>Choosing a distance based on the question</vt:lpstr>
      <vt:lpstr>From distances to typologies: sneak peak of lesson 3</vt:lpstr>
      <vt:lpstr>References</vt:lpstr>
      <vt:lpstr>Exercise time</vt:lpstr>
      <vt:lpstr>Today’s missiong – guided part</vt:lpstr>
      <vt:lpstr>Mini project</vt:lpstr>
    </vt:vector>
  </TitlesOfParts>
  <Company>University of Helsinki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Jany Damiens</dc:creator>
  <cp:lastModifiedBy>Joan Jany Damiens</cp:lastModifiedBy>
  <cp:revision>7</cp:revision>
  <dcterms:created xsi:type="dcterms:W3CDTF">2026-08-01T15:54:08Z</dcterms:created>
  <dcterms:modified xsi:type="dcterms:W3CDTF">2026-08-14T13:02:19Z</dcterms:modified>
</cp:coreProperties>
</file>