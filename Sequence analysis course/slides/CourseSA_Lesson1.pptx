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9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0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56" r:id="rId2"/>
    <p:sldId id="281" r:id="rId3"/>
    <p:sldId id="257" r:id="rId4"/>
    <p:sldId id="282" r:id="rId5"/>
    <p:sldId id="283" r:id="rId6"/>
    <p:sldId id="331" r:id="rId7"/>
    <p:sldId id="284" r:id="rId8"/>
    <p:sldId id="346" r:id="rId9"/>
    <p:sldId id="344" r:id="rId10"/>
    <p:sldId id="345" r:id="rId11"/>
    <p:sldId id="285" r:id="rId12"/>
    <p:sldId id="286" r:id="rId13"/>
    <p:sldId id="287" r:id="rId14"/>
    <p:sldId id="269" r:id="rId15"/>
    <p:sldId id="276" r:id="rId16"/>
    <p:sldId id="316" r:id="rId17"/>
    <p:sldId id="317" r:id="rId18"/>
    <p:sldId id="288" r:id="rId19"/>
    <p:sldId id="289" r:id="rId20"/>
    <p:sldId id="290" r:id="rId21"/>
    <p:sldId id="318" r:id="rId22"/>
    <p:sldId id="271" r:id="rId23"/>
    <p:sldId id="319" r:id="rId24"/>
    <p:sldId id="275" r:id="rId25"/>
    <p:sldId id="291" r:id="rId26"/>
    <p:sldId id="258" r:id="rId27"/>
    <p:sldId id="292" r:id="rId28"/>
    <p:sldId id="293" r:id="rId29"/>
    <p:sldId id="262" r:id="rId30"/>
    <p:sldId id="320" r:id="rId31"/>
    <p:sldId id="304" r:id="rId32"/>
    <p:sldId id="270" r:id="rId33"/>
    <p:sldId id="294" r:id="rId34"/>
    <p:sldId id="306" r:id="rId35"/>
    <p:sldId id="280" r:id="rId36"/>
    <p:sldId id="308" r:id="rId37"/>
    <p:sldId id="307" r:id="rId38"/>
    <p:sldId id="309" r:id="rId39"/>
    <p:sldId id="310" r:id="rId40"/>
    <p:sldId id="311" r:id="rId41"/>
    <p:sldId id="295" r:id="rId42"/>
    <p:sldId id="296" r:id="rId43"/>
    <p:sldId id="297" r:id="rId44"/>
    <p:sldId id="321" r:id="rId45"/>
    <p:sldId id="322" r:id="rId46"/>
    <p:sldId id="299" r:id="rId47"/>
    <p:sldId id="312" r:id="rId48"/>
    <p:sldId id="300" r:id="rId49"/>
    <p:sldId id="301" r:id="rId50"/>
    <p:sldId id="313" r:id="rId51"/>
    <p:sldId id="314" r:id="rId52"/>
    <p:sldId id="302" r:id="rId53"/>
    <p:sldId id="303" r:id="rId54"/>
    <p:sldId id="340" r:id="rId55"/>
    <p:sldId id="323" r:id="rId56"/>
    <p:sldId id="325" r:id="rId57"/>
    <p:sldId id="332" r:id="rId58"/>
    <p:sldId id="333" r:id="rId59"/>
    <p:sldId id="334" r:id="rId60"/>
    <p:sldId id="324" r:id="rId61"/>
    <p:sldId id="335" r:id="rId62"/>
    <p:sldId id="338" r:id="rId63"/>
    <p:sldId id="339" r:id="rId64"/>
    <p:sldId id="341" r:id="rId65"/>
    <p:sldId id="326" r:id="rId66"/>
    <p:sldId id="327" r:id="rId67"/>
    <p:sldId id="328" r:id="rId68"/>
    <p:sldId id="329" r:id="rId69"/>
    <p:sldId id="330" r:id="rId7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A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549" autoAdjust="0"/>
    <p:restoredTop sz="93447" autoAdjust="0"/>
  </p:normalViewPr>
  <p:slideViewPr>
    <p:cSldViewPr snapToGrid="0">
      <p:cViewPr>
        <p:scale>
          <a:sx n="72" d="100"/>
          <a:sy n="72" d="100"/>
        </p:scale>
        <p:origin x="672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17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17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7F91E2-3BCA-4A1E-B08D-460E063B02E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11925C-DAF1-4E33-9156-E82C9B97D4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your discipline?</a:t>
          </a:r>
        </a:p>
      </dgm:t>
    </dgm:pt>
    <dgm:pt modelId="{CF21201A-1C65-445C-B152-A2646215367C}" type="parTrans" cxnId="{B7D4D278-18BD-4F9D-843A-A54C13A376C5}">
      <dgm:prSet/>
      <dgm:spPr/>
      <dgm:t>
        <a:bodyPr/>
        <a:lstStyle/>
        <a:p>
          <a:endParaRPr lang="en-US"/>
        </a:p>
      </dgm:t>
    </dgm:pt>
    <dgm:pt modelId="{121D2D5F-4F7F-4DDC-95B0-509E47807634}" type="sibTrans" cxnId="{B7D4D278-18BD-4F9D-843A-A54C13A376C5}">
      <dgm:prSet/>
      <dgm:spPr/>
      <dgm:t>
        <a:bodyPr/>
        <a:lstStyle/>
        <a:p>
          <a:endParaRPr lang="en-US"/>
        </a:p>
      </dgm:t>
    </dgm:pt>
    <dgm:pt modelId="{2A5F9503-CBAA-4222-841D-23ACE04899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trajectory are you interested in?</a:t>
          </a:r>
        </a:p>
      </dgm:t>
    </dgm:pt>
    <dgm:pt modelId="{1D795F01-13CD-40D6-BAF4-BF643191ED2E}" type="parTrans" cxnId="{AA030185-0ABF-43BD-9F3B-949414B52BC8}">
      <dgm:prSet/>
      <dgm:spPr/>
      <dgm:t>
        <a:bodyPr/>
        <a:lstStyle/>
        <a:p>
          <a:endParaRPr lang="en-US"/>
        </a:p>
      </dgm:t>
    </dgm:pt>
    <dgm:pt modelId="{25019918-76AA-42BA-8D9B-ACCF239D2040}" type="sibTrans" cxnId="{AA030185-0ABF-43BD-9F3B-949414B52BC8}">
      <dgm:prSet/>
      <dgm:spPr/>
      <dgm:t>
        <a:bodyPr/>
        <a:lstStyle/>
        <a:p>
          <a:endParaRPr lang="en-US"/>
        </a:p>
      </dgm:t>
    </dgm:pt>
    <dgm:pt modelId="{53745372-DBCD-4A40-B540-152CEB3717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kind of longitudinal data do you have?</a:t>
          </a:r>
        </a:p>
      </dgm:t>
    </dgm:pt>
    <dgm:pt modelId="{B291A9D9-54A4-436C-A156-B0BCBE827D23}" type="parTrans" cxnId="{13CCEF7D-A285-45B9-9BBE-8FD95598D188}">
      <dgm:prSet/>
      <dgm:spPr/>
      <dgm:t>
        <a:bodyPr/>
        <a:lstStyle/>
        <a:p>
          <a:endParaRPr lang="en-US"/>
        </a:p>
      </dgm:t>
    </dgm:pt>
    <dgm:pt modelId="{153562FD-112A-454E-B1AD-ACA64FED24FB}" type="sibTrans" cxnId="{13CCEF7D-A285-45B9-9BBE-8FD95598D188}">
      <dgm:prSet/>
      <dgm:spPr/>
      <dgm:t>
        <a:bodyPr/>
        <a:lstStyle/>
        <a:p>
          <a:endParaRPr lang="en-US"/>
        </a:p>
      </dgm:t>
    </dgm:pt>
    <dgm:pt modelId="{EEC0D2FF-6E47-434E-B369-1A63355C20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 level: beginner/intermediate/advanced?</a:t>
          </a:r>
        </a:p>
      </dgm:t>
    </dgm:pt>
    <dgm:pt modelId="{814503F9-0444-4557-9C59-DF4618B83B9C}" type="parTrans" cxnId="{72414873-5D5C-4D8F-BFA8-8BF97EC403AA}">
      <dgm:prSet/>
      <dgm:spPr/>
      <dgm:t>
        <a:bodyPr/>
        <a:lstStyle/>
        <a:p>
          <a:endParaRPr lang="en-US"/>
        </a:p>
      </dgm:t>
    </dgm:pt>
    <dgm:pt modelId="{AC460D34-AEF8-4CBA-8343-061C2BC67D3F}" type="sibTrans" cxnId="{72414873-5D5C-4D8F-BFA8-8BF97EC403AA}">
      <dgm:prSet/>
      <dgm:spPr/>
      <dgm:t>
        <a:bodyPr/>
        <a:lstStyle/>
        <a:p>
          <a:endParaRPr lang="en-US"/>
        </a:p>
      </dgm:t>
    </dgm:pt>
    <dgm:pt modelId="{56B9EF1B-2483-43B1-AB10-166A6DBAD35E}" type="pres">
      <dgm:prSet presAssocID="{A17F91E2-3BCA-4A1E-B08D-460E063B02EE}" presName="root" presStyleCnt="0">
        <dgm:presLayoutVars>
          <dgm:dir/>
          <dgm:resizeHandles val="exact"/>
        </dgm:presLayoutVars>
      </dgm:prSet>
      <dgm:spPr/>
    </dgm:pt>
    <dgm:pt modelId="{A7E749FD-13E5-4BD0-A669-2086A3313CF6}" type="pres">
      <dgm:prSet presAssocID="{DF11925C-DAF1-4E33-9156-E82C9B97D4E1}" presName="compNode" presStyleCnt="0"/>
      <dgm:spPr/>
    </dgm:pt>
    <dgm:pt modelId="{30C1E57E-F31A-48E5-900D-F8A95CDAA8CB}" type="pres">
      <dgm:prSet presAssocID="{DF11925C-DAF1-4E33-9156-E82C9B97D4E1}" presName="bgRect" presStyleLbl="bgShp" presStyleIdx="0" presStyleCnt="4"/>
      <dgm:spPr/>
    </dgm:pt>
    <dgm:pt modelId="{0B1B476B-55D9-4585-B1E1-8834832DCBAD}" type="pres">
      <dgm:prSet presAssocID="{DF11925C-DAF1-4E33-9156-E82C9B97D4E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94BBECA-D7F6-41E8-9D3C-A34FB47A6670}" type="pres">
      <dgm:prSet presAssocID="{DF11925C-DAF1-4E33-9156-E82C9B97D4E1}" presName="spaceRect" presStyleCnt="0"/>
      <dgm:spPr/>
    </dgm:pt>
    <dgm:pt modelId="{7EA36B79-FBB9-4EE4-9E59-41BF4586D73A}" type="pres">
      <dgm:prSet presAssocID="{DF11925C-DAF1-4E33-9156-E82C9B97D4E1}" presName="parTx" presStyleLbl="revTx" presStyleIdx="0" presStyleCnt="4">
        <dgm:presLayoutVars>
          <dgm:chMax val="0"/>
          <dgm:chPref val="0"/>
        </dgm:presLayoutVars>
      </dgm:prSet>
      <dgm:spPr/>
    </dgm:pt>
    <dgm:pt modelId="{B1728D5A-2ABE-4492-B2B5-A6D18E6BF044}" type="pres">
      <dgm:prSet presAssocID="{121D2D5F-4F7F-4DDC-95B0-509E47807634}" presName="sibTrans" presStyleCnt="0"/>
      <dgm:spPr/>
    </dgm:pt>
    <dgm:pt modelId="{324DFE25-D05F-47CA-B614-5D6C3358ECE0}" type="pres">
      <dgm:prSet presAssocID="{2A5F9503-CBAA-4222-841D-23ACE0489926}" presName="compNode" presStyleCnt="0"/>
      <dgm:spPr/>
    </dgm:pt>
    <dgm:pt modelId="{229D7A52-8581-4C0E-848C-FBFEF1589277}" type="pres">
      <dgm:prSet presAssocID="{2A5F9503-CBAA-4222-841D-23ACE0489926}" presName="bgRect" presStyleLbl="bgShp" presStyleIdx="1" presStyleCnt="4"/>
      <dgm:spPr/>
    </dgm:pt>
    <dgm:pt modelId="{F4ACD393-4B0D-462B-A531-E4FD89F2928F}" type="pres">
      <dgm:prSet presAssocID="{2A5F9503-CBAA-4222-841D-23ACE048992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48998766-EB1D-4C8B-952F-920A53356C0D}" type="pres">
      <dgm:prSet presAssocID="{2A5F9503-CBAA-4222-841D-23ACE0489926}" presName="spaceRect" presStyleCnt="0"/>
      <dgm:spPr/>
    </dgm:pt>
    <dgm:pt modelId="{97F22624-601A-4D17-BC6B-F8F2EAAA3AD3}" type="pres">
      <dgm:prSet presAssocID="{2A5F9503-CBAA-4222-841D-23ACE0489926}" presName="parTx" presStyleLbl="revTx" presStyleIdx="1" presStyleCnt="4">
        <dgm:presLayoutVars>
          <dgm:chMax val="0"/>
          <dgm:chPref val="0"/>
        </dgm:presLayoutVars>
      </dgm:prSet>
      <dgm:spPr/>
    </dgm:pt>
    <dgm:pt modelId="{99B58D4C-F5D4-44F1-B268-8840DD9489F2}" type="pres">
      <dgm:prSet presAssocID="{25019918-76AA-42BA-8D9B-ACCF239D2040}" presName="sibTrans" presStyleCnt="0"/>
      <dgm:spPr/>
    </dgm:pt>
    <dgm:pt modelId="{EA3DF49C-6B3D-4727-A0B7-FC70DE663AFC}" type="pres">
      <dgm:prSet presAssocID="{53745372-DBCD-4A40-B540-152CEB37176E}" presName="compNode" presStyleCnt="0"/>
      <dgm:spPr/>
    </dgm:pt>
    <dgm:pt modelId="{6614C8B9-F338-4790-A9B8-84987358E52F}" type="pres">
      <dgm:prSet presAssocID="{53745372-DBCD-4A40-B540-152CEB37176E}" presName="bgRect" presStyleLbl="bgShp" presStyleIdx="2" presStyleCnt="4"/>
      <dgm:spPr/>
    </dgm:pt>
    <dgm:pt modelId="{27A18D05-C1C5-4434-8D0B-A6E1429D8212}" type="pres">
      <dgm:prSet presAssocID="{53745372-DBCD-4A40-B540-152CEB37176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07D76A9-85B0-49C2-B9B7-D5BEFF901B7A}" type="pres">
      <dgm:prSet presAssocID="{53745372-DBCD-4A40-B540-152CEB37176E}" presName="spaceRect" presStyleCnt="0"/>
      <dgm:spPr/>
    </dgm:pt>
    <dgm:pt modelId="{85750C97-C8B1-476E-849A-072FF29B9C40}" type="pres">
      <dgm:prSet presAssocID="{53745372-DBCD-4A40-B540-152CEB37176E}" presName="parTx" presStyleLbl="revTx" presStyleIdx="2" presStyleCnt="4">
        <dgm:presLayoutVars>
          <dgm:chMax val="0"/>
          <dgm:chPref val="0"/>
        </dgm:presLayoutVars>
      </dgm:prSet>
      <dgm:spPr/>
    </dgm:pt>
    <dgm:pt modelId="{51AB6D9F-0974-4075-A749-1A130ACD8D96}" type="pres">
      <dgm:prSet presAssocID="{153562FD-112A-454E-B1AD-ACA64FED24FB}" presName="sibTrans" presStyleCnt="0"/>
      <dgm:spPr/>
    </dgm:pt>
    <dgm:pt modelId="{5DAA0ED3-8CDA-465B-9123-8B3986F76E00}" type="pres">
      <dgm:prSet presAssocID="{EEC0D2FF-6E47-434E-B369-1A63355C2007}" presName="compNode" presStyleCnt="0"/>
      <dgm:spPr/>
    </dgm:pt>
    <dgm:pt modelId="{2A3B150E-17B4-4C5F-9477-E44535ACD570}" type="pres">
      <dgm:prSet presAssocID="{EEC0D2FF-6E47-434E-B369-1A63355C2007}" presName="bgRect" presStyleLbl="bgShp" presStyleIdx="3" presStyleCnt="4"/>
      <dgm:spPr/>
    </dgm:pt>
    <dgm:pt modelId="{CACF973D-E89F-4535-8510-D6A0DA3DC5BD}" type="pres">
      <dgm:prSet presAssocID="{EEC0D2FF-6E47-434E-B369-1A63355C2007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 with solid fill"/>
        </a:ext>
      </dgm:extLst>
    </dgm:pt>
    <dgm:pt modelId="{A503DDDD-37F6-4967-996C-EAC3553E87A1}" type="pres">
      <dgm:prSet presAssocID="{EEC0D2FF-6E47-434E-B369-1A63355C2007}" presName="spaceRect" presStyleCnt="0"/>
      <dgm:spPr/>
    </dgm:pt>
    <dgm:pt modelId="{E32BD1A6-C847-4D95-864D-5EC0FCA25A0B}" type="pres">
      <dgm:prSet presAssocID="{EEC0D2FF-6E47-434E-B369-1A63355C200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4D6DE0B-1B40-434D-8D3D-BCFCC280ECE8}" type="presOf" srcId="{53745372-DBCD-4A40-B540-152CEB37176E}" destId="{85750C97-C8B1-476E-849A-072FF29B9C40}" srcOrd="0" destOrd="0" presId="urn:microsoft.com/office/officeart/2018/2/layout/IconVerticalSolidList"/>
    <dgm:cxn modelId="{3E6EFB5E-5061-4314-93CE-BC30C55480B4}" type="presOf" srcId="{DF11925C-DAF1-4E33-9156-E82C9B97D4E1}" destId="{7EA36B79-FBB9-4EE4-9E59-41BF4586D73A}" srcOrd="0" destOrd="0" presId="urn:microsoft.com/office/officeart/2018/2/layout/IconVerticalSolidList"/>
    <dgm:cxn modelId="{72414873-5D5C-4D8F-BFA8-8BF97EC403AA}" srcId="{A17F91E2-3BCA-4A1E-B08D-460E063B02EE}" destId="{EEC0D2FF-6E47-434E-B369-1A63355C2007}" srcOrd="3" destOrd="0" parTransId="{814503F9-0444-4557-9C59-DF4618B83B9C}" sibTransId="{AC460D34-AEF8-4CBA-8343-061C2BC67D3F}"/>
    <dgm:cxn modelId="{6F9CC658-D1F3-4B26-92B9-71BE65E12C07}" type="presOf" srcId="{A17F91E2-3BCA-4A1E-B08D-460E063B02EE}" destId="{56B9EF1B-2483-43B1-AB10-166A6DBAD35E}" srcOrd="0" destOrd="0" presId="urn:microsoft.com/office/officeart/2018/2/layout/IconVerticalSolidList"/>
    <dgm:cxn modelId="{B7D4D278-18BD-4F9D-843A-A54C13A376C5}" srcId="{A17F91E2-3BCA-4A1E-B08D-460E063B02EE}" destId="{DF11925C-DAF1-4E33-9156-E82C9B97D4E1}" srcOrd="0" destOrd="0" parTransId="{CF21201A-1C65-445C-B152-A2646215367C}" sibTransId="{121D2D5F-4F7F-4DDC-95B0-509E47807634}"/>
    <dgm:cxn modelId="{13CCEF7D-A285-45B9-9BBE-8FD95598D188}" srcId="{A17F91E2-3BCA-4A1E-B08D-460E063B02EE}" destId="{53745372-DBCD-4A40-B540-152CEB37176E}" srcOrd="2" destOrd="0" parTransId="{B291A9D9-54A4-436C-A156-B0BCBE827D23}" sibTransId="{153562FD-112A-454E-B1AD-ACA64FED24FB}"/>
    <dgm:cxn modelId="{AA030185-0ABF-43BD-9F3B-949414B52BC8}" srcId="{A17F91E2-3BCA-4A1E-B08D-460E063B02EE}" destId="{2A5F9503-CBAA-4222-841D-23ACE0489926}" srcOrd="1" destOrd="0" parTransId="{1D795F01-13CD-40D6-BAF4-BF643191ED2E}" sibTransId="{25019918-76AA-42BA-8D9B-ACCF239D2040}"/>
    <dgm:cxn modelId="{698421B0-D0B8-4D87-B46D-0F9F53AD2DDE}" type="presOf" srcId="{EEC0D2FF-6E47-434E-B369-1A63355C2007}" destId="{E32BD1A6-C847-4D95-864D-5EC0FCA25A0B}" srcOrd="0" destOrd="0" presId="urn:microsoft.com/office/officeart/2018/2/layout/IconVerticalSolidList"/>
    <dgm:cxn modelId="{D22D75B7-D1BB-421F-B594-AF7659D79ACF}" type="presOf" srcId="{2A5F9503-CBAA-4222-841D-23ACE0489926}" destId="{97F22624-601A-4D17-BC6B-F8F2EAAA3AD3}" srcOrd="0" destOrd="0" presId="urn:microsoft.com/office/officeart/2018/2/layout/IconVerticalSolidList"/>
    <dgm:cxn modelId="{F05F892E-014C-4C57-9433-E76A7F14A4E7}" type="presParOf" srcId="{56B9EF1B-2483-43B1-AB10-166A6DBAD35E}" destId="{A7E749FD-13E5-4BD0-A669-2086A3313CF6}" srcOrd="0" destOrd="0" presId="urn:microsoft.com/office/officeart/2018/2/layout/IconVerticalSolidList"/>
    <dgm:cxn modelId="{CC194CFB-9625-49C4-8F70-CC0A15FECE25}" type="presParOf" srcId="{A7E749FD-13E5-4BD0-A669-2086A3313CF6}" destId="{30C1E57E-F31A-48E5-900D-F8A95CDAA8CB}" srcOrd="0" destOrd="0" presId="urn:microsoft.com/office/officeart/2018/2/layout/IconVerticalSolidList"/>
    <dgm:cxn modelId="{5EF51511-5A3D-4A09-8E99-14668DCCD767}" type="presParOf" srcId="{A7E749FD-13E5-4BD0-A669-2086A3313CF6}" destId="{0B1B476B-55D9-4585-B1E1-8834832DCBAD}" srcOrd="1" destOrd="0" presId="urn:microsoft.com/office/officeart/2018/2/layout/IconVerticalSolidList"/>
    <dgm:cxn modelId="{4EC2EA55-3161-4AF8-93B2-D6F24FB6F3D8}" type="presParOf" srcId="{A7E749FD-13E5-4BD0-A669-2086A3313CF6}" destId="{094BBECA-D7F6-41E8-9D3C-A34FB47A6670}" srcOrd="2" destOrd="0" presId="urn:microsoft.com/office/officeart/2018/2/layout/IconVerticalSolidList"/>
    <dgm:cxn modelId="{01C3343D-F228-4227-9F41-577FB70D6C6E}" type="presParOf" srcId="{A7E749FD-13E5-4BD0-A669-2086A3313CF6}" destId="{7EA36B79-FBB9-4EE4-9E59-41BF4586D73A}" srcOrd="3" destOrd="0" presId="urn:microsoft.com/office/officeart/2018/2/layout/IconVerticalSolidList"/>
    <dgm:cxn modelId="{A57AF142-B202-41FC-B79E-EFB6AF52C2FA}" type="presParOf" srcId="{56B9EF1B-2483-43B1-AB10-166A6DBAD35E}" destId="{B1728D5A-2ABE-4492-B2B5-A6D18E6BF044}" srcOrd="1" destOrd="0" presId="urn:microsoft.com/office/officeart/2018/2/layout/IconVerticalSolidList"/>
    <dgm:cxn modelId="{B2D17924-E3C5-41ED-AE58-05FC2C277B3C}" type="presParOf" srcId="{56B9EF1B-2483-43B1-AB10-166A6DBAD35E}" destId="{324DFE25-D05F-47CA-B614-5D6C3358ECE0}" srcOrd="2" destOrd="0" presId="urn:microsoft.com/office/officeart/2018/2/layout/IconVerticalSolidList"/>
    <dgm:cxn modelId="{89BBE9C0-DFEC-4338-840F-14324708E555}" type="presParOf" srcId="{324DFE25-D05F-47CA-B614-5D6C3358ECE0}" destId="{229D7A52-8581-4C0E-848C-FBFEF1589277}" srcOrd="0" destOrd="0" presId="urn:microsoft.com/office/officeart/2018/2/layout/IconVerticalSolidList"/>
    <dgm:cxn modelId="{5CCCA8B0-F943-423B-8AF5-9BB8653647F3}" type="presParOf" srcId="{324DFE25-D05F-47CA-B614-5D6C3358ECE0}" destId="{F4ACD393-4B0D-462B-A531-E4FD89F2928F}" srcOrd="1" destOrd="0" presId="urn:microsoft.com/office/officeart/2018/2/layout/IconVerticalSolidList"/>
    <dgm:cxn modelId="{FA88BB07-7589-44DD-8CB6-AC5AAC6F30EC}" type="presParOf" srcId="{324DFE25-D05F-47CA-B614-5D6C3358ECE0}" destId="{48998766-EB1D-4C8B-952F-920A53356C0D}" srcOrd="2" destOrd="0" presId="urn:microsoft.com/office/officeart/2018/2/layout/IconVerticalSolidList"/>
    <dgm:cxn modelId="{49BD095E-0C3F-4993-9225-A1D9299BE756}" type="presParOf" srcId="{324DFE25-D05F-47CA-B614-5D6C3358ECE0}" destId="{97F22624-601A-4D17-BC6B-F8F2EAAA3AD3}" srcOrd="3" destOrd="0" presId="urn:microsoft.com/office/officeart/2018/2/layout/IconVerticalSolidList"/>
    <dgm:cxn modelId="{CAE07C26-60EB-456A-A514-12AACA7108FA}" type="presParOf" srcId="{56B9EF1B-2483-43B1-AB10-166A6DBAD35E}" destId="{99B58D4C-F5D4-44F1-B268-8840DD9489F2}" srcOrd="3" destOrd="0" presId="urn:microsoft.com/office/officeart/2018/2/layout/IconVerticalSolidList"/>
    <dgm:cxn modelId="{73EB2907-5A2D-4EBF-A414-D6DE8909958D}" type="presParOf" srcId="{56B9EF1B-2483-43B1-AB10-166A6DBAD35E}" destId="{EA3DF49C-6B3D-4727-A0B7-FC70DE663AFC}" srcOrd="4" destOrd="0" presId="urn:microsoft.com/office/officeart/2018/2/layout/IconVerticalSolidList"/>
    <dgm:cxn modelId="{BF071775-B147-4A28-8391-DAF01B20AF7C}" type="presParOf" srcId="{EA3DF49C-6B3D-4727-A0B7-FC70DE663AFC}" destId="{6614C8B9-F338-4790-A9B8-84987358E52F}" srcOrd="0" destOrd="0" presId="urn:microsoft.com/office/officeart/2018/2/layout/IconVerticalSolidList"/>
    <dgm:cxn modelId="{AB3367EA-7DB9-40DF-AD79-DDD1BEE0C0E4}" type="presParOf" srcId="{EA3DF49C-6B3D-4727-A0B7-FC70DE663AFC}" destId="{27A18D05-C1C5-4434-8D0B-A6E1429D8212}" srcOrd="1" destOrd="0" presId="urn:microsoft.com/office/officeart/2018/2/layout/IconVerticalSolidList"/>
    <dgm:cxn modelId="{4D207266-8787-4AE1-B8C9-6FA202B02AA7}" type="presParOf" srcId="{EA3DF49C-6B3D-4727-A0B7-FC70DE663AFC}" destId="{E07D76A9-85B0-49C2-B9B7-D5BEFF901B7A}" srcOrd="2" destOrd="0" presId="urn:microsoft.com/office/officeart/2018/2/layout/IconVerticalSolidList"/>
    <dgm:cxn modelId="{BC66E309-251D-4BF2-8756-178FFAE7F960}" type="presParOf" srcId="{EA3DF49C-6B3D-4727-A0B7-FC70DE663AFC}" destId="{85750C97-C8B1-476E-849A-072FF29B9C40}" srcOrd="3" destOrd="0" presId="urn:microsoft.com/office/officeart/2018/2/layout/IconVerticalSolidList"/>
    <dgm:cxn modelId="{FAEABFD5-4089-4A8E-88BE-62F7715179F9}" type="presParOf" srcId="{56B9EF1B-2483-43B1-AB10-166A6DBAD35E}" destId="{51AB6D9F-0974-4075-A749-1A130ACD8D96}" srcOrd="5" destOrd="0" presId="urn:microsoft.com/office/officeart/2018/2/layout/IconVerticalSolidList"/>
    <dgm:cxn modelId="{CFFAF9B3-44E2-401E-B854-E78DE45BAA64}" type="presParOf" srcId="{56B9EF1B-2483-43B1-AB10-166A6DBAD35E}" destId="{5DAA0ED3-8CDA-465B-9123-8B3986F76E00}" srcOrd="6" destOrd="0" presId="urn:microsoft.com/office/officeart/2018/2/layout/IconVerticalSolidList"/>
    <dgm:cxn modelId="{C190D437-0DBE-48B5-8B68-27D17192E07E}" type="presParOf" srcId="{5DAA0ED3-8CDA-465B-9123-8B3986F76E00}" destId="{2A3B150E-17B4-4C5F-9477-E44535ACD570}" srcOrd="0" destOrd="0" presId="urn:microsoft.com/office/officeart/2018/2/layout/IconVerticalSolidList"/>
    <dgm:cxn modelId="{29455F3A-7D2E-4C8F-AAF0-68BA9D257546}" type="presParOf" srcId="{5DAA0ED3-8CDA-465B-9123-8B3986F76E00}" destId="{CACF973D-E89F-4535-8510-D6A0DA3DC5BD}" srcOrd="1" destOrd="0" presId="urn:microsoft.com/office/officeart/2018/2/layout/IconVerticalSolidList"/>
    <dgm:cxn modelId="{3D8E83BF-6C8D-4605-A345-32A11963E6F7}" type="presParOf" srcId="{5DAA0ED3-8CDA-465B-9123-8B3986F76E00}" destId="{A503DDDD-37F6-4967-996C-EAC3553E87A1}" srcOrd="2" destOrd="0" presId="urn:microsoft.com/office/officeart/2018/2/layout/IconVerticalSolidList"/>
    <dgm:cxn modelId="{5311EBF8-375C-4D57-9B5F-A38399A70534}" type="presParOf" srcId="{5DAA0ED3-8CDA-465B-9123-8B3986F76E00}" destId="{E32BD1A6-C847-4D95-864D-5EC0FCA25A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EC8993-C460-4B1F-9A30-40F52BB3FBC5}" type="doc">
      <dgm:prSet loTypeId="urn:microsoft.com/office/officeart/2005/8/layout/hProcess9" loCatId="process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fr-FR"/>
        </a:p>
      </dgm:t>
    </dgm:pt>
    <dgm:pt modelId="{3D9CDEC7-2361-4606-B72C-5B7C0F0FFF95}">
      <dgm:prSet/>
      <dgm:spPr/>
      <dgm:t>
        <a:bodyPr/>
        <a:lstStyle/>
        <a:p>
          <a:r>
            <a:rPr lang="en-US"/>
            <a:t>Lesson 1: build and describe</a:t>
          </a:r>
          <a:endParaRPr lang="fr-FR"/>
        </a:p>
      </dgm:t>
    </dgm:pt>
    <dgm:pt modelId="{454CF91F-5896-4C24-8827-10F27C30874F}" type="parTrans" cxnId="{F901C9DF-9480-4AB4-9D9F-A54843002343}">
      <dgm:prSet/>
      <dgm:spPr/>
      <dgm:t>
        <a:bodyPr/>
        <a:lstStyle/>
        <a:p>
          <a:endParaRPr lang="fr-FR"/>
        </a:p>
      </dgm:t>
    </dgm:pt>
    <dgm:pt modelId="{9CBCDFB4-68E7-46FD-8D22-C9696974CA88}" type="sibTrans" cxnId="{F901C9DF-9480-4AB4-9D9F-A54843002343}">
      <dgm:prSet/>
      <dgm:spPr/>
      <dgm:t>
        <a:bodyPr/>
        <a:lstStyle/>
        <a:p>
          <a:endParaRPr lang="fr-FR"/>
        </a:p>
      </dgm:t>
    </dgm:pt>
    <dgm:pt modelId="{B1AEE526-6EB3-4A7B-BDD8-C536D9F269F1}">
      <dgm:prSet/>
      <dgm:spPr/>
      <dgm:t>
        <a:bodyPr/>
        <a:lstStyle/>
        <a:p>
          <a:r>
            <a:rPr lang="en-US"/>
            <a:t>Lesson 2: distances and OM</a:t>
          </a:r>
          <a:endParaRPr lang="fr-FR"/>
        </a:p>
      </dgm:t>
    </dgm:pt>
    <dgm:pt modelId="{8635361F-F204-4DF7-8748-F913DA3D605F}" type="parTrans" cxnId="{9E735A22-3B88-4E08-9879-734E824E7044}">
      <dgm:prSet/>
      <dgm:spPr/>
      <dgm:t>
        <a:bodyPr/>
        <a:lstStyle/>
        <a:p>
          <a:endParaRPr lang="fr-FR"/>
        </a:p>
      </dgm:t>
    </dgm:pt>
    <dgm:pt modelId="{5C476D20-27B9-49A8-9551-86D5DB626A32}" type="sibTrans" cxnId="{9E735A22-3B88-4E08-9879-734E824E7044}">
      <dgm:prSet/>
      <dgm:spPr/>
      <dgm:t>
        <a:bodyPr/>
        <a:lstStyle/>
        <a:p>
          <a:endParaRPr lang="fr-FR"/>
        </a:p>
      </dgm:t>
    </dgm:pt>
    <dgm:pt modelId="{B18C132B-4392-49EB-8A88-8CEB0894FC98}">
      <dgm:prSet/>
      <dgm:spPr/>
      <dgm:t>
        <a:bodyPr/>
        <a:lstStyle/>
        <a:p>
          <a:r>
            <a:rPr lang="en-US"/>
            <a:t>Lesson 3: clustering and typologies</a:t>
          </a:r>
          <a:endParaRPr lang="fr-FR"/>
        </a:p>
      </dgm:t>
    </dgm:pt>
    <dgm:pt modelId="{86D0EC2D-BA9A-47DF-BA81-67A057096071}" type="parTrans" cxnId="{D115A1FD-87BA-45F7-BEAB-D49ED9E7BE81}">
      <dgm:prSet/>
      <dgm:spPr/>
      <dgm:t>
        <a:bodyPr/>
        <a:lstStyle/>
        <a:p>
          <a:endParaRPr lang="fr-FR"/>
        </a:p>
      </dgm:t>
    </dgm:pt>
    <dgm:pt modelId="{8AF2EA72-8003-4F14-876F-3A02722CF7BC}" type="sibTrans" cxnId="{D115A1FD-87BA-45F7-BEAB-D49ED9E7BE81}">
      <dgm:prSet/>
      <dgm:spPr/>
      <dgm:t>
        <a:bodyPr/>
        <a:lstStyle/>
        <a:p>
          <a:endParaRPr lang="fr-FR"/>
        </a:p>
      </dgm:t>
    </dgm:pt>
    <dgm:pt modelId="{4A7D2666-1982-442E-908E-5FC7E82F3529}">
      <dgm:prSet/>
      <dgm:spPr/>
      <dgm:t>
        <a:bodyPr/>
        <a:lstStyle/>
        <a:p>
          <a:r>
            <a:rPr lang="en-US"/>
            <a:t>Lesson 4: interpretation, mini-projects, presentations</a:t>
          </a:r>
          <a:endParaRPr lang="fr-FR"/>
        </a:p>
      </dgm:t>
    </dgm:pt>
    <dgm:pt modelId="{364C742B-C412-4CB5-A225-84EA199FBC3C}" type="parTrans" cxnId="{5C297B22-5C2E-49E0-8662-3EE71665B272}">
      <dgm:prSet/>
      <dgm:spPr/>
      <dgm:t>
        <a:bodyPr/>
        <a:lstStyle/>
        <a:p>
          <a:endParaRPr lang="fr-FR"/>
        </a:p>
      </dgm:t>
    </dgm:pt>
    <dgm:pt modelId="{4FB0D542-A765-4839-9F47-86C7A75B08D6}" type="sibTrans" cxnId="{5C297B22-5C2E-49E0-8662-3EE71665B272}">
      <dgm:prSet/>
      <dgm:spPr/>
      <dgm:t>
        <a:bodyPr/>
        <a:lstStyle/>
        <a:p>
          <a:endParaRPr lang="fr-FR"/>
        </a:p>
      </dgm:t>
    </dgm:pt>
    <dgm:pt modelId="{C9FF8288-89E2-4546-9ECF-A6DC2AA3FF20}" type="pres">
      <dgm:prSet presAssocID="{29EC8993-C460-4B1F-9A30-40F52BB3FBC5}" presName="CompostProcess" presStyleCnt="0">
        <dgm:presLayoutVars>
          <dgm:dir/>
          <dgm:resizeHandles val="exact"/>
        </dgm:presLayoutVars>
      </dgm:prSet>
      <dgm:spPr/>
    </dgm:pt>
    <dgm:pt modelId="{CC24C03A-739F-4673-8625-304FA9CDF41F}" type="pres">
      <dgm:prSet presAssocID="{29EC8993-C460-4B1F-9A30-40F52BB3FBC5}" presName="arrow" presStyleLbl="bgShp" presStyleIdx="0" presStyleCnt="1"/>
      <dgm:spPr/>
    </dgm:pt>
    <dgm:pt modelId="{957A554B-DDFC-4780-8273-D2F00A728530}" type="pres">
      <dgm:prSet presAssocID="{29EC8993-C460-4B1F-9A30-40F52BB3FBC5}" presName="linearProcess" presStyleCnt="0"/>
      <dgm:spPr/>
    </dgm:pt>
    <dgm:pt modelId="{BAAD502F-704A-49E0-AE4E-38BA049E3163}" type="pres">
      <dgm:prSet presAssocID="{3D9CDEC7-2361-4606-B72C-5B7C0F0FFF95}" presName="textNode" presStyleLbl="node1" presStyleIdx="0" presStyleCnt="4">
        <dgm:presLayoutVars>
          <dgm:bulletEnabled val="1"/>
        </dgm:presLayoutVars>
      </dgm:prSet>
      <dgm:spPr/>
    </dgm:pt>
    <dgm:pt modelId="{52225CF2-62A0-4202-B490-2F7EB6DCD9F6}" type="pres">
      <dgm:prSet presAssocID="{9CBCDFB4-68E7-46FD-8D22-C9696974CA88}" presName="sibTrans" presStyleCnt="0"/>
      <dgm:spPr/>
    </dgm:pt>
    <dgm:pt modelId="{EF9762C0-F1D8-4153-AA3C-17E57B932797}" type="pres">
      <dgm:prSet presAssocID="{B1AEE526-6EB3-4A7B-BDD8-C536D9F269F1}" presName="textNode" presStyleLbl="node1" presStyleIdx="1" presStyleCnt="4">
        <dgm:presLayoutVars>
          <dgm:bulletEnabled val="1"/>
        </dgm:presLayoutVars>
      </dgm:prSet>
      <dgm:spPr/>
    </dgm:pt>
    <dgm:pt modelId="{932ECA39-F2CF-49B0-A428-5448A339FE58}" type="pres">
      <dgm:prSet presAssocID="{5C476D20-27B9-49A8-9551-86D5DB626A32}" presName="sibTrans" presStyleCnt="0"/>
      <dgm:spPr/>
    </dgm:pt>
    <dgm:pt modelId="{00C9F4EA-0119-47C7-B69B-9BB48C6F1006}" type="pres">
      <dgm:prSet presAssocID="{B18C132B-4392-49EB-8A88-8CEB0894FC98}" presName="textNode" presStyleLbl="node1" presStyleIdx="2" presStyleCnt="4">
        <dgm:presLayoutVars>
          <dgm:bulletEnabled val="1"/>
        </dgm:presLayoutVars>
      </dgm:prSet>
      <dgm:spPr/>
    </dgm:pt>
    <dgm:pt modelId="{20B9449A-D0A4-4463-8307-6A002C88D52E}" type="pres">
      <dgm:prSet presAssocID="{8AF2EA72-8003-4F14-876F-3A02722CF7BC}" presName="sibTrans" presStyleCnt="0"/>
      <dgm:spPr/>
    </dgm:pt>
    <dgm:pt modelId="{E3B98A3D-E9DB-48B9-BD34-1347D1D97E0D}" type="pres">
      <dgm:prSet presAssocID="{4A7D2666-1982-442E-908E-5FC7E82F3529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E735A22-3B88-4E08-9879-734E824E7044}" srcId="{29EC8993-C460-4B1F-9A30-40F52BB3FBC5}" destId="{B1AEE526-6EB3-4A7B-BDD8-C536D9F269F1}" srcOrd="1" destOrd="0" parTransId="{8635361F-F204-4DF7-8748-F913DA3D605F}" sibTransId="{5C476D20-27B9-49A8-9551-86D5DB626A32}"/>
    <dgm:cxn modelId="{5C297B22-5C2E-49E0-8662-3EE71665B272}" srcId="{29EC8993-C460-4B1F-9A30-40F52BB3FBC5}" destId="{4A7D2666-1982-442E-908E-5FC7E82F3529}" srcOrd="3" destOrd="0" parTransId="{364C742B-C412-4CB5-A225-84EA199FBC3C}" sibTransId="{4FB0D542-A765-4839-9F47-86C7A75B08D6}"/>
    <dgm:cxn modelId="{7515CE29-4E1B-4282-B032-7D457DE1A05D}" type="presOf" srcId="{B18C132B-4392-49EB-8A88-8CEB0894FC98}" destId="{00C9F4EA-0119-47C7-B69B-9BB48C6F1006}" srcOrd="0" destOrd="0" presId="urn:microsoft.com/office/officeart/2005/8/layout/hProcess9"/>
    <dgm:cxn modelId="{CAE4C875-DB07-42D3-95DC-2EF08A0402BF}" type="presOf" srcId="{29EC8993-C460-4B1F-9A30-40F52BB3FBC5}" destId="{C9FF8288-89E2-4546-9ECF-A6DC2AA3FF20}" srcOrd="0" destOrd="0" presId="urn:microsoft.com/office/officeart/2005/8/layout/hProcess9"/>
    <dgm:cxn modelId="{352889AA-FEF5-4A05-9627-DDDDAB96833A}" type="presOf" srcId="{4A7D2666-1982-442E-908E-5FC7E82F3529}" destId="{E3B98A3D-E9DB-48B9-BD34-1347D1D97E0D}" srcOrd="0" destOrd="0" presId="urn:microsoft.com/office/officeart/2005/8/layout/hProcess9"/>
    <dgm:cxn modelId="{CA7738AC-6307-4369-9964-33B803985576}" type="presOf" srcId="{3D9CDEC7-2361-4606-B72C-5B7C0F0FFF95}" destId="{BAAD502F-704A-49E0-AE4E-38BA049E3163}" srcOrd="0" destOrd="0" presId="urn:microsoft.com/office/officeart/2005/8/layout/hProcess9"/>
    <dgm:cxn modelId="{C8F41CCF-6CD6-4685-8B02-357474FBDEC2}" type="presOf" srcId="{B1AEE526-6EB3-4A7B-BDD8-C536D9F269F1}" destId="{EF9762C0-F1D8-4153-AA3C-17E57B932797}" srcOrd="0" destOrd="0" presId="urn:microsoft.com/office/officeart/2005/8/layout/hProcess9"/>
    <dgm:cxn modelId="{F901C9DF-9480-4AB4-9D9F-A54843002343}" srcId="{29EC8993-C460-4B1F-9A30-40F52BB3FBC5}" destId="{3D9CDEC7-2361-4606-B72C-5B7C0F0FFF95}" srcOrd="0" destOrd="0" parTransId="{454CF91F-5896-4C24-8827-10F27C30874F}" sibTransId="{9CBCDFB4-68E7-46FD-8D22-C9696974CA88}"/>
    <dgm:cxn modelId="{D115A1FD-87BA-45F7-BEAB-D49ED9E7BE81}" srcId="{29EC8993-C460-4B1F-9A30-40F52BB3FBC5}" destId="{B18C132B-4392-49EB-8A88-8CEB0894FC98}" srcOrd="2" destOrd="0" parTransId="{86D0EC2D-BA9A-47DF-BA81-67A057096071}" sibTransId="{8AF2EA72-8003-4F14-876F-3A02722CF7BC}"/>
    <dgm:cxn modelId="{D2C5F8FC-2BF8-47E0-AB04-4CC52988ECAA}" type="presParOf" srcId="{C9FF8288-89E2-4546-9ECF-A6DC2AA3FF20}" destId="{CC24C03A-739F-4673-8625-304FA9CDF41F}" srcOrd="0" destOrd="0" presId="urn:microsoft.com/office/officeart/2005/8/layout/hProcess9"/>
    <dgm:cxn modelId="{9BD14E85-19BA-4D55-A434-043C1B084D0B}" type="presParOf" srcId="{C9FF8288-89E2-4546-9ECF-A6DC2AA3FF20}" destId="{957A554B-DDFC-4780-8273-D2F00A728530}" srcOrd="1" destOrd="0" presId="urn:microsoft.com/office/officeart/2005/8/layout/hProcess9"/>
    <dgm:cxn modelId="{160D0615-2CA7-439B-A409-AD6B662BAC2A}" type="presParOf" srcId="{957A554B-DDFC-4780-8273-D2F00A728530}" destId="{BAAD502F-704A-49E0-AE4E-38BA049E3163}" srcOrd="0" destOrd="0" presId="urn:microsoft.com/office/officeart/2005/8/layout/hProcess9"/>
    <dgm:cxn modelId="{B738D6AD-5F94-4B51-9D45-35A6A2068A7F}" type="presParOf" srcId="{957A554B-DDFC-4780-8273-D2F00A728530}" destId="{52225CF2-62A0-4202-B490-2F7EB6DCD9F6}" srcOrd="1" destOrd="0" presId="urn:microsoft.com/office/officeart/2005/8/layout/hProcess9"/>
    <dgm:cxn modelId="{04A68F6B-28DF-475A-8EE0-548AC131909F}" type="presParOf" srcId="{957A554B-DDFC-4780-8273-D2F00A728530}" destId="{EF9762C0-F1D8-4153-AA3C-17E57B932797}" srcOrd="2" destOrd="0" presId="urn:microsoft.com/office/officeart/2005/8/layout/hProcess9"/>
    <dgm:cxn modelId="{55BA37C1-370E-4DAF-A13E-40D62AD00FB5}" type="presParOf" srcId="{957A554B-DDFC-4780-8273-D2F00A728530}" destId="{932ECA39-F2CF-49B0-A428-5448A339FE58}" srcOrd="3" destOrd="0" presId="urn:microsoft.com/office/officeart/2005/8/layout/hProcess9"/>
    <dgm:cxn modelId="{38BB3B71-7DF3-42CD-B3B9-6505367FA00E}" type="presParOf" srcId="{957A554B-DDFC-4780-8273-D2F00A728530}" destId="{00C9F4EA-0119-47C7-B69B-9BB48C6F1006}" srcOrd="4" destOrd="0" presId="urn:microsoft.com/office/officeart/2005/8/layout/hProcess9"/>
    <dgm:cxn modelId="{9764682F-D53B-4C33-B2BB-513F30CD55FC}" type="presParOf" srcId="{957A554B-DDFC-4780-8273-D2F00A728530}" destId="{20B9449A-D0A4-4463-8307-6A002C88D52E}" srcOrd="5" destOrd="0" presId="urn:microsoft.com/office/officeart/2005/8/layout/hProcess9"/>
    <dgm:cxn modelId="{FEF7BF97-00CF-4086-B0B4-30CB653A9C24}" type="presParOf" srcId="{957A554B-DDFC-4780-8273-D2F00A728530}" destId="{E3B98A3D-E9DB-48B9-BD34-1347D1D97E0D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F8B6DF-FCF6-4876-90E1-879119DE2C6E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E2A0E9-4A10-4E16-989E-E253CCA474A5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500" dirty="0"/>
            <a:t>Short written report (~5 pages)</a:t>
          </a:r>
        </a:p>
      </dgm:t>
    </dgm:pt>
    <dgm:pt modelId="{3722B001-C6CF-4364-BF31-F5FF6896C55A}" type="parTrans" cxnId="{F3FA8413-6A05-43A6-B4AE-308A42BE0C3D}">
      <dgm:prSet/>
      <dgm:spPr/>
      <dgm:t>
        <a:bodyPr/>
        <a:lstStyle/>
        <a:p>
          <a:endParaRPr lang="en-US"/>
        </a:p>
      </dgm:t>
    </dgm:pt>
    <dgm:pt modelId="{2B539155-63C3-4C4C-A763-6CB6904A53D6}" type="sibTrans" cxnId="{F3FA8413-6A05-43A6-B4AE-308A42BE0C3D}">
      <dgm:prSet/>
      <dgm:spPr/>
      <dgm:t>
        <a:bodyPr/>
        <a:lstStyle/>
        <a:p>
          <a:endParaRPr lang="en-US"/>
        </a:p>
      </dgm:t>
    </dgm:pt>
    <dgm:pt modelId="{ADCF2791-1B39-4BCD-A246-2DE88C751C15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2000" dirty="0"/>
        </a:p>
      </dgm:t>
    </dgm:pt>
    <dgm:pt modelId="{C6027FFE-DD36-4545-87D7-F39959E0FFC2}" type="parTrans" cxnId="{D0B14961-E7C9-4CEA-9399-AB7FC01A7DB9}">
      <dgm:prSet/>
      <dgm:spPr/>
      <dgm:t>
        <a:bodyPr/>
        <a:lstStyle/>
        <a:p>
          <a:endParaRPr lang="en-US"/>
        </a:p>
      </dgm:t>
    </dgm:pt>
    <dgm:pt modelId="{60AD9245-2EA2-40EC-BAF6-F87608B65726}" type="sibTrans" cxnId="{D0B14961-E7C9-4CEA-9399-AB7FC01A7DB9}">
      <dgm:prSet/>
      <dgm:spPr/>
      <dgm:t>
        <a:bodyPr/>
        <a:lstStyle/>
        <a:p>
          <a:endParaRPr lang="en-US"/>
        </a:p>
      </dgm:t>
    </dgm:pt>
    <dgm:pt modelId="{42929525-7FD4-4DD4-8D85-3FD6BB050920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500" dirty="0"/>
            <a:t>5-minute presentation in final session in 4 slides</a:t>
          </a:r>
        </a:p>
      </dgm:t>
    </dgm:pt>
    <dgm:pt modelId="{52C429F8-73E3-4368-945C-D2E8B445B6FB}" type="parTrans" cxnId="{E768B786-CB5F-470E-94B8-D50861E4E0BC}">
      <dgm:prSet/>
      <dgm:spPr/>
      <dgm:t>
        <a:bodyPr/>
        <a:lstStyle/>
        <a:p>
          <a:endParaRPr lang="en-US"/>
        </a:p>
      </dgm:t>
    </dgm:pt>
    <dgm:pt modelId="{4A836006-2174-4D12-88CD-9C09B4FB5D1C}" type="sibTrans" cxnId="{E768B786-CB5F-470E-94B8-D50861E4E0BC}">
      <dgm:prSet/>
      <dgm:spPr/>
      <dgm:t>
        <a:bodyPr/>
        <a:lstStyle/>
        <a:p>
          <a:endParaRPr lang="en-US"/>
        </a:p>
      </dgm:t>
    </dgm:pt>
    <dgm:pt modelId="{BCF0819F-7AC5-4E20-BC6E-2BBA88454473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2500" dirty="0"/>
        </a:p>
      </dgm:t>
    </dgm:pt>
    <dgm:pt modelId="{8A431560-C2F2-4406-914E-25DB02B07009}" type="parTrans" cxnId="{0C7D0BF5-4DB0-4425-BC24-3EEFAB48C645}">
      <dgm:prSet/>
      <dgm:spPr/>
      <dgm:t>
        <a:bodyPr/>
        <a:lstStyle/>
        <a:p>
          <a:endParaRPr lang="fr-FR"/>
        </a:p>
      </dgm:t>
    </dgm:pt>
    <dgm:pt modelId="{25924C28-3BEF-426C-9073-645A87FACE38}" type="sibTrans" cxnId="{0C7D0BF5-4DB0-4425-BC24-3EEFAB48C645}">
      <dgm:prSet/>
      <dgm:spPr/>
      <dgm:t>
        <a:bodyPr/>
        <a:lstStyle/>
        <a:p>
          <a:endParaRPr lang="fr-FR"/>
        </a:p>
      </dgm:t>
    </dgm:pt>
    <dgm:pt modelId="{BA8A2025-67A9-4C4F-9E19-433C03965416}" type="pres">
      <dgm:prSet presAssocID="{5BF8B6DF-FCF6-4876-90E1-879119DE2C6E}" presName="root" presStyleCnt="0">
        <dgm:presLayoutVars>
          <dgm:dir/>
          <dgm:resizeHandles val="exact"/>
        </dgm:presLayoutVars>
      </dgm:prSet>
      <dgm:spPr/>
    </dgm:pt>
    <dgm:pt modelId="{CEBBC4EF-4EF4-457A-A336-08798A34B2DF}" type="pres">
      <dgm:prSet presAssocID="{46E2A0E9-4A10-4E16-989E-E253CCA474A5}" presName="compNode" presStyleCnt="0"/>
      <dgm:spPr/>
    </dgm:pt>
    <dgm:pt modelId="{BBC4A058-46B5-4635-B768-F2AE18E2163D}" type="pres">
      <dgm:prSet presAssocID="{46E2A0E9-4A10-4E16-989E-E253CCA474A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44E96E2A-9A57-4FD4-A86E-3BEB5B4ED1F3}" type="pres">
      <dgm:prSet presAssocID="{46E2A0E9-4A10-4E16-989E-E253CCA474A5}" presName="iconSpace" presStyleCnt="0"/>
      <dgm:spPr/>
    </dgm:pt>
    <dgm:pt modelId="{154844C6-C199-4D34-B68D-1E65D1766BA7}" type="pres">
      <dgm:prSet presAssocID="{46E2A0E9-4A10-4E16-989E-E253CCA474A5}" presName="parTx" presStyleLbl="revTx" presStyleIdx="0" presStyleCnt="4">
        <dgm:presLayoutVars>
          <dgm:chMax val="0"/>
          <dgm:chPref val="0"/>
        </dgm:presLayoutVars>
      </dgm:prSet>
      <dgm:spPr/>
    </dgm:pt>
    <dgm:pt modelId="{8B600805-E892-447E-B071-EDA334BA45C7}" type="pres">
      <dgm:prSet presAssocID="{46E2A0E9-4A10-4E16-989E-E253CCA474A5}" presName="txSpace" presStyleCnt="0"/>
      <dgm:spPr/>
    </dgm:pt>
    <dgm:pt modelId="{73FA01D1-0B70-4558-B49F-87C944E08145}" type="pres">
      <dgm:prSet presAssocID="{46E2A0E9-4A10-4E16-989E-E253CCA474A5}" presName="desTx" presStyleLbl="revTx" presStyleIdx="1" presStyleCnt="4">
        <dgm:presLayoutVars/>
      </dgm:prSet>
      <dgm:spPr/>
    </dgm:pt>
    <dgm:pt modelId="{67C66261-9798-440D-BC57-E7EF815A94B4}" type="pres">
      <dgm:prSet presAssocID="{2B539155-63C3-4C4C-A763-6CB6904A53D6}" presName="sibTrans" presStyleCnt="0"/>
      <dgm:spPr/>
    </dgm:pt>
    <dgm:pt modelId="{209F2B23-B1C4-4D30-AEB8-16B44A7A310D}" type="pres">
      <dgm:prSet presAssocID="{42929525-7FD4-4DD4-8D85-3FD6BB050920}" presName="compNode" presStyleCnt="0"/>
      <dgm:spPr/>
    </dgm:pt>
    <dgm:pt modelId="{8EA89485-5B27-42D1-9B67-C84B717D250C}" type="pres">
      <dgm:prSet presAssocID="{42929525-7FD4-4DD4-8D85-3FD6BB05092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86542AB8-3930-4428-818A-07605CFEAB66}" type="pres">
      <dgm:prSet presAssocID="{42929525-7FD4-4DD4-8D85-3FD6BB050920}" presName="iconSpace" presStyleCnt="0"/>
      <dgm:spPr/>
    </dgm:pt>
    <dgm:pt modelId="{330612B1-21A3-425B-9141-4D9552E36AFB}" type="pres">
      <dgm:prSet presAssocID="{42929525-7FD4-4DD4-8D85-3FD6BB050920}" presName="parTx" presStyleLbl="revTx" presStyleIdx="2" presStyleCnt="4">
        <dgm:presLayoutVars>
          <dgm:chMax val="0"/>
          <dgm:chPref val="0"/>
        </dgm:presLayoutVars>
      </dgm:prSet>
      <dgm:spPr/>
    </dgm:pt>
    <dgm:pt modelId="{754E1661-6893-441F-B7DE-858B7EA5F441}" type="pres">
      <dgm:prSet presAssocID="{42929525-7FD4-4DD4-8D85-3FD6BB050920}" presName="txSpace" presStyleCnt="0"/>
      <dgm:spPr/>
    </dgm:pt>
    <dgm:pt modelId="{5DFBB6E7-375D-4FB3-9390-3D7EE1F3C468}" type="pres">
      <dgm:prSet presAssocID="{42929525-7FD4-4DD4-8D85-3FD6BB050920}" presName="desTx" presStyleLbl="revTx" presStyleIdx="3" presStyleCnt="4">
        <dgm:presLayoutVars/>
      </dgm:prSet>
      <dgm:spPr/>
    </dgm:pt>
  </dgm:ptLst>
  <dgm:cxnLst>
    <dgm:cxn modelId="{F3FA8413-6A05-43A6-B4AE-308A42BE0C3D}" srcId="{5BF8B6DF-FCF6-4876-90E1-879119DE2C6E}" destId="{46E2A0E9-4A10-4E16-989E-E253CCA474A5}" srcOrd="0" destOrd="0" parTransId="{3722B001-C6CF-4364-BF31-F5FF6896C55A}" sibTransId="{2B539155-63C3-4C4C-A763-6CB6904A53D6}"/>
    <dgm:cxn modelId="{056A111E-DD5B-4513-8D47-069347F7C3A0}" type="presOf" srcId="{46E2A0E9-4A10-4E16-989E-E253CCA474A5}" destId="{154844C6-C199-4D34-B68D-1E65D1766BA7}" srcOrd="0" destOrd="0" presId="urn:microsoft.com/office/officeart/2018/2/layout/IconLabelDescriptionList"/>
    <dgm:cxn modelId="{4E94AC23-A3ED-4681-A3D9-2CBBFF7287BD}" type="presOf" srcId="{BCF0819F-7AC5-4E20-BC6E-2BBA88454473}" destId="{5DFBB6E7-375D-4FB3-9390-3D7EE1F3C468}" srcOrd="0" destOrd="0" presId="urn:microsoft.com/office/officeart/2018/2/layout/IconLabelDescriptionList"/>
    <dgm:cxn modelId="{C63F0739-BD06-4DC5-AF00-D07CA86947BA}" type="presOf" srcId="{5BF8B6DF-FCF6-4876-90E1-879119DE2C6E}" destId="{BA8A2025-67A9-4C4F-9E19-433C03965416}" srcOrd="0" destOrd="0" presId="urn:microsoft.com/office/officeart/2018/2/layout/IconLabelDescriptionList"/>
    <dgm:cxn modelId="{D0B14961-E7C9-4CEA-9399-AB7FC01A7DB9}" srcId="{46E2A0E9-4A10-4E16-989E-E253CCA474A5}" destId="{ADCF2791-1B39-4BCD-A246-2DE88C751C15}" srcOrd="0" destOrd="0" parTransId="{C6027FFE-DD36-4545-87D7-F39959E0FFC2}" sibTransId="{60AD9245-2EA2-40EC-BAF6-F87608B65726}"/>
    <dgm:cxn modelId="{E768B786-CB5F-470E-94B8-D50861E4E0BC}" srcId="{5BF8B6DF-FCF6-4876-90E1-879119DE2C6E}" destId="{42929525-7FD4-4DD4-8D85-3FD6BB050920}" srcOrd="1" destOrd="0" parTransId="{52C429F8-73E3-4368-945C-D2E8B445B6FB}" sibTransId="{4A836006-2174-4D12-88CD-9C09B4FB5D1C}"/>
    <dgm:cxn modelId="{33E989AC-038F-4948-8B9F-45A47171BE48}" type="presOf" srcId="{ADCF2791-1B39-4BCD-A246-2DE88C751C15}" destId="{73FA01D1-0B70-4558-B49F-87C944E08145}" srcOrd="0" destOrd="0" presId="urn:microsoft.com/office/officeart/2018/2/layout/IconLabelDescriptionList"/>
    <dgm:cxn modelId="{C3EF77B6-D1DD-4655-A57C-E691D7F8BD78}" type="presOf" srcId="{42929525-7FD4-4DD4-8D85-3FD6BB050920}" destId="{330612B1-21A3-425B-9141-4D9552E36AFB}" srcOrd="0" destOrd="0" presId="urn:microsoft.com/office/officeart/2018/2/layout/IconLabelDescriptionList"/>
    <dgm:cxn modelId="{0C7D0BF5-4DB0-4425-BC24-3EEFAB48C645}" srcId="{42929525-7FD4-4DD4-8D85-3FD6BB050920}" destId="{BCF0819F-7AC5-4E20-BC6E-2BBA88454473}" srcOrd="0" destOrd="0" parTransId="{8A431560-C2F2-4406-914E-25DB02B07009}" sibTransId="{25924C28-3BEF-426C-9073-645A87FACE38}"/>
    <dgm:cxn modelId="{15753328-6381-424B-B588-89452F55F1AE}" type="presParOf" srcId="{BA8A2025-67A9-4C4F-9E19-433C03965416}" destId="{CEBBC4EF-4EF4-457A-A336-08798A34B2DF}" srcOrd="0" destOrd="0" presId="urn:microsoft.com/office/officeart/2018/2/layout/IconLabelDescriptionList"/>
    <dgm:cxn modelId="{CB9D6544-4EDB-4A4C-83A6-3090ED23B2E6}" type="presParOf" srcId="{CEBBC4EF-4EF4-457A-A336-08798A34B2DF}" destId="{BBC4A058-46B5-4635-B768-F2AE18E2163D}" srcOrd="0" destOrd="0" presId="urn:microsoft.com/office/officeart/2018/2/layout/IconLabelDescriptionList"/>
    <dgm:cxn modelId="{82EDBB70-02B1-4561-B817-977F065B7FCD}" type="presParOf" srcId="{CEBBC4EF-4EF4-457A-A336-08798A34B2DF}" destId="{44E96E2A-9A57-4FD4-A86E-3BEB5B4ED1F3}" srcOrd="1" destOrd="0" presId="urn:microsoft.com/office/officeart/2018/2/layout/IconLabelDescriptionList"/>
    <dgm:cxn modelId="{F40E2868-057D-4796-AA41-33CCBC14C212}" type="presParOf" srcId="{CEBBC4EF-4EF4-457A-A336-08798A34B2DF}" destId="{154844C6-C199-4D34-B68D-1E65D1766BA7}" srcOrd="2" destOrd="0" presId="urn:microsoft.com/office/officeart/2018/2/layout/IconLabelDescriptionList"/>
    <dgm:cxn modelId="{2661160F-F359-4421-A5F5-452AB36ABA9F}" type="presParOf" srcId="{CEBBC4EF-4EF4-457A-A336-08798A34B2DF}" destId="{8B600805-E892-447E-B071-EDA334BA45C7}" srcOrd="3" destOrd="0" presId="urn:microsoft.com/office/officeart/2018/2/layout/IconLabelDescriptionList"/>
    <dgm:cxn modelId="{0822BD32-EAE5-4C74-8CDA-54F16FE93705}" type="presParOf" srcId="{CEBBC4EF-4EF4-457A-A336-08798A34B2DF}" destId="{73FA01D1-0B70-4558-B49F-87C944E08145}" srcOrd="4" destOrd="0" presId="urn:microsoft.com/office/officeart/2018/2/layout/IconLabelDescriptionList"/>
    <dgm:cxn modelId="{AC365378-1715-4B50-8DC8-57603A7EF808}" type="presParOf" srcId="{BA8A2025-67A9-4C4F-9E19-433C03965416}" destId="{67C66261-9798-440D-BC57-E7EF815A94B4}" srcOrd="1" destOrd="0" presId="urn:microsoft.com/office/officeart/2018/2/layout/IconLabelDescriptionList"/>
    <dgm:cxn modelId="{0CBA8225-C790-47FF-9C1A-1608A703533B}" type="presParOf" srcId="{BA8A2025-67A9-4C4F-9E19-433C03965416}" destId="{209F2B23-B1C4-4D30-AEB8-16B44A7A310D}" srcOrd="2" destOrd="0" presId="urn:microsoft.com/office/officeart/2018/2/layout/IconLabelDescriptionList"/>
    <dgm:cxn modelId="{6F7DAF76-4E20-4053-82E8-47450F2CB986}" type="presParOf" srcId="{209F2B23-B1C4-4D30-AEB8-16B44A7A310D}" destId="{8EA89485-5B27-42D1-9B67-C84B717D250C}" srcOrd="0" destOrd="0" presId="urn:microsoft.com/office/officeart/2018/2/layout/IconLabelDescriptionList"/>
    <dgm:cxn modelId="{FDE1C178-39C5-46AC-B978-B8CE1D799A8F}" type="presParOf" srcId="{209F2B23-B1C4-4D30-AEB8-16B44A7A310D}" destId="{86542AB8-3930-4428-818A-07605CFEAB66}" srcOrd="1" destOrd="0" presId="urn:microsoft.com/office/officeart/2018/2/layout/IconLabelDescriptionList"/>
    <dgm:cxn modelId="{74357F4F-75F6-4E3A-AE0D-A97C08217755}" type="presParOf" srcId="{209F2B23-B1C4-4D30-AEB8-16B44A7A310D}" destId="{330612B1-21A3-425B-9141-4D9552E36AFB}" srcOrd="2" destOrd="0" presId="urn:microsoft.com/office/officeart/2018/2/layout/IconLabelDescriptionList"/>
    <dgm:cxn modelId="{4378C247-AAFD-42A2-83A7-FEFA8275ECFE}" type="presParOf" srcId="{209F2B23-B1C4-4D30-AEB8-16B44A7A310D}" destId="{754E1661-6893-441F-B7DE-858B7EA5F441}" srcOrd="3" destOrd="0" presId="urn:microsoft.com/office/officeart/2018/2/layout/IconLabelDescriptionList"/>
    <dgm:cxn modelId="{C6DA1241-2BAB-402B-BF07-78D9A05D45E5}" type="presParOf" srcId="{209F2B23-B1C4-4D30-AEB8-16B44A7A310D}" destId="{5DFBB6E7-375D-4FB3-9390-3D7EE1F3C46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0B676B-B3CB-410F-81CD-EDE93BBB3CF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89833B-34CD-451C-B103-8F1B85A758F2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Around 5 pages and 2,000-2,500 words</a:t>
          </a:r>
          <a:endParaRPr lang="en-US"/>
        </a:p>
      </dgm:t>
    </dgm:pt>
    <dgm:pt modelId="{4E959D4C-0570-43A8-8AE6-A42986C4716C}" type="parTrans" cxnId="{E40006EA-15ED-456E-B4DD-91D3B1763E21}">
      <dgm:prSet/>
      <dgm:spPr/>
      <dgm:t>
        <a:bodyPr/>
        <a:lstStyle/>
        <a:p>
          <a:endParaRPr lang="en-US"/>
        </a:p>
      </dgm:t>
    </dgm:pt>
    <dgm:pt modelId="{C70D43D3-8FD8-45B8-A08E-6B011C8AEEDF}" type="sibTrans" cxnId="{E40006EA-15ED-456E-B4DD-91D3B1763E21}">
      <dgm:prSet/>
      <dgm:spPr/>
      <dgm:t>
        <a:bodyPr/>
        <a:lstStyle/>
        <a:p>
          <a:endParaRPr lang="en-US"/>
        </a:p>
      </dgm:t>
    </dgm:pt>
    <dgm:pt modelId="{1774A197-C929-4928-B070-15B406E70AA9}">
      <dgm:prSet/>
      <dgm:spPr/>
      <dgm:t>
        <a:bodyPr/>
        <a:lstStyle/>
        <a:p>
          <a:pPr>
            <a:lnSpc>
              <a:spcPct val="100000"/>
            </a:lnSpc>
          </a:pPr>
          <a:r>
            <a:rPr lang="fi-FI" dirty="0"/>
            <a:t>A R </a:t>
          </a:r>
          <a:r>
            <a:rPr lang="fi-FI" dirty="0" err="1"/>
            <a:t>Markdown</a:t>
          </a:r>
          <a:r>
            <a:rPr lang="fi-FI" dirty="0"/>
            <a:t> (.</a:t>
          </a:r>
          <a:r>
            <a:rPr lang="fi-FI" dirty="0" err="1"/>
            <a:t>rmd</a:t>
          </a:r>
          <a:r>
            <a:rPr lang="fi-FI" dirty="0"/>
            <a:t>) </a:t>
          </a:r>
          <a:r>
            <a:rPr lang="fi-FI" dirty="0" err="1"/>
            <a:t>template</a:t>
          </a:r>
          <a:r>
            <a:rPr lang="fi-FI" dirty="0"/>
            <a:t> is </a:t>
          </a:r>
          <a:r>
            <a:rPr lang="fi-FI" dirty="0" err="1"/>
            <a:t>provided</a:t>
          </a:r>
          <a:r>
            <a:rPr lang="fi-FI" dirty="0"/>
            <a:t>; </a:t>
          </a:r>
          <a:r>
            <a:rPr lang="fi-FI" dirty="0" err="1"/>
            <a:t>feel</a:t>
          </a:r>
          <a:r>
            <a:rPr lang="fi-FI" dirty="0"/>
            <a:t> </a:t>
          </a:r>
          <a:r>
            <a:rPr lang="fi-FI" dirty="0" err="1"/>
            <a:t>free</a:t>
          </a:r>
          <a:r>
            <a:rPr lang="fi-FI" dirty="0"/>
            <a:t> to </a:t>
          </a:r>
          <a:r>
            <a:rPr lang="fi-FI" dirty="0" err="1"/>
            <a:t>use</a:t>
          </a:r>
          <a:r>
            <a:rPr lang="fi-FI" dirty="0"/>
            <a:t> </a:t>
          </a:r>
          <a:r>
            <a:rPr lang="fi-FI" dirty="0" err="1"/>
            <a:t>any</a:t>
          </a:r>
          <a:r>
            <a:rPr lang="fi-FI" dirty="0"/>
            <a:t> </a:t>
          </a:r>
          <a:r>
            <a:rPr lang="fi-FI" dirty="0" err="1"/>
            <a:t>other</a:t>
          </a:r>
          <a:r>
            <a:rPr lang="fi-FI" dirty="0"/>
            <a:t> </a:t>
          </a:r>
          <a:r>
            <a:rPr lang="fi-FI" dirty="0" err="1"/>
            <a:t>format</a:t>
          </a:r>
          <a:r>
            <a:rPr lang="fi-FI" dirty="0"/>
            <a:t>.</a:t>
          </a:r>
          <a:endParaRPr lang="en-US" dirty="0"/>
        </a:p>
      </dgm:t>
    </dgm:pt>
    <dgm:pt modelId="{2F51EE5D-1D3D-48C8-8101-335E00F2DD87}" type="parTrans" cxnId="{2FA33A8C-8873-471D-866A-D10C541CA505}">
      <dgm:prSet/>
      <dgm:spPr/>
      <dgm:t>
        <a:bodyPr/>
        <a:lstStyle/>
        <a:p>
          <a:endParaRPr lang="en-US"/>
        </a:p>
      </dgm:t>
    </dgm:pt>
    <dgm:pt modelId="{4F16E2D0-F4A5-4C25-8B97-B4C75CA0A0EE}" type="sibTrans" cxnId="{2FA33A8C-8873-471D-866A-D10C541CA505}">
      <dgm:prSet/>
      <dgm:spPr/>
      <dgm:t>
        <a:bodyPr/>
        <a:lstStyle/>
        <a:p>
          <a:endParaRPr lang="en-US"/>
        </a:p>
      </dgm:t>
    </dgm:pt>
    <dgm:pt modelId="{D9FA0222-D4C9-4F80-969E-F75128ADDF52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Deadline: to be determined</a:t>
          </a:r>
          <a:endParaRPr lang="en-US"/>
        </a:p>
      </dgm:t>
    </dgm:pt>
    <dgm:pt modelId="{FC8FECB8-59A8-4C11-8CC7-677DA3EC9D80}" type="parTrans" cxnId="{D2979EC3-9ACE-4FB6-84EE-5A3F58854695}">
      <dgm:prSet/>
      <dgm:spPr/>
      <dgm:t>
        <a:bodyPr/>
        <a:lstStyle/>
        <a:p>
          <a:endParaRPr lang="en-US"/>
        </a:p>
      </dgm:t>
    </dgm:pt>
    <dgm:pt modelId="{7BA46FF2-ACED-4548-BABB-BBA6BCC5901D}" type="sibTrans" cxnId="{D2979EC3-9ACE-4FB6-84EE-5A3F58854695}">
      <dgm:prSet/>
      <dgm:spPr/>
      <dgm:t>
        <a:bodyPr/>
        <a:lstStyle/>
        <a:p>
          <a:endParaRPr lang="en-US"/>
        </a:p>
      </dgm:t>
    </dgm:pt>
    <dgm:pt modelId="{9684C20C-5874-438C-99A2-323A1A99C2E2}" type="pres">
      <dgm:prSet presAssocID="{EE0B676B-B3CB-410F-81CD-EDE93BBB3CFF}" presName="root" presStyleCnt="0">
        <dgm:presLayoutVars>
          <dgm:dir/>
          <dgm:resizeHandles val="exact"/>
        </dgm:presLayoutVars>
      </dgm:prSet>
      <dgm:spPr/>
    </dgm:pt>
    <dgm:pt modelId="{1C39A5B3-8562-4B1F-8F81-652C4EBF18E0}" type="pres">
      <dgm:prSet presAssocID="{4889833B-34CD-451C-B103-8F1B85A758F2}" presName="compNode" presStyleCnt="0"/>
      <dgm:spPr/>
    </dgm:pt>
    <dgm:pt modelId="{9966BE15-64D3-414D-BEAA-0E816F6C5864}" type="pres">
      <dgm:prSet presAssocID="{4889833B-34CD-451C-B103-8F1B85A758F2}" presName="bgRect" presStyleLbl="bgShp" presStyleIdx="0" presStyleCnt="3"/>
      <dgm:spPr/>
    </dgm:pt>
    <dgm:pt modelId="{07A18B37-BE79-43D6-88E1-4CB46F8BAFF8}" type="pres">
      <dgm:prSet presAssocID="{4889833B-34CD-451C-B103-8F1B85A758F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FCB171A-28E7-458C-A418-B378B2E6D685}" type="pres">
      <dgm:prSet presAssocID="{4889833B-34CD-451C-B103-8F1B85A758F2}" presName="spaceRect" presStyleCnt="0"/>
      <dgm:spPr/>
    </dgm:pt>
    <dgm:pt modelId="{F7B22303-AB0B-4E91-8BFB-C4BB0E913308}" type="pres">
      <dgm:prSet presAssocID="{4889833B-34CD-451C-B103-8F1B85A758F2}" presName="parTx" presStyleLbl="revTx" presStyleIdx="0" presStyleCnt="3">
        <dgm:presLayoutVars>
          <dgm:chMax val="0"/>
          <dgm:chPref val="0"/>
        </dgm:presLayoutVars>
      </dgm:prSet>
      <dgm:spPr/>
    </dgm:pt>
    <dgm:pt modelId="{DF11C650-D4B9-46D4-AE6B-7C619C934149}" type="pres">
      <dgm:prSet presAssocID="{C70D43D3-8FD8-45B8-A08E-6B011C8AEEDF}" presName="sibTrans" presStyleCnt="0"/>
      <dgm:spPr/>
    </dgm:pt>
    <dgm:pt modelId="{3899B34F-E654-41A4-AA6F-73B01A5E79BB}" type="pres">
      <dgm:prSet presAssocID="{1774A197-C929-4928-B070-15B406E70AA9}" presName="compNode" presStyleCnt="0"/>
      <dgm:spPr/>
    </dgm:pt>
    <dgm:pt modelId="{2DDABEF5-2C9D-4E54-91F5-04955E5D5B4A}" type="pres">
      <dgm:prSet presAssocID="{1774A197-C929-4928-B070-15B406E70AA9}" presName="bgRect" presStyleLbl="bgShp" presStyleIdx="1" presStyleCnt="3"/>
      <dgm:spPr/>
    </dgm:pt>
    <dgm:pt modelId="{2E127AC9-DB89-4316-9569-C8E7FC9B5F82}" type="pres">
      <dgm:prSet presAssocID="{1774A197-C929-4928-B070-15B406E70AA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ypewriter"/>
        </a:ext>
      </dgm:extLst>
    </dgm:pt>
    <dgm:pt modelId="{E4D62930-E47D-45C7-9EB3-738BF9492587}" type="pres">
      <dgm:prSet presAssocID="{1774A197-C929-4928-B070-15B406E70AA9}" presName="spaceRect" presStyleCnt="0"/>
      <dgm:spPr/>
    </dgm:pt>
    <dgm:pt modelId="{698DE56E-FF12-4B9D-88B4-1B49133DEF6A}" type="pres">
      <dgm:prSet presAssocID="{1774A197-C929-4928-B070-15B406E70AA9}" presName="parTx" presStyleLbl="revTx" presStyleIdx="1" presStyleCnt="3">
        <dgm:presLayoutVars>
          <dgm:chMax val="0"/>
          <dgm:chPref val="0"/>
        </dgm:presLayoutVars>
      </dgm:prSet>
      <dgm:spPr/>
    </dgm:pt>
    <dgm:pt modelId="{8F50A586-9B93-464F-86B1-671EFB58A8EA}" type="pres">
      <dgm:prSet presAssocID="{4F16E2D0-F4A5-4C25-8B97-B4C75CA0A0EE}" presName="sibTrans" presStyleCnt="0"/>
      <dgm:spPr/>
    </dgm:pt>
    <dgm:pt modelId="{821E2F5A-F927-4781-996E-FA8DC7036E5B}" type="pres">
      <dgm:prSet presAssocID="{D9FA0222-D4C9-4F80-969E-F75128ADDF52}" presName="compNode" presStyleCnt="0"/>
      <dgm:spPr/>
    </dgm:pt>
    <dgm:pt modelId="{B30CC4C9-BDD6-4DAB-BF52-8BDBF98DCF17}" type="pres">
      <dgm:prSet presAssocID="{D9FA0222-D4C9-4F80-969E-F75128ADDF52}" presName="bgRect" presStyleLbl="bgShp" presStyleIdx="2" presStyleCnt="3"/>
      <dgm:spPr/>
    </dgm:pt>
    <dgm:pt modelId="{A4E5615C-A4D1-4E60-AD96-05786F3AD709}" type="pres">
      <dgm:prSet presAssocID="{D9FA0222-D4C9-4F80-969E-F75128ADDF5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5262442-70D0-4CF5-97A5-4C3DEC5BA194}" type="pres">
      <dgm:prSet presAssocID="{D9FA0222-D4C9-4F80-969E-F75128ADDF52}" presName="spaceRect" presStyleCnt="0"/>
      <dgm:spPr/>
    </dgm:pt>
    <dgm:pt modelId="{3E7135E9-A57B-4C03-B78D-F8594B46CBC4}" type="pres">
      <dgm:prSet presAssocID="{D9FA0222-D4C9-4F80-969E-F75128ADDF5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224A26F-2845-4ED0-8132-76A58C47B077}" type="presOf" srcId="{4889833B-34CD-451C-B103-8F1B85A758F2}" destId="{F7B22303-AB0B-4E91-8BFB-C4BB0E913308}" srcOrd="0" destOrd="0" presId="urn:microsoft.com/office/officeart/2018/2/layout/IconVerticalSolidList"/>
    <dgm:cxn modelId="{2FA33A8C-8873-471D-866A-D10C541CA505}" srcId="{EE0B676B-B3CB-410F-81CD-EDE93BBB3CFF}" destId="{1774A197-C929-4928-B070-15B406E70AA9}" srcOrd="1" destOrd="0" parTransId="{2F51EE5D-1D3D-48C8-8101-335E00F2DD87}" sibTransId="{4F16E2D0-F4A5-4C25-8B97-B4C75CA0A0EE}"/>
    <dgm:cxn modelId="{D2979EC3-9ACE-4FB6-84EE-5A3F58854695}" srcId="{EE0B676B-B3CB-410F-81CD-EDE93BBB3CFF}" destId="{D9FA0222-D4C9-4F80-969E-F75128ADDF52}" srcOrd="2" destOrd="0" parTransId="{FC8FECB8-59A8-4C11-8CC7-677DA3EC9D80}" sibTransId="{7BA46FF2-ACED-4548-BABB-BBA6BCC5901D}"/>
    <dgm:cxn modelId="{3BB903D6-8DDF-4C21-B1E8-1F5B78C58FBB}" type="presOf" srcId="{D9FA0222-D4C9-4F80-969E-F75128ADDF52}" destId="{3E7135E9-A57B-4C03-B78D-F8594B46CBC4}" srcOrd="0" destOrd="0" presId="urn:microsoft.com/office/officeart/2018/2/layout/IconVerticalSolidList"/>
    <dgm:cxn modelId="{E40006EA-15ED-456E-B4DD-91D3B1763E21}" srcId="{EE0B676B-B3CB-410F-81CD-EDE93BBB3CFF}" destId="{4889833B-34CD-451C-B103-8F1B85A758F2}" srcOrd="0" destOrd="0" parTransId="{4E959D4C-0570-43A8-8AE6-A42986C4716C}" sibTransId="{C70D43D3-8FD8-45B8-A08E-6B011C8AEEDF}"/>
    <dgm:cxn modelId="{9F017BED-B197-4144-98C0-D91B27324BBB}" type="presOf" srcId="{1774A197-C929-4928-B070-15B406E70AA9}" destId="{698DE56E-FF12-4B9D-88B4-1B49133DEF6A}" srcOrd="0" destOrd="0" presId="urn:microsoft.com/office/officeart/2018/2/layout/IconVerticalSolidList"/>
    <dgm:cxn modelId="{5BDFD9F0-BF04-46D9-B749-E7A8EAF19850}" type="presOf" srcId="{EE0B676B-B3CB-410F-81CD-EDE93BBB3CFF}" destId="{9684C20C-5874-438C-99A2-323A1A99C2E2}" srcOrd="0" destOrd="0" presId="urn:microsoft.com/office/officeart/2018/2/layout/IconVerticalSolidList"/>
    <dgm:cxn modelId="{FBDD4224-72E7-4350-AEC9-243F46DF5F17}" type="presParOf" srcId="{9684C20C-5874-438C-99A2-323A1A99C2E2}" destId="{1C39A5B3-8562-4B1F-8F81-652C4EBF18E0}" srcOrd="0" destOrd="0" presId="urn:microsoft.com/office/officeart/2018/2/layout/IconVerticalSolidList"/>
    <dgm:cxn modelId="{B0823297-38E5-4FFA-9730-3DE23B4AE9D9}" type="presParOf" srcId="{1C39A5B3-8562-4B1F-8F81-652C4EBF18E0}" destId="{9966BE15-64D3-414D-BEAA-0E816F6C5864}" srcOrd="0" destOrd="0" presId="urn:microsoft.com/office/officeart/2018/2/layout/IconVerticalSolidList"/>
    <dgm:cxn modelId="{DD01ECB3-C600-43BB-AA0A-82D96AD904E3}" type="presParOf" srcId="{1C39A5B3-8562-4B1F-8F81-652C4EBF18E0}" destId="{07A18B37-BE79-43D6-88E1-4CB46F8BAFF8}" srcOrd="1" destOrd="0" presId="urn:microsoft.com/office/officeart/2018/2/layout/IconVerticalSolidList"/>
    <dgm:cxn modelId="{26C0CBEB-AD08-45D8-A9B1-7A94A14351D2}" type="presParOf" srcId="{1C39A5B3-8562-4B1F-8F81-652C4EBF18E0}" destId="{1FCB171A-28E7-458C-A418-B378B2E6D685}" srcOrd="2" destOrd="0" presId="urn:microsoft.com/office/officeart/2018/2/layout/IconVerticalSolidList"/>
    <dgm:cxn modelId="{186BFC5E-1E45-4074-BADF-86354CDE6FC6}" type="presParOf" srcId="{1C39A5B3-8562-4B1F-8F81-652C4EBF18E0}" destId="{F7B22303-AB0B-4E91-8BFB-C4BB0E913308}" srcOrd="3" destOrd="0" presId="urn:microsoft.com/office/officeart/2018/2/layout/IconVerticalSolidList"/>
    <dgm:cxn modelId="{24964B12-E225-4996-B03A-457292151995}" type="presParOf" srcId="{9684C20C-5874-438C-99A2-323A1A99C2E2}" destId="{DF11C650-D4B9-46D4-AE6B-7C619C934149}" srcOrd="1" destOrd="0" presId="urn:microsoft.com/office/officeart/2018/2/layout/IconVerticalSolidList"/>
    <dgm:cxn modelId="{0A207710-8F00-4B22-9E4B-3827A673E327}" type="presParOf" srcId="{9684C20C-5874-438C-99A2-323A1A99C2E2}" destId="{3899B34F-E654-41A4-AA6F-73B01A5E79BB}" srcOrd="2" destOrd="0" presId="urn:microsoft.com/office/officeart/2018/2/layout/IconVerticalSolidList"/>
    <dgm:cxn modelId="{D9F03ECB-F5E4-45A4-8ED9-92F401B5DE0F}" type="presParOf" srcId="{3899B34F-E654-41A4-AA6F-73B01A5E79BB}" destId="{2DDABEF5-2C9D-4E54-91F5-04955E5D5B4A}" srcOrd="0" destOrd="0" presId="urn:microsoft.com/office/officeart/2018/2/layout/IconVerticalSolidList"/>
    <dgm:cxn modelId="{36A6914C-F63A-472F-86C1-BF0BEB31D1D2}" type="presParOf" srcId="{3899B34F-E654-41A4-AA6F-73B01A5E79BB}" destId="{2E127AC9-DB89-4316-9569-C8E7FC9B5F82}" srcOrd="1" destOrd="0" presId="urn:microsoft.com/office/officeart/2018/2/layout/IconVerticalSolidList"/>
    <dgm:cxn modelId="{03A23B77-853A-45B7-BB3A-D7FA230179DF}" type="presParOf" srcId="{3899B34F-E654-41A4-AA6F-73B01A5E79BB}" destId="{E4D62930-E47D-45C7-9EB3-738BF9492587}" srcOrd="2" destOrd="0" presId="urn:microsoft.com/office/officeart/2018/2/layout/IconVerticalSolidList"/>
    <dgm:cxn modelId="{F8F4275C-C146-4D2C-BDC0-77BB7A6BD962}" type="presParOf" srcId="{3899B34F-E654-41A4-AA6F-73B01A5E79BB}" destId="{698DE56E-FF12-4B9D-88B4-1B49133DEF6A}" srcOrd="3" destOrd="0" presId="urn:microsoft.com/office/officeart/2018/2/layout/IconVerticalSolidList"/>
    <dgm:cxn modelId="{844511A8-67A2-42D2-B98A-F2F62A124EFE}" type="presParOf" srcId="{9684C20C-5874-438C-99A2-323A1A99C2E2}" destId="{8F50A586-9B93-464F-86B1-671EFB58A8EA}" srcOrd="3" destOrd="0" presId="urn:microsoft.com/office/officeart/2018/2/layout/IconVerticalSolidList"/>
    <dgm:cxn modelId="{A0E3EA87-8E67-4CF8-A5FA-6C177AC2FF8F}" type="presParOf" srcId="{9684C20C-5874-438C-99A2-323A1A99C2E2}" destId="{821E2F5A-F927-4781-996E-FA8DC7036E5B}" srcOrd="4" destOrd="0" presId="urn:microsoft.com/office/officeart/2018/2/layout/IconVerticalSolidList"/>
    <dgm:cxn modelId="{70CD3D7F-2066-4DB0-B5EA-7C8473CC7751}" type="presParOf" srcId="{821E2F5A-F927-4781-996E-FA8DC7036E5B}" destId="{B30CC4C9-BDD6-4DAB-BF52-8BDBF98DCF17}" srcOrd="0" destOrd="0" presId="urn:microsoft.com/office/officeart/2018/2/layout/IconVerticalSolidList"/>
    <dgm:cxn modelId="{D07D400C-FA91-44E9-8B27-DB1FC1B403FE}" type="presParOf" srcId="{821E2F5A-F927-4781-996E-FA8DC7036E5B}" destId="{A4E5615C-A4D1-4E60-AD96-05786F3AD709}" srcOrd="1" destOrd="0" presId="urn:microsoft.com/office/officeart/2018/2/layout/IconVerticalSolidList"/>
    <dgm:cxn modelId="{515B8EC8-6497-4EA9-BB43-27BB857D4754}" type="presParOf" srcId="{821E2F5A-F927-4781-996E-FA8DC7036E5B}" destId="{25262442-70D0-4CF5-97A5-4C3DEC5BA194}" srcOrd="2" destOrd="0" presId="urn:microsoft.com/office/officeart/2018/2/layout/IconVerticalSolidList"/>
    <dgm:cxn modelId="{1B31D41A-82B3-4D0F-BECF-A6B230641345}" type="presParOf" srcId="{821E2F5A-F927-4781-996E-FA8DC7036E5B}" destId="{3E7135E9-A57B-4C03-B78D-F8594B46CB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7C3923-3DB3-4DEF-AD36-958F4E5C37C6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2CFFF586-038D-47F5-9BC8-DE77BD02BF53}">
      <dgm:prSet/>
      <dgm:spPr/>
      <dgm:t>
        <a:bodyPr/>
        <a:lstStyle/>
        <a:p>
          <a:r>
            <a:rPr lang="fr-FR" b="1"/>
            <a:t>Slide 1: Question and data</a:t>
          </a:r>
          <a:endParaRPr lang="fr-FR"/>
        </a:p>
      </dgm:t>
    </dgm:pt>
    <dgm:pt modelId="{87A00300-A6E6-4F7C-B23C-C91EB5D56602}" type="parTrans" cxnId="{F6ED8C20-C9B7-4B55-9D95-DA28574475A7}">
      <dgm:prSet/>
      <dgm:spPr/>
      <dgm:t>
        <a:bodyPr/>
        <a:lstStyle/>
        <a:p>
          <a:endParaRPr lang="fr-FR"/>
        </a:p>
      </dgm:t>
    </dgm:pt>
    <dgm:pt modelId="{46FD726E-A258-48EA-802B-8B9A05281C65}" type="sibTrans" cxnId="{F6ED8C20-C9B7-4B55-9D95-DA28574475A7}">
      <dgm:prSet/>
      <dgm:spPr/>
      <dgm:t>
        <a:bodyPr/>
        <a:lstStyle/>
        <a:p>
          <a:endParaRPr lang="fr-FR"/>
        </a:p>
      </dgm:t>
    </dgm:pt>
    <dgm:pt modelId="{5E9053C6-0F43-433C-9170-F7E305CC0576}">
      <dgm:prSet/>
      <dgm:spPr/>
      <dgm:t>
        <a:bodyPr/>
        <a:lstStyle/>
        <a:p>
          <a:r>
            <a:rPr lang="fr-FR"/>
            <a:t>RQ </a:t>
          </a:r>
        </a:p>
      </dgm:t>
    </dgm:pt>
    <dgm:pt modelId="{983BEC47-B264-43BE-92F0-DD1D4D8F9739}" type="parTrans" cxnId="{AD744D75-9AA3-4815-A65D-53BABDA272C6}">
      <dgm:prSet/>
      <dgm:spPr/>
      <dgm:t>
        <a:bodyPr/>
        <a:lstStyle/>
        <a:p>
          <a:endParaRPr lang="fr-FR"/>
        </a:p>
      </dgm:t>
    </dgm:pt>
    <dgm:pt modelId="{1B58E4B6-139F-4DD5-BA81-5571CADE56FE}" type="sibTrans" cxnId="{AD744D75-9AA3-4815-A65D-53BABDA272C6}">
      <dgm:prSet/>
      <dgm:spPr/>
      <dgm:t>
        <a:bodyPr/>
        <a:lstStyle/>
        <a:p>
          <a:endParaRPr lang="fr-FR"/>
        </a:p>
      </dgm:t>
    </dgm:pt>
    <dgm:pt modelId="{664F3520-A053-42AD-BF81-58B1E0A1CE77}">
      <dgm:prSet/>
      <dgm:spPr/>
      <dgm:t>
        <a:bodyPr/>
        <a:lstStyle/>
        <a:p>
          <a:r>
            <a:rPr lang="fr-FR"/>
            <a:t>Population </a:t>
          </a:r>
        </a:p>
      </dgm:t>
    </dgm:pt>
    <dgm:pt modelId="{AB0C055F-1E5D-4391-873F-17EB908605A1}" type="parTrans" cxnId="{254EE126-E791-4E12-B6FD-7EC6F38F2F72}">
      <dgm:prSet/>
      <dgm:spPr/>
      <dgm:t>
        <a:bodyPr/>
        <a:lstStyle/>
        <a:p>
          <a:endParaRPr lang="fr-FR"/>
        </a:p>
      </dgm:t>
    </dgm:pt>
    <dgm:pt modelId="{865AAF80-72AD-4611-9A60-5D4A24A99408}" type="sibTrans" cxnId="{254EE126-E791-4E12-B6FD-7EC6F38F2F72}">
      <dgm:prSet/>
      <dgm:spPr/>
      <dgm:t>
        <a:bodyPr/>
        <a:lstStyle/>
        <a:p>
          <a:endParaRPr lang="fr-FR"/>
        </a:p>
      </dgm:t>
    </dgm:pt>
    <dgm:pt modelId="{5AC6CB00-7291-4AE6-887D-927EB2C32E01}">
      <dgm:prSet/>
      <dgm:spPr/>
      <dgm:t>
        <a:bodyPr/>
        <a:lstStyle/>
        <a:p>
          <a:r>
            <a:rPr lang="fr-FR"/>
            <a:t>sequence period </a:t>
          </a:r>
        </a:p>
      </dgm:t>
    </dgm:pt>
    <dgm:pt modelId="{A52E8694-CEC3-4952-A022-3AAB6005B3C2}" type="parTrans" cxnId="{109B8985-85A5-4847-86F3-AFC5FEE14474}">
      <dgm:prSet/>
      <dgm:spPr/>
      <dgm:t>
        <a:bodyPr/>
        <a:lstStyle/>
        <a:p>
          <a:endParaRPr lang="fr-FR"/>
        </a:p>
      </dgm:t>
    </dgm:pt>
    <dgm:pt modelId="{297D5798-323A-4EE2-A69D-2D0D5BF466EA}" type="sibTrans" cxnId="{109B8985-85A5-4847-86F3-AFC5FEE14474}">
      <dgm:prSet/>
      <dgm:spPr/>
      <dgm:t>
        <a:bodyPr/>
        <a:lstStyle/>
        <a:p>
          <a:endParaRPr lang="fr-FR"/>
        </a:p>
      </dgm:t>
    </dgm:pt>
    <dgm:pt modelId="{00D31B1E-A71B-446B-A039-372670AE8D9B}">
      <dgm:prSet/>
      <dgm:spPr/>
      <dgm:t>
        <a:bodyPr/>
        <a:lstStyle/>
        <a:p>
          <a:r>
            <a:rPr lang="fr-FR" b="1"/>
            <a:t>Slide 2: How you constructed the sequences </a:t>
          </a:r>
          <a:endParaRPr lang="fr-FR"/>
        </a:p>
      </dgm:t>
    </dgm:pt>
    <dgm:pt modelId="{6D63C371-5590-4205-9B8C-D56E96CEFFE5}" type="parTrans" cxnId="{C6B806B1-B478-4C75-8FF2-D19466CA6FCC}">
      <dgm:prSet/>
      <dgm:spPr/>
      <dgm:t>
        <a:bodyPr/>
        <a:lstStyle/>
        <a:p>
          <a:endParaRPr lang="fr-FR"/>
        </a:p>
      </dgm:t>
    </dgm:pt>
    <dgm:pt modelId="{4B786737-5ED3-4A65-BC39-8169D8570824}" type="sibTrans" cxnId="{C6B806B1-B478-4C75-8FF2-D19466CA6FCC}">
      <dgm:prSet/>
      <dgm:spPr/>
      <dgm:t>
        <a:bodyPr/>
        <a:lstStyle/>
        <a:p>
          <a:endParaRPr lang="fr-FR"/>
        </a:p>
      </dgm:t>
    </dgm:pt>
    <dgm:pt modelId="{EF19EA2B-B5C9-4841-8ADB-7F5E6338F5FD}">
      <dgm:prSet/>
      <dgm:spPr/>
      <dgm:t>
        <a:bodyPr/>
        <a:lstStyle/>
        <a:p>
          <a:r>
            <a:rPr lang="fr-FR"/>
            <a:t>States </a:t>
          </a:r>
        </a:p>
      </dgm:t>
    </dgm:pt>
    <dgm:pt modelId="{0A969A5E-4B9D-4834-A083-62871910D26E}" type="parTrans" cxnId="{13DFB6B4-5FDB-48C8-8473-31F9BFF7BD35}">
      <dgm:prSet/>
      <dgm:spPr/>
      <dgm:t>
        <a:bodyPr/>
        <a:lstStyle/>
        <a:p>
          <a:endParaRPr lang="fr-FR"/>
        </a:p>
      </dgm:t>
    </dgm:pt>
    <dgm:pt modelId="{0BF74FCE-B1E7-43B8-B8D2-907BD391D9E6}" type="sibTrans" cxnId="{13DFB6B4-5FDB-48C8-8473-31F9BFF7BD35}">
      <dgm:prSet/>
      <dgm:spPr/>
      <dgm:t>
        <a:bodyPr/>
        <a:lstStyle/>
        <a:p>
          <a:endParaRPr lang="fr-FR"/>
        </a:p>
      </dgm:t>
    </dgm:pt>
    <dgm:pt modelId="{0E33C3E7-9E75-436A-A83D-AEEE8F45A107}">
      <dgm:prSet/>
      <dgm:spPr/>
      <dgm:t>
        <a:bodyPr/>
        <a:lstStyle/>
        <a:p>
          <a:r>
            <a:rPr lang="fr-FR"/>
            <a:t>Time axis/unit</a:t>
          </a:r>
        </a:p>
      </dgm:t>
    </dgm:pt>
    <dgm:pt modelId="{79291BA4-B06E-4B08-943D-B881AEA6458E}" type="parTrans" cxnId="{7F8AD8C1-D0C8-446A-A46D-805FEF4A397B}">
      <dgm:prSet/>
      <dgm:spPr/>
      <dgm:t>
        <a:bodyPr/>
        <a:lstStyle/>
        <a:p>
          <a:endParaRPr lang="fr-FR"/>
        </a:p>
      </dgm:t>
    </dgm:pt>
    <dgm:pt modelId="{B7C5B162-F88D-4856-B7C8-92A87A0ECC6C}" type="sibTrans" cxnId="{7F8AD8C1-D0C8-446A-A46D-805FEF4A397B}">
      <dgm:prSet/>
      <dgm:spPr/>
      <dgm:t>
        <a:bodyPr/>
        <a:lstStyle/>
        <a:p>
          <a:endParaRPr lang="fr-FR"/>
        </a:p>
      </dgm:t>
    </dgm:pt>
    <dgm:pt modelId="{C3A0E470-ECE3-43C0-8F71-13DDDB5E8849}">
      <dgm:prSet/>
      <dgm:spPr/>
      <dgm:t>
        <a:bodyPr/>
        <a:lstStyle/>
        <a:p>
          <a:r>
            <a:rPr lang="fr-FR"/>
            <a:t>One important methodological choice </a:t>
          </a:r>
        </a:p>
      </dgm:t>
    </dgm:pt>
    <dgm:pt modelId="{63AF4EF3-7990-440B-AAD6-A92C2F4F376C}" type="parTrans" cxnId="{B26CE5E6-8A54-4248-BAFF-78F882CACE9A}">
      <dgm:prSet/>
      <dgm:spPr/>
      <dgm:t>
        <a:bodyPr/>
        <a:lstStyle/>
        <a:p>
          <a:endParaRPr lang="fr-FR"/>
        </a:p>
      </dgm:t>
    </dgm:pt>
    <dgm:pt modelId="{EC7BA66A-5375-4530-8D05-7002F9E8B9B6}" type="sibTrans" cxnId="{B26CE5E6-8A54-4248-BAFF-78F882CACE9A}">
      <dgm:prSet/>
      <dgm:spPr/>
      <dgm:t>
        <a:bodyPr/>
        <a:lstStyle/>
        <a:p>
          <a:endParaRPr lang="fr-FR"/>
        </a:p>
      </dgm:t>
    </dgm:pt>
    <dgm:pt modelId="{8AB6EB29-BA9B-4841-BA09-81EA3D3D725B}">
      <dgm:prSet/>
      <dgm:spPr/>
      <dgm:t>
        <a:bodyPr/>
        <a:lstStyle/>
        <a:p>
          <a:r>
            <a:rPr lang="fr-FR" b="1"/>
            <a:t>Slide 3: Main figure </a:t>
          </a:r>
          <a:endParaRPr lang="fr-FR"/>
        </a:p>
      </dgm:t>
    </dgm:pt>
    <dgm:pt modelId="{6B751043-E05E-4766-B43C-AD4912D72587}" type="parTrans" cxnId="{FC0F7E13-B185-43B0-9921-B6E3949F8B5E}">
      <dgm:prSet/>
      <dgm:spPr/>
      <dgm:t>
        <a:bodyPr/>
        <a:lstStyle/>
        <a:p>
          <a:endParaRPr lang="fr-FR"/>
        </a:p>
      </dgm:t>
    </dgm:pt>
    <dgm:pt modelId="{35A92A82-6E65-489D-A868-20E7CBAF2D19}" type="sibTrans" cxnId="{FC0F7E13-B185-43B0-9921-B6E3949F8B5E}">
      <dgm:prSet/>
      <dgm:spPr/>
      <dgm:t>
        <a:bodyPr/>
        <a:lstStyle/>
        <a:p>
          <a:endParaRPr lang="fr-FR"/>
        </a:p>
      </dgm:t>
    </dgm:pt>
    <dgm:pt modelId="{D4DB2466-D314-42E3-92B8-4F9D7D156599}">
      <dgm:prSet/>
      <dgm:spPr/>
      <dgm:t>
        <a:bodyPr/>
        <a:lstStyle/>
        <a:p>
          <a:r>
            <a:rPr lang="fr-FR"/>
            <a:t>For example: cluster state-distribution plots; index plots; or predicted outcome by trajectory. </a:t>
          </a:r>
        </a:p>
      </dgm:t>
    </dgm:pt>
    <dgm:pt modelId="{DF07952A-A3F8-40EE-BFC1-C25C3F426E73}" type="parTrans" cxnId="{90107558-20D7-44E0-8F6E-571C3D17CCAE}">
      <dgm:prSet/>
      <dgm:spPr/>
      <dgm:t>
        <a:bodyPr/>
        <a:lstStyle/>
        <a:p>
          <a:endParaRPr lang="fr-FR"/>
        </a:p>
      </dgm:t>
    </dgm:pt>
    <dgm:pt modelId="{BAAA125C-2022-4C3B-B130-E89357848408}" type="sibTrans" cxnId="{90107558-20D7-44E0-8F6E-571C3D17CCAE}">
      <dgm:prSet/>
      <dgm:spPr/>
      <dgm:t>
        <a:bodyPr/>
        <a:lstStyle/>
        <a:p>
          <a:endParaRPr lang="fr-FR"/>
        </a:p>
      </dgm:t>
    </dgm:pt>
    <dgm:pt modelId="{AD5EDD95-B49C-46CC-ACDE-738C99242BB9}">
      <dgm:prSet/>
      <dgm:spPr/>
      <dgm:t>
        <a:bodyPr/>
        <a:lstStyle/>
        <a:p>
          <a:r>
            <a:rPr lang="fr-FR"/>
            <a:t>Explain what the audience should see.</a:t>
          </a:r>
        </a:p>
      </dgm:t>
    </dgm:pt>
    <dgm:pt modelId="{2087403C-4C77-40C2-A6D3-3058A7649814}" type="parTrans" cxnId="{499761DC-C66F-4412-B34A-4A5DC5A5EAEE}">
      <dgm:prSet/>
      <dgm:spPr/>
      <dgm:t>
        <a:bodyPr/>
        <a:lstStyle/>
        <a:p>
          <a:endParaRPr lang="fr-FR"/>
        </a:p>
      </dgm:t>
    </dgm:pt>
    <dgm:pt modelId="{8A120526-C333-444C-B01C-092181DBE867}" type="sibTrans" cxnId="{499761DC-C66F-4412-B34A-4A5DC5A5EAEE}">
      <dgm:prSet/>
      <dgm:spPr/>
      <dgm:t>
        <a:bodyPr/>
        <a:lstStyle/>
        <a:p>
          <a:endParaRPr lang="fr-FR"/>
        </a:p>
      </dgm:t>
    </dgm:pt>
    <dgm:pt modelId="{C96DFEEC-6997-4F86-81EA-96B724458912}">
      <dgm:prSet/>
      <dgm:spPr/>
      <dgm:t>
        <a:bodyPr/>
        <a:lstStyle/>
        <a:p>
          <a:r>
            <a:rPr lang="fr-FR" b="1"/>
            <a:t>Slide 4: What we learned </a:t>
          </a:r>
          <a:endParaRPr lang="fr-FR"/>
        </a:p>
      </dgm:t>
    </dgm:pt>
    <dgm:pt modelId="{7183B15D-3C61-4F64-AA72-57ACBA3FED1B}" type="parTrans" cxnId="{F01C261A-D82A-414E-9555-7B52BA43D3CC}">
      <dgm:prSet/>
      <dgm:spPr/>
      <dgm:t>
        <a:bodyPr/>
        <a:lstStyle/>
        <a:p>
          <a:endParaRPr lang="fr-FR"/>
        </a:p>
      </dgm:t>
    </dgm:pt>
    <dgm:pt modelId="{8D00B6D9-0046-4156-8106-DD3B45A8B775}" type="sibTrans" cxnId="{F01C261A-D82A-414E-9555-7B52BA43D3CC}">
      <dgm:prSet/>
      <dgm:spPr/>
      <dgm:t>
        <a:bodyPr/>
        <a:lstStyle/>
        <a:p>
          <a:endParaRPr lang="fr-FR"/>
        </a:p>
      </dgm:t>
    </dgm:pt>
    <dgm:pt modelId="{CB5814BA-BD5B-4638-8CD4-B0AF91550183}">
      <dgm:prSet/>
      <dgm:spPr/>
      <dgm:t>
        <a:bodyPr/>
        <a:lstStyle/>
        <a:p>
          <a:r>
            <a:rPr lang="fr-FR"/>
            <a:t>Main finding</a:t>
          </a:r>
        </a:p>
      </dgm:t>
    </dgm:pt>
    <dgm:pt modelId="{72E2FA87-26A3-4845-A21D-FC1F4AB41EED}" type="parTrans" cxnId="{0E524E16-F7CB-4957-BCBC-4507F9B3AC5F}">
      <dgm:prSet/>
      <dgm:spPr/>
      <dgm:t>
        <a:bodyPr/>
        <a:lstStyle/>
        <a:p>
          <a:endParaRPr lang="fr-FR"/>
        </a:p>
      </dgm:t>
    </dgm:pt>
    <dgm:pt modelId="{10DF5022-41CA-4574-B450-B913B0E44E76}" type="sibTrans" cxnId="{0E524E16-F7CB-4957-BCBC-4507F9B3AC5F}">
      <dgm:prSet/>
      <dgm:spPr/>
      <dgm:t>
        <a:bodyPr/>
        <a:lstStyle/>
        <a:p>
          <a:endParaRPr lang="fr-FR"/>
        </a:p>
      </dgm:t>
    </dgm:pt>
    <dgm:pt modelId="{58C5C801-250B-4025-9533-6B924EAECD29}">
      <dgm:prSet/>
      <dgm:spPr/>
      <dgm:t>
        <a:bodyPr/>
        <a:lstStyle/>
        <a:p>
          <a:r>
            <a:rPr lang="fr-FR"/>
            <a:t>One limitation</a:t>
          </a:r>
        </a:p>
      </dgm:t>
    </dgm:pt>
    <dgm:pt modelId="{5FCCD6FB-6CA5-48B1-8CC5-86996E56E0B9}" type="parTrans" cxnId="{617EBF06-53FB-4956-BFA5-A25CA5133A6F}">
      <dgm:prSet/>
      <dgm:spPr/>
      <dgm:t>
        <a:bodyPr/>
        <a:lstStyle/>
        <a:p>
          <a:endParaRPr lang="fr-FR"/>
        </a:p>
      </dgm:t>
    </dgm:pt>
    <dgm:pt modelId="{4816CC75-F968-4426-8548-0F2B5A74C0E1}" type="sibTrans" cxnId="{617EBF06-53FB-4956-BFA5-A25CA5133A6F}">
      <dgm:prSet/>
      <dgm:spPr/>
      <dgm:t>
        <a:bodyPr/>
        <a:lstStyle/>
        <a:p>
          <a:endParaRPr lang="fr-FR"/>
        </a:p>
      </dgm:t>
    </dgm:pt>
    <dgm:pt modelId="{89C43DA6-73B0-4141-8518-ABDC7C2D6169}">
      <dgm:prSet/>
      <dgm:spPr/>
      <dgm:t>
        <a:bodyPr/>
        <a:lstStyle/>
        <a:p>
          <a:r>
            <a:rPr lang="fr-FR"/>
            <a:t>One next step or sensitivity analysis</a:t>
          </a:r>
        </a:p>
      </dgm:t>
    </dgm:pt>
    <dgm:pt modelId="{CBDDCFF7-1000-461D-867E-AB49D323A18A}" type="parTrans" cxnId="{00BF860D-5E06-4339-A30B-27159AE65473}">
      <dgm:prSet/>
      <dgm:spPr/>
      <dgm:t>
        <a:bodyPr/>
        <a:lstStyle/>
        <a:p>
          <a:endParaRPr lang="fr-FR"/>
        </a:p>
      </dgm:t>
    </dgm:pt>
    <dgm:pt modelId="{D567AD0E-5E38-4CB4-847D-4253FF3C5571}" type="sibTrans" cxnId="{00BF860D-5E06-4339-A30B-27159AE65473}">
      <dgm:prSet/>
      <dgm:spPr/>
      <dgm:t>
        <a:bodyPr/>
        <a:lstStyle/>
        <a:p>
          <a:endParaRPr lang="fr-FR"/>
        </a:p>
      </dgm:t>
    </dgm:pt>
    <dgm:pt modelId="{4B1CC845-88EE-430C-BD79-D4CA3732247A}" type="pres">
      <dgm:prSet presAssocID="{6E7C3923-3DB3-4DEF-AD36-958F4E5C37C6}" presName="Name0" presStyleCnt="0">
        <dgm:presLayoutVars>
          <dgm:dir/>
          <dgm:animLvl val="lvl"/>
          <dgm:resizeHandles val="exact"/>
        </dgm:presLayoutVars>
      </dgm:prSet>
      <dgm:spPr/>
    </dgm:pt>
    <dgm:pt modelId="{7203FE52-EAE4-4333-AD67-EE637EBE37EF}" type="pres">
      <dgm:prSet presAssocID="{2CFFF586-038D-47F5-9BC8-DE77BD02BF53}" presName="composite" presStyleCnt="0"/>
      <dgm:spPr/>
    </dgm:pt>
    <dgm:pt modelId="{533C1BD4-BB74-4F1A-B0B2-0276945B2780}" type="pres">
      <dgm:prSet presAssocID="{2CFFF586-038D-47F5-9BC8-DE77BD02BF53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55CDCA8-7D13-473F-8B83-98201B4B5F85}" type="pres">
      <dgm:prSet presAssocID="{2CFFF586-038D-47F5-9BC8-DE77BD02BF53}" presName="desTx" presStyleLbl="alignAccFollowNode1" presStyleIdx="0" presStyleCnt="4">
        <dgm:presLayoutVars>
          <dgm:bulletEnabled val="1"/>
        </dgm:presLayoutVars>
      </dgm:prSet>
      <dgm:spPr/>
    </dgm:pt>
    <dgm:pt modelId="{E0625666-61CD-4359-B0D2-4D2238C53700}" type="pres">
      <dgm:prSet presAssocID="{46FD726E-A258-48EA-802B-8B9A05281C65}" presName="space" presStyleCnt="0"/>
      <dgm:spPr/>
    </dgm:pt>
    <dgm:pt modelId="{87E91987-5B81-463B-A6D1-2ADE516F0C84}" type="pres">
      <dgm:prSet presAssocID="{00D31B1E-A71B-446B-A039-372670AE8D9B}" presName="composite" presStyleCnt="0"/>
      <dgm:spPr/>
    </dgm:pt>
    <dgm:pt modelId="{BF676282-2865-4286-8F5C-7E27D52B8004}" type="pres">
      <dgm:prSet presAssocID="{00D31B1E-A71B-446B-A039-372670AE8D9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0197D0C6-AF68-4DF5-85B0-BBEE6B17C68D}" type="pres">
      <dgm:prSet presAssocID="{00D31B1E-A71B-446B-A039-372670AE8D9B}" presName="desTx" presStyleLbl="alignAccFollowNode1" presStyleIdx="1" presStyleCnt="4">
        <dgm:presLayoutVars>
          <dgm:bulletEnabled val="1"/>
        </dgm:presLayoutVars>
      </dgm:prSet>
      <dgm:spPr/>
    </dgm:pt>
    <dgm:pt modelId="{1A94AB47-7B15-49E3-8871-DEE6594D5A78}" type="pres">
      <dgm:prSet presAssocID="{4B786737-5ED3-4A65-BC39-8169D8570824}" presName="space" presStyleCnt="0"/>
      <dgm:spPr/>
    </dgm:pt>
    <dgm:pt modelId="{B80F17CF-5B52-4C85-8670-C7EB5B15AB24}" type="pres">
      <dgm:prSet presAssocID="{8AB6EB29-BA9B-4841-BA09-81EA3D3D725B}" presName="composite" presStyleCnt="0"/>
      <dgm:spPr/>
    </dgm:pt>
    <dgm:pt modelId="{EDCC5922-7250-475D-A562-6A9E4E4D1FDB}" type="pres">
      <dgm:prSet presAssocID="{8AB6EB29-BA9B-4841-BA09-81EA3D3D725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92CFE9A-8CD6-449C-B5FC-3DA08FF40F7D}" type="pres">
      <dgm:prSet presAssocID="{8AB6EB29-BA9B-4841-BA09-81EA3D3D725B}" presName="desTx" presStyleLbl="alignAccFollowNode1" presStyleIdx="2" presStyleCnt="4">
        <dgm:presLayoutVars>
          <dgm:bulletEnabled val="1"/>
        </dgm:presLayoutVars>
      </dgm:prSet>
      <dgm:spPr/>
    </dgm:pt>
    <dgm:pt modelId="{3C73A71E-F103-4778-8C2D-8850C7634B8F}" type="pres">
      <dgm:prSet presAssocID="{35A92A82-6E65-489D-A868-20E7CBAF2D19}" presName="space" presStyleCnt="0"/>
      <dgm:spPr/>
    </dgm:pt>
    <dgm:pt modelId="{1548D55E-1CEA-42A8-B4B2-753627B3BEF3}" type="pres">
      <dgm:prSet presAssocID="{C96DFEEC-6997-4F86-81EA-96B724458912}" presName="composite" presStyleCnt="0"/>
      <dgm:spPr/>
    </dgm:pt>
    <dgm:pt modelId="{0EB6A57F-4E0A-42FC-956D-A7AEA07DEAD0}" type="pres">
      <dgm:prSet presAssocID="{C96DFEEC-6997-4F86-81EA-96B72445891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0380B5BF-86DD-4956-A0E7-FADCF1B28C9F}" type="pres">
      <dgm:prSet presAssocID="{C96DFEEC-6997-4F86-81EA-96B724458912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617EBF06-53FB-4956-BFA5-A25CA5133A6F}" srcId="{C96DFEEC-6997-4F86-81EA-96B724458912}" destId="{58C5C801-250B-4025-9533-6B924EAECD29}" srcOrd="1" destOrd="0" parTransId="{5FCCD6FB-6CA5-48B1-8CC5-86996E56E0B9}" sibTransId="{4816CC75-F968-4426-8548-0F2B5A74C0E1}"/>
    <dgm:cxn modelId="{00BF860D-5E06-4339-A30B-27159AE65473}" srcId="{C96DFEEC-6997-4F86-81EA-96B724458912}" destId="{89C43DA6-73B0-4141-8518-ABDC7C2D6169}" srcOrd="2" destOrd="0" parTransId="{CBDDCFF7-1000-461D-867E-AB49D323A18A}" sibTransId="{D567AD0E-5E38-4CB4-847D-4253FF3C5571}"/>
    <dgm:cxn modelId="{FC0F7E13-B185-43B0-9921-B6E3949F8B5E}" srcId="{6E7C3923-3DB3-4DEF-AD36-958F4E5C37C6}" destId="{8AB6EB29-BA9B-4841-BA09-81EA3D3D725B}" srcOrd="2" destOrd="0" parTransId="{6B751043-E05E-4766-B43C-AD4912D72587}" sibTransId="{35A92A82-6E65-489D-A868-20E7CBAF2D19}"/>
    <dgm:cxn modelId="{0E524E16-F7CB-4957-BCBC-4507F9B3AC5F}" srcId="{C96DFEEC-6997-4F86-81EA-96B724458912}" destId="{CB5814BA-BD5B-4638-8CD4-B0AF91550183}" srcOrd="0" destOrd="0" parTransId="{72E2FA87-26A3-4845-A21D-FC1F4AB41EED}" sibTransId="{10DF5022-41CA-4574-B450-B913B0E44E76}"/>
    <dgm:cxn modelId="{AE3E0B19-CDF5-4BD5-9E3E-6D50872FCC78}" type="presOf" srcId="{5AC6CB00-7291-4AE6-887D-927EB2C32E01}" destId="{055CDCA8-7D13-473F-8B83-98201B4B5F85}" srcOrd="0" destOrd="2" presId="urn:microsoft.com/office/officeart/2005/8/layout/hList1"/>
    <dgm:cxn modelId="{F01C261A-D82A-414E-9555-7B52BA43D3CC}" srcId="{6E7C3923-3DB3-4DEF-AD36-958F4E5C37C6}" destId="{C96DFEEC-6997-4F86-81EA-96B724458912}" srcOrd="3" destOrd="0" parTransId="{7183B15D-3C61-4F64-AA72-57ACBA3FED1B}" sibTransId="{8D00B6D9-0046-4156-8106-DD3B45A8B775}"/>
    <dgm:cxn modelId="{46D1C71F-BFFF-4B6E-ADE9-B108E09128EE}" type="presOf" srcId="{0E33C3E7-9E75-436A-A83D-AEEE8F45A107}" destId="{0197D0C6-AF68-4DF5-85B0-BBEE6B17C68D}" srcOrd="0" destOrd="1" presId="urn:microsoft.com/office/officeart/2005/8/layout/hList1"/>
    <dgm:cxn modelId="{F6ED8C20-C9B7-4B55-9D95-DA28574475A7}" srcId="{6E7C3923-3DB3-4DEF-AD36-958F4E5C37C6}" destId="{2CFFF586-038D-47F5-9BC8-DE77BD02BF53}" srcOrd="0" destOrd="0" parTransId="{87A00300-A6E6-4F7C-B23C-C91EB5D56602}" sibTransId="{46FD726E-A258-48EA-802B-8B9A05281C65}"/>
    <dgm:cxn modelId="{254EE126-E791-4E12-B6FD-7EC6F38F2F72}" srcId="{2CFFF586-038D-47F5-9BC8-DE77BD02BF53}" destId="{664F3520-A053-42AD-BF81-58B1E0A1CE77}" srcOrd="1" destOrd="0" parTransId="{AB0C055F-1E5D-4391-873F-17EB908605A1}" sibTransId="{865AAF80-72AD-4611-9A60-5D4A24A99408}"/>
    <dgm:cxn modelId="{DADD5E3F-9C07-4F0E-AFF8-6337C10FD75F}" type="presOf" srcId="{664F3520-A053-42AD-BF81-58B1E0A1CE77}" destId="{055CDCA8-7D13-473F-8B83-98201B4B5F85}" srcOrd="0" destOrd="1" presId="urn:microsoft.com/office/officeart/2005/8/layout/hList1"/>
    <dgm:cxn modelId="{E3306F6B-A56A-4196-A720-45C2801A1E77}" type="presOf" srcId="{5E9053C6-0F43-433C-9170-F7E305CC0576}" destId="{055CDCA8-7D13-473F-8B83-98201B4B5F85}" srcOrd="0" destOrd="0" presId="urn:microsoft.com/office/officeart/2005/8/layout/hList1"/>
    <dgm:cxn modelId="{AD744D75-9AA3-4815-A65D-53BABDA272C6}" srcId="{2CFFF586-038D-47F5-9BC8-DE77BD02BF53}" destId="{5E9053C6-0F43-433C-9170-F7E305CC0576}" srcOrd="0" destOrd="0" parTransId="{983BEC47-B264-43BE-92F0-DD1D4D8F9739}" sibTransId="{1B58E4B6-139F-4DD5-BA81-5571CADE56FE}"/>
    <dgm:cxn modelId="{90107558-20D7-44E0-8F6E-571C3D17CCAE}" srcId="{8AB6EB29-BA9B-4841-BA09-81EA3D3D725B}" destId="{D4DB2466-D314-42E3-92B8-4F9D7D156599}" srcOrd="0" destOrd="0" parTransId="{DF07952A-A3F8-40EE-BFC1-C25C3F426E73}" sibTransId="{BAAA125C-2022-4C3B-B130-E89357848408}"/>
    <dgm:cxn modelId="{025AA478-03BE-421B-9755-B1B4979E53F9}" type="presOf" srcId="{EF19EA2B-B5C9-4841-8ADB-7F5E6338F5FD}" destId="{0197D0C6-AF68-4DF5-85B0-BBEE6B17C68D}" srcOrd="0" destOrd="0" presId="urn:microsoft.com/office/officeart/2005/8/layout/hList1"/>
    <dgm:cxn modelId="{A1BF4C7E-6067-4648-BA7A-B3F4AE01F2F0}" type="presOf" srcId="{2CFFF586-038D-47F5-9BC8-DE77BD02BF53}" destId="{533C1BD4-BB74-4F1A-B0B2-0276945B2780}" srcOrd="0" destOrd="0" presId="urn:microsoft.com/office/officeart/2005/8/layout/hList1"/>
    <dgm:cxn modelId="{269A7383-D392-4759-A6B9-8CCE0A60EAAA}" type="presOf" srcId="{6E7C3923-3DB3-4DEF-AD36-958F4E5C37C6}" destId="{4B1CC845-88EE-430C-BD79-D4CA3732247A}" srcOrd="0" destOrd="0" presId="urn:microsoft.com/office/officeart/2005/8/layout/hList1"/>
    <dgm:cxn modelId="{4C239E83-A624-46C7-B309-F78AA5D8E17D}" type="presOf" srcId="{CB5814BA-BD5B-4638-8CD4-B0AF91550183}" destId="{0380B5BF-86DD-4956-A0E7-FADCF1B28C9F}" srcOrd="0" destOrd="0" presId="urn:microsoft.com/office/officeart/2005/8/layout/hList1"/>
    <dgm:cxn modelId="{109B8985-85A5-4847-86F3-AFC5FEE14474}" srcId="{2CFFF586-038D-47F5-9BC8-DE77BD02BF53}" destId="{5AC6CB00-7291-4AE6-887D-927EB2C32E01}" srcOrd="2" destOrd="0" parTransId="{A52E8694-CEC3-4952-A022-3AAB6005B3C2}" sibTransId="{297D5798-323A-4EE2-A69D-2D0D5BF466EA}"/>
    <dgm:cxn modelId="{58D3AA85-2086-4832-B77D-1594941151D3}" type="presOf" srcId="{8AB6EB29-BA9B-4841-BA09-81EA3D3D725B}" destId="{EDCC5922-7250-475D-A562-6A9E4E4D1FDB}" srcOrd="0" destOrd="0" presId="urn:microsoft.com/office/officeart/2005/8/layout/hList1"/>
    <dgm:cxn modelId="{B92EAC89-A1E1-47B6-B195-EF12CB0F2C08}" type="presOf" srcId="{89C43DA6-73B0-4141-8518-ABDC7C2D6169}" destId="{0380B5BF-86DD-4956-A0E7-FADCF1B28C9F}" srcOrd="0" destOrd="2" presId="urn:microsoft.com/office/officeart/2005/8/layout/hList1"/>
    <dgm:cxn modelId="{8FAA079E-DC48-4379-A7AC-46F52B00F898}" type="presOf" srcId="{C96DFEEC-6997-4F86-81EA-96B724458912}" destId="{0EB6A57F-4E0A-42FC-956D-A7AEA07DEAD0}" srcOrd="0" destOrd="0" presId="urn:microsoft.com/office/officeart/2005/8/layout/hList1"/>
    <dgm:cxn modelId="{03FB02A3-1B98-4048-B7CD-63EB2F5B3E97}" type="presOf" srcId="{C3A0E470-ECE3-43C0-8F71-13DDDB5E8849}" destId="{0197D0C6-AF68-4DF5-85B0-BBEE6B17C68D}" srcOrd="0" destOrd="2" presId="urn:microsoft.com/office/officeart/2005/8/layout/hList1"/>
    <dgm:cxn modelId="{C6B806B1-B478-4C75-8FF2-D19466CA6FCC}" srcId="{6E7C3923-3DB3-4DEF-AD36-958F4E5C37C6}" destId="{00D31B1E-A71B-446B-A039-372670AE8D9B}" srcOrd="1" destOrd="0" parTransId="{6D63C371-5590-4205-9B8C-D56E96CEFFE5}" sibTransId="{4B786737-5ED3-4A65-BC39-8169D8570824}"/>
    <dgm:cxn modelId="{13DFB6B4-5FDB-48C8-8473-31F9BFF7BD35}" srcId="{00D31B1E-A71B-446B-A039-372670AE8D9B}" destId="{EF19EA2B-B5C9-4841-8ADB-7F5E6338F5FD}" srcOrd="0" destOrd="0" parTransId="{0A969A5E-4B9D-4834-A083-62871910D26E}" sibTransId="{0BF74FCE-B1E7-43B8-B8D2-907BD391D9E6}"/>
    <dgm:cxn modelId="{BC8DDBBE-429F-4A56-8ABC-2FC003AF2F5E}" type="presOf" srcId="{AD5EDD95-B49C-46CC-ACDE-738C99242BB9}" destId="{792CFE9A-8CD6-449C-B5FC-3DA08FF40F7D}" srcOrd="0" destOrd="1" presId="urn:microsoft.com/office/officeart/2005/8/layout/hList1"/>
    <dgm:cxn modelId="{7F8AD8C1-D0C8-446A-A46D-805FEF4A397B}" srcId="{00D31B1E-A71B-446B-A039-372670AE8D9B}" destId="{0E33C3E7-9E75-436A-A83D-AEEE8F45A107}" srcOrd="1" destOrd="0" parTransId="{79291BA4-B06E-4B08-943D-B881AEA6458E}" sibTransId="{B7C5B162-F88D-4856-B7C8-92A87A0ECC6C}"/>
    <dgm:cxn modelId="{4EFDF6D8-609F-4A54-8D65-4FA48E0A488D}" type="presOf" srcId="{D4DB2466-D314-42E3-92B8-4F9D7D156599}" destId="{792CFE9A-8CD6-449C-B5FC-3DA08FF40F7D}" srcOrd="0" destOrd="0" presId="urn:microsoft.com/office/officeart/2005/8/layout/hList1"/>
    <dgm:cxn modelId="{499761DC-C66F-4412-B34A-4A5DC5A5EAEE}" srcId="{8AB6EB29-BA9B-4841-BA09-81EA3D3D725B}" destId="{AD5EDD95-B49C-46CC-ACDE-738C99242BB9}" srcOrd="1" destOrd="0" parTransId="{2087403C-4C77-40C2-A6D3-3058A7649814}" sibTransId="{8A120526-C333-444C-B01C-092181DBE867}"/>
    <dgm:cxn modelId="{CDA00BDF-6B38-4120-92A7-51A5BEBDE7E8}" type="presOf" srcId="{58C5C801-250B-4025-9533-6B924EAECD29}" destId="{0380B5BF-86DD-4956-A0E7-FADCF1B28C9F}" srcOrd="0" destOrd="1" presId="urn:microsoft.com/office/officeart/2005/8/layout/hList1"/>
    <dgm:cxn modelId="{B26CE5E6-8A54-4248-BAFF-78F882CACE9A}" srcId="{00D31B1E-A71B-446B-A039-372670AE8D9B}" destId="{C3A0E470-ECE3-43C0-8F71-13DDDB5E8849}" srcOrd="2" destOrd="0" parTransId="{63AF4EF3-7990-440B-AAD6-A92C2F4F376C}" sibTransId="{EC7BA66A-5375-4530-8D05-7002F9E8B9B6}"/>
    <dgm:cxn modelId="{1AD52EEF-DD1B-4946-B491-4592A997B6D9}" type="presOf" srcId="{00D31B1E-A71B-446B-A039-372670AE8D9B}" destId="{BF676282-2865-4286-8F5C-7E27D52B8004}" srcOrd="0" destOrd="0" presId="urn:microsoft.com/office/officeart/2005/8/layout/hList1"/>
    <dgm:cxn modelId="{CCA3B95C-8DC6-4136-9C3A-BA08A1FA24AE}" type="presParOf" srcId="{4B1CC845-88EE-430C-BD79-D4CA3732247A}" destId="{7203FE52-EAE4-4333-AD67-EE637EBE37EF}" srcOrd="0" destOrd="0" presId="urn:microsoft.com/office/officeart/2005/8/layout/hList1"/>
    <dgm:cxn modelId="{8F5F3D0A-5337-4F58-BDD2-E2864E1BAC68}" type="presParOf" srcId="{7203FE52-EAE4-4333-AD67-EE637EBE37EF}" destId="{533C1BD4-BB74-4F1A-B0B2-0276945B2780}" srcOrd="0" destOrd="0" presId="urn:microsoft.com/office/officeart/2005/8/layout/hList1"/>
    <dgm:cxn modelId="{C6C082B7-4DCD-4682-8C95-9EC231DBB432}" type="presParOf" srcId="{7203FE52-EAE4-4333-AD67-EE637EBE37EF}" destId="{055CDCA8-7D13-473F-8B83-98201B4B5F85}" srcOrd="1" destOrd="0" presId="urn:microsoft.com/office/officeart/2005/8/layout/hList1"/>
    <dgm:cxn modelId="{BAA86BA7-0058-4638-887B-8ACEF617AE9B}" type="presParOf" srcId="{4B1CC845-88EE-430C-BD79-D4CA3732247A}" destId="{E0625666-61CD-4359-B0D2-4D2238C53700}" srcOrd="1" destOrd="0" presId="urn:microsoft.com/office/officeart/2005/8/layout/hList1"/>
    <dgm:cxn modelId="{ADBE96BE-F6F5-4F93-B437-25F17413C28B}" type="presParOf" srcId="{4B1CC845-88EE-430C-BD79-D4CA3732247A}" destId="{87E91987-5B81-463B-A6D1-2ADE516F0C84}" srcOrd="2" destOrd="0" presId="urn:microsoft.com/office/officeart/2005/8/layout/hList1"/>
    <dgm:cxn modelId="{010319D5-1920-413E-BA42-2B75ADAB2303}" type="presParOf" srcId="{87E91987-5B81-463B-A6D1-2ADE516F0C84}" destId="{BF676282-2865-4286-8F5C-7E27D52B8004}" srcOrd="0" destOrd="0" presId="urn:microsoft.com/office/officeart/2005/8/layout/hList1"/>
    <dgm:cxn modelId="{375A2A62-894C-4E54-BD5A-E084919CEAA7}" type="presParOf" srcId="{87E91987-5B81-463B-A6D1-2ADE516F0C84}" destId="{0197D0C6-AF68-4DF5-85B0-BBEE6B17C68D}" srcOrd="1" destOrd="0" presId="urn:microsoft.com/office/officeart/2005/8/layout/hList1"/>
    <dgm:cxn modelId="{AEABEE3B-6339-4134-B48D-F76D945705C5}" type="presParOf" srcId="{4B1CC845-88EE-430C-BD79-D4CA3732247A}" destId="{1A94AB47-7B15-49E3-8871-DEE6594D5A78}" srcOrd="3" destOrd="0" presId="urn:microsoft.com/office/officeart/2005/8/layout/hList1"/>
    <dgm:cxn modelId="{D1C2D609-1E98-419D-A0A3-212BD175BFF6}" type="presParOf" srcId="{4B1CC845-88EE-430C-BD79-D4CA3732247A}" destId="{B80F17CF-5B52-4C85-8670-C7EB5B15AB24}" srcOrd="4" destOrd="0" presId="urn:microsoft.com/office/officeart/2005/8/layout/hList1"/>
    <dgm:cxn modelId="{597351CD-97AF-4F7A-BDEF-D3F68E7D0328}" type="presParOf" srcId="{B80F17CF-5B52-4C85-8670-C7EB5B15AB24}" destId="{EDCC5922-7250-475D-A562-6A9E4E4D1FDB}" srcOrd="0" destOrd="0" presId="urn:microsoft.com/office/officeart/2005/8/layout/hList1"/>
    <dgm:cxn modelId="{0525A27D-D385-4674-B2EB-DBB72DD94F89}" type="presParOf" srcId="{B80F17CF-5B52-4C85-8670-C7EB5B15AB24}" destId="{792CFE9A-8CD6-449C-B5FC-3DA08FF40F7D}" srcOrd="1" destOrd="0" presId="urn:microsoft.com/office/officeart/2005/8/layout/hList1"/>
    <dgm:cxn modelId="{7952544C-D6A7-40E6-8F8C-0F181656590F}" type="presParOf" srcId="{4B1CC845-88EE-430C-BD79-D4CA3732247A}" destId="{3C73A71E-F103-4778-8C2D-8850C7634B8F}" srcOrd="5" destOrd="0" presId="urn:microsoft.com/office/officeart/2005/8/layout/hList1"/>
    <dgm:cxn modelId="{B8A0250E-5CDA-46A0-9E22-D0F3CC1E7200}" type="presParOf" srcId="{4B1CC845-88EE-430C-BD79-D4CA3732247A}" destId="{1548D55E-1CEA-42A8-B4B2-753627B3BEF3}" srcOrd="6" destOrd="0" presId="urn:microsoft.com/office/officeart/2005/8/layout/hList1"/>
    <dgm:cxn modelId="{6A7ABCC3-7808-4CDB-81E6-84572F09A08F}" type="presParOf" srcId="{1548D55E-1CEA-42A8-B4B2-753627B3BEF3}" destId="{0EB6A57F-4E0A-42FC-956D-A7AEA07DEAD0}" srcOrd="0" destOrd="0" presId="urn:microsoft.com/office/officeart/2005/8/layout/hList1"/>
    <dgm:cxn modelId="{CE5F55FD-C7D2-4681-987A-8CC5A44CF242}" type="presParOf" srcId="{1548D55E-1CEA-42A8-B4B2-753627B3BEF3}" destId="{0380B5BF-86DD-4956-A0E7-FADCF1B28C9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FF82141-AF0C-46F6-9BAD-8B0303646B7F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EDE6914-A2BA-4F67-8B77-2015C825C6A7}">
      <dgm:prSet custT="1"/>
      <dgm:spPr/>
      <dgm:t>
        <a:bodyPr/>
        <a:lstStyle/>
        <a:p>
          <a:r>
            <a:rPr lang="en-US" sz="2000" dirty="0"/>
            <a:t>Explain when </a:t>
          </a:r>
          <a:r>
            <a:rPr lang="en-US" sz="2000" dirty="0" err="1"/>
            <a:t>SAn</a:t>
          </a:r>
          <a:r>
            <a:rPr lang="en-US" sz="2000" dirty="0"/>
            <a:t> is useful</a:t>
          </a:r>
        </a:p>
      </dgm:t>
    </dgm:pt>
    <dgm:pt modelId="{5E057FFE-C20D-44BC-A4D8-5E740E215B41}" type="parTrans" cxnId="{706C3FA6-9900-4BD2-9F93-780B134E649D}">
      <dgm:prSet/>
      <dgm:spPr/>
      <dgm:t>
        <a:bodyPr/>
        <a:lstStyle/>
        <a:p>
          <a:endParaRPr lang="en-US" sz="2000"/>
        </a:p>
      </dgm:t>
    </dgm:pt>
    <dgm:pt modelId="{A01D9EA6-47FA-4738-8187-DB2D49106954}" type="sibTrans" cxnId="{706C3FA6-9900-4BD2-9F93-780B134E649D}">
      <dgm:prSet phldrT="1" phldr="0" custT="1"/>
      <dgm:spPr/>
      <dgm:t>
        <a:bodyPr/>
        <a:lstStyle/>
        <a:p>
          <a:r>
            <a:rPr lang="en-US" sz="2000"/>
            <a:t>1</a:t>
          </a:r>
        </a:p>
      </dgm:t>
    </dgm:pt>
    <dgm:pt modelId="{828BA375-DD9B-4CEE-961C-1A10890FF856}">
      <dgm:prSet custT="1"/>
      <dgm:spPr/>
      <dgm:t>
        <a:bodyPr/>
        <a:lstStyle/>
        <a:p>
          <a:r>
            <a:rPr lang="en-US" sz="2000" dirty="0"/>
            <a:t>Define states, transitions, spells, alphabet</a:t>
          </a:r>
        </a:p>
      </dgm:t>
    </dgm:pt>
    <dgm:pt modelId="{B86A2477-FE6E-407E-ADA5-912DA92853CF}" type="parTrans" cxnId="{E8436201-ADB7-4926-95D7-2C0F349A8CE7}">
      <dgm:prSet/>
      <dgm:spPr/>
      <dgm:t>
        <a:bodyPr/>
        <a:lstStyle/>
        <a:p>
          <a:endParaRPr lang="en-US" sz="2000"/>
        </a:p>
      </dgm:t>
    </dgm:pt>
    <dgm:pt modelId="{E1023E0E-70B3-4517-8811-0419D918BCBB}" type="sibTrans" cxnId="{E8436201-ADB7-4926-95D7-2C0F349A8CE7}">
      <dgm:prSet phldrT="2" phldr="0" custT="1"/>
      <dgm:spPr/>
      <dgm:t>
        <a:bodyPr/>
        <a:lstStyle/>
        <a:p>
          <a:r>
            <a:rPr lang="en-US" sz="2000"/>
            <a:t>2</a:t>
          </a:r>
        </a:p>
      </dgm:t>
    </dgm:pt>
    <dgm:pt modelId="{CE6D2371-2997-4040-AA4F-64E26D15554D}">
      <dgm:prSet custT="1"/>
      <dgm:spPr/>
      <dgm:t>
        <a:bodyPr/>
        <a:lstStyle/>
        <a:p>
          <a:r>
            <a:rPr lang="en-US" sz="2000" dirty="0"/>
            <a:t>Choose a time axis and time unit</a:t>
          </a:r>
        </a:p>
      </dgm:t>
    </dgm:pt>
    <dgm:pt modelId="{798D42C3-E381-42FC-924C-AD8E99AC8DDC}" type="parTrans" cxnId="{ACCCBC4B-94A2-46BC-943C-45586F089638}">
      <dgm:prSet/>
      <dgm:spPr/>
      <dgm:t>
        <a:bodyPr/>
        <a:lstStyle/>
        <a:p>
          <a:endParaRPr lang="en-US" sz="2000"/>
        </a:p>
      </dgm:t>
    </dgm:pt>
    <dgm:pt modelId="{D8A64489-14C0-4D36-AB64-6C5389227D8B}" type="sibTrans" cxnId="{ACCCBC4B-94A2-46BC-943C-45586F089638}">
      <dgm:prSet phldrT="3" phldr="0" custT="1"/>
      <dgm:spPr/>
      <dgm:t>
        <a:bodyPr/>
        <a:lstStyle/>
        <a:p>
          <a:r>
            <a:rPr lang="en-US" sz="2000"/>
            <a:t>3</a:t>
          </a:r>
        </a:p>
      </dgm:t>
    </dgm:pt>
    <dgm:pt modelId="{5C53AC6C-823E-4F99-9B06-07D70C93D17E}">
      <dgm:prSet custT="1"/>
      <dgm:spPr/>
      <dgm:t>
        <a:bodyPr/>
        <a:lstStyle/>
        <a:p>
          <a:r>
            <a:rPr lang="en-US" sz="2000" dirty="0"/>
            <a:t>Create a sequence object in R</a:t>
          </a:r>
        </a:p>
      </dgm:t>
    </dgm:pt>
    <dgm:pt modelId="{773BCDA7-FAC2-4566-A925-2D6AF9F618EB}" type="parTrans" cxnId="{17443448-F7E5-4268-B08E-031A1EB4C864}">
      <dgm:prSet/>
      <dgm:spPr/>
      <dgm:t>
        <a:bodyPr/>
        <a:lstStyle/>
        <a:p>
          <a:endParaRPr lang="en-US" sz="2000"/>
        </a:p>
      </dgm:t>
    </dgm:pt>
    <dgm:pt modelId="{07F097AC-7E9F-47F2-B36D-FEA929E7B19A}" type="sibTrans" cxnId="{17443448-F7E5-4268-B08E-031A1EB4C864}">
      <dgm:prSet phldrT="4" phldr="0" custT="1"/>
      <dgm:spPr/>
      <dgm:t>
        <a:bodyPr/>
        <a:lstStyle/>
        <a:p>
          <a:r>
            <a:rPr lang="en-US" sz="2000"/>
            <a:t>4</a:t>
          </a:r>
        </a:p>
      </dgm:t>
    </dgm:pt>
    <dgm:pt modelId="{B73B837C-2430-48A7-8F94-7E6B8F6A4CF5}">
      <dgm:prSet custT="1"/>
      <dgm:spPr/>
      <dgm:t>
        <a:bodyPr/>
        <a:lstStyle/>
        <a:p>
          <a:r>
            <a:rPr lang="en-US" sz="2000" dirty="0"/>
            <a:t>Read index and state distribution plots</a:t>
          </a:r>
        </a:p>
      </dgm:t>
    </dgm:pt>
    <dgm:pt modelId="{8AA8DE34-CC88-4C16-A3A5-665ECB6F4506}" type="parTrans" cxnId="{7678A3BF-9333-47BC-A80C-70DFF1908530}">
      <dgm:prSet/>
      <dgm:spPr/>
      <dgm:t>
        <a:bodyPr/>
        <a:lstStyle/>
        <a:p>
          <a:endParaRPr lang="en-US" sz="2000"/>
        </a:p>
      </dgm:t>
    </dgm:pt>
    <dgm:pt modelId="{C125DC04-B058-4FF2-BFA2-D9CEE74DC34C}" type="sibTrans" cxnId="{7678A3BF-9333-47BC-A80C-70DFF1908530}">
      <dgm:prSet phldrT="5" phldr="0" custT="1"/>
      <dgm:spPr/>
      <dgm:t>
        <a:bodyPr/>
        <a:lstStyle/>
        <a:p>
          <a:r>
            <a:rPr lang="en-US" sz="2000"/>
            <a:t>5</a:t>
          </a:r>
        </a:p>
      </dgm:t>
    </dgm:pt>
    <dgm:pt modelId="{146050A7-EDDA-4E38-A3E6-D0311DB393BE}" type="pres">
      <dgm:prSet presAssocID="{2FF82141-AF0C-46F6-9BAD-8B0303646B7F}" presName="Name0" presStyleCnt="0">
        <dgm:presLayoutVars>
          <dgm:animLvl val="lvl"/>
          <dgm:resizeHandles val="exact"/>
        </dgm:presLayoutVars>
      </dgm:prSet>
      <dgm:spPr/>
    </dgm:pt>
    <dgm:pt modelId="{D5B4FF72-0D41-4710-9846-1306DC88FD09}" type="pres">
      <dgm:prSet presAssocID="{CEDE6914-A2BA-4F67-8B77-2015C825C6A7}" presName="compositeNode" presStyleCnt="0">
        <dgm:presLayoutVars>
          <dgm:bulletEnabled val="1"/>
        </dgm:presLayoutVars>
      </dgm:prSet>
      <dgm:spPr/>
    </dgm:pt>
    <dgm:pt modelId="{E922DFA8-B9FD-4901-965F-33DF30C7B141}" type="pres">
      <dgm:prSet presAssocID="{CEDE6914-A2BA-4F67-8B77-2015C825C6A7}" presName="bgRect" presStyleLbl="bgAccFollowNode1" presStyleIdx="0" presStyleCnt="5"/>
      <dgm:spPr/>
    </dgm:pt>
    <dgm:pt modelId="{95D0F017-4B84-4F67-8C31-D9E0F84AAD88}" type="pres">
      <dgm:prSet presAssocID="{A01D9EA6-47FA-4738-8187-DB2D49106954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1EF60F82-A04F-47B1-AFE5-B72F0624726F}" type="pres">
      <dgm:prSet presAssocID="{CEDE6914-A2BA-4F67-8B77-2015C825C6A7}" presName="bottomLine" presStyleLbl="alignNode1" presStyleIdx="1" presStyleCnt="10">
        <dgm:presLayoutVars/>
      </dgm:prSet>
      <dgm:spPr/>
    </dgm:pt>
    <dgm:pt modelId="{DA249F88-5B57-458C-B537-7980BA3D3796}" type="pres">
      <dgm:prSet presAssocID="{CEDE6914-A2BA-4F67-8B77-2015C825C6A7}" presName="nodeText" presStyleLbl="bgAccFollowNode1" presStyleIdx="0" presStyleCnt="5">
        <dgm:presLayoutVars>
          <dgm:bulletEnabled val="1"/>
        </dgm:presLayoutVars>
      </dgm:prSet>
      <dgm:spPr/>
    </dgm:pt>
    <dgm:pt modelId="{2F6A2CD0-1829-40AF-8662-80A6AD444A40}" type="pres">
      <dgm:prSet presAssocID="{A01D9EA6-47FA-4738-8187-DB2D49106954}" presName="sibTrans" presStyleCnt="0"/>
      <dgm:spPr/>
    </dgm:pt>
    <dgm:pt modelId="{9CD0BD8E-C1FC-4802-9073-F735A7D2F3B8}" type="pres">
      <dgm:prSet presAssocID="{828BA375-DD9B-4CEE-961C-1A10890FF856}" presName="compositeNode" presStyleCnt="0">
        <dgm:presLayoutVars>
          <dgm:bulletEnabled val="1"/>
        </dgm:presLayoutVars>
      </dgm:prSet>
      <dgm:spPr/>
    </dgm:pt>
    <dgm:pt modelId="{416376F2-9E9C-4FCD-8A65-8962CDDEE3EC}" type="pres">
      <dgm:prSet presAssocID="{828BA375-DD9B-4CEE-961C-1A10890FF856}" presName="bgRect" presStyleLbl="bgAccFollowNode1" presStyleIdx="1" presStyleCnt="5"/>
      <dgm:spPr/>
    </dgm:pt>
    <dgm:pt modelId="{20EF4168-71B7-44AA-A2B9-6512B5702EAD}" type="pres">
      <dgm:prSet presAssocID="{E1023E0E-70B3-4517-8811-0419D918BCBB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A2F16597-D18B-4E23-8A10-BEFE1A1A951E}" type="pres">
      <dgm:prSet presAssocID="{828BA375-DD9B-4CEE-961C-1A10890FF856}" presName="bottomLine" presStyleLbl="alignNode1" presStyleIdx="3" presStyleCnt="10">
        <dgm:presLayoutVars/>
      </dgm:prSet>
      <dgm:spPr/>
    </dgm:pt>
    <dgm:pt modelId="{19F0B8E9-CBBB-424B-A1CD-1EF3EED8DA99}" type="pres">
      <dgm:prSet presAssocID="{828BA375-DD9B-4CEE-961C-1A10890FF856}" presName="nodeText" presStyleLbl="bgAccFollowNode1" presStyleIdx="1" presStyleCnt="5">
        <dgm:presLayoutVars>
          <dgm:bulletEnabled val="1"/>
        </dgm:presLayoutVars>
      </dgm:prSet>
      <dgm:spPr/>
    </dgm:pt>
    <dgm:pt modelId="{FFF10A63-5AA4-463C-9069-3E76C95E4AD6}" type="pres">
      <dgm:prSet presAssocID="{E1023E0E-70B3-4517-8811-0419D918BCBB}" presName="sibTrans" presStyleCnt="0"/>
      <dgm:spPr/>
    </dgm:pt>
    <dgm:pt modelId="{6941C27B-8632-4EC0-9769-CA4070F82ABF}" type="pres">
      <dgm:prSet presAssocID="{CE6D2371-2997-4040-AA4F-64E26D15554D}" presName="compositeNode" presStyleCnt="0">
        <dgm:presLayoutVars>
          <dgm:bulletEnabled val="1"/>
        </dgm:presLayoutVars>
      </dgm:prSet>
      <dgm:spPr/>
    </dgm:pt>
    <dgm:pt modelId="{90A92D4C-2870-476C-A2FB-18C0DA0859F0}" type="pres">
      <dgm:prSet presAssocID="{CE6D2371-2997-4040-AA4F-64E26D15554D}" presName="bgRect" presStyleLbl="bgAccFollowNode1" presStyleIdx="2" presStyleCnt="5"/>
      <dgm:spPr/>
    </dgm:pt>
    <dgm:pt modelId="{0A97EA23-9439-4637-8854-E482EFE1F282}" type="pres">
      <dgm:prSet presAssocID="{D8A64489-14C0-4D36-AB64-6C5389227D8B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813066B3-0494-428D-BC46-B82D709F0A26}" type="pres">
      <dgm:prSet presAssocID="{CE6D2371-2997-4040-AA4F-64E26D15554D}" presName="bottomLine" presStyleLbl="alignNode1" presStyleIdx="5" presStyleCnt="10">
        <dgm:presLayoutVars/>
      </dgm:prSet>
      <dgm:spPr/>
    </dgm:pt>
    <dgm:pt modelId="{B74F3BFC-AD30-4640-8DCF-63B9C28E4D74}" type="pres">
      <dgm:prSet presAssocID="{CE6D2371-2997-4040-AA4F-64E26D15554D}" presName="nodeText" presStyleLbl="bgAccFollowNode1" presStyleIdx="2" presStyleCnt="5">
        <dgm:presLayoutVars>
          <dgm:bulletEnabled val="1"/>
        </dgm:presLayoutVars>
      </dgm:prSet>
      <dgm:spPr/>
    </dgm:pt>
    <dgm:pt modelId="{C0778527-FDD9-45BF-B3A9-E42B0BF2A0EB}" type="pres">
      <dgm:prSet presAssocID="{D8A64489-14C0-4D36-AB64-6C5389227D8B}" presName="sibTrans" presStyleCnt="0"/>
      <dgm:spPr/>
    </dgm:pt>
    <dgm:pt modelId="{0FC7773B-6B93-4DB7-8BCC-7DE65DD146D4}" type="pres">
      <dgm:prSet presAssocID="{5C53AC6C-823E-4F99-9B06-07D70C93D17E}" presName="compositeNode" presStyleCnt="0">
        <dgm:presLayoutVars>
          <dgm:bulletEnabled val="1"/>
        </dgm:presLayoutVars>
      </dgm:prSet>
      <dgm:spPr/>
    </dgm:pt>
    <dgm:pt modelId="{6C5830F8-36EB-4C45-941A-778A478E4F4E}" type="pres">
      <dgm:prSet presAssocID="{5C53AC6C-823E-4F99-9B06-07D70C93D17E}" presName="bgRect" presStyleLbl="bgAccFollowNode1" presStyleIdx="3" presStyleCnt="5"/>
      <dgm:spPr/>
    </dgm:pt>
    <dgm:pt modelId="{A84D8956-1A19-4FE0-9C18-E260519C0729}" type="pres">
      <dgm:prSet presAssocID="{07F097AC-7E9F-47F2-B36D-FEA929E7B19A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532D868B-074A-4865-A43E-C91A04F79EB5}" type="pres">
      <dgm:prSet presAssocID="{5C53AC6C-823E-4F99-9B06-07D70C93D17E}" presName="bottomLine" presStyleLbl="alignNode1" presStyleIdx="7" presStyleCnt="10">
        <dgm:presLayoutVars/>
      </dgm:prSet>
      <dgm:spPr/>
    </dgm:pt>
    <dgm:pt modelId="{57DBB2F2-E2FE-4EA3-9640-6CE5B7C3F12F}" type="pres">
      <dgm:prSet presAssocID="{5C53AC6C-823E-4F99-9B06-07D70C93D17E}" presName="nodeText" presStyleLbl="bgAccFollowNode1" presStyleIdx="3" presStyleCnt="5">
        <dgm:presLayoutVars>
          <dgm:bulletEnabled val="1"/>
        </dgm:presLayoutVars>
      </dgm:prSet>
      <dgm:spPr/>
    </dgm:pt>
    <dgm:pt modelId="{C0135BC2-733D-4672-8621-FE97F7490B34}" type="pres">
      <dgm:prSet presAssocID="{07F097AC-7E9F-47F2-B36D-FEA929E7B19A}" presName="sibTrans" presStyleCnt="0"/>
      <dgm:spPr/>
    </dgm:pt>
    <dgm:pt modelId="{E7F1A0D9-7BF4-4EC9-9FA0-62CC52FD7627}" type="pres">
      <dgm:prSet presAssocID="{B73B837C-2430-48A7-8F94-7E6B8F6A4CF5}" presName="compositeNode" presStyleCnt="0">
        <dgm:presLayoutVars>
          <dgm:bulletEnabled val="1"/>
        </dgm:presLayoutVars>
      </dgm:prSet>
      <dgm:spPr/>
    </dgm:pt>
    <dgm:pt modelId="{C0BFAB24-7355-4EE4-9C4A-49091427071C}" type="pres">
      <dgm:prSet presAssocID="{B73B837C-2430-48A7-8F94-7E6B8F6A4CF5}" presName="bgRect" presStyleLbl="bgAccFollowNode1" presStyleIdx="4" presStyleCnt="5"/>
      <dgm:spPr/>
    </dgm:pt>
    <dgm:pt modelId="{ED443600-EE56-44C4-B3F9-FD3168D54B8E}" type="pres">
      <dgm:prSet presAssocID="{C125DC04-B058-4FF2-BFA2-D9CEE74DC34C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E4B3969-54AA-4D34-8D80-50395B3475E7}" type="pres">
      <dgm:prSet presAssocID="{B73B837C-2430-48A7-8F94-7E6B8F6A4CF5}" presName="bottomLine" presStyleLbl="alignNode1" presStyleIdx="9" presStyleCnt="10">
        <dgm:presLayoutVars/>
      </dgm:prSet>
      <dgm:spPr/>
    </dgm:pt>
    <dgm:pt modelId="{D94F72B7-347A-400D-8F85-3DB4D0BD0F3A}" type="pres">
      <dgm:prSet presAssocID="{B73B837C-2430-48A7-8F94-7E6B8F6A4CF5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E8436201-ADB7-4926-95D7-2C0F349A8CE7}" srcId="{2FF82141-AF0C-46F6-9BAD-8B0303646B7F}" destId="{828BA375-DD9B-4CEE-961C-1A10890FF856}" srcOrd="1" destOrd="0" parTransId="{B86A2477-FE6E-407E-ADA5-912DA92853CF}" sibTransId="{E1023E0E-70B3-4517-8811-0419D918BCBB}"/>
    <dgm:cxn modelId="{E7E3F806-B17E-41EA-B54B-07B8537104D1}" type="presOf" srcId="{07F097AC-7E9F-47F2-B36D-FEA929E7B19A}" destId="{A84D8956-1A19-4FE0-9C18-E260519C0729}" srcOrd="0" destOrd="0" presId="urn:microsoft.com/office/officeart/2016/7/layout/BasicLinearProcessNumbered"/>
    <dgm:cxn modelId="{99B3D60B-94F8-4595-89ED-2E9FD2B949FC}" type="presOf" srcId="{A01D9EA6-47FA-4738-8187-DB2D49106954}" destId="{95D0F017-4B84-4F67-8C31-D9E0F84AAD88}" srcOrd="0" destOrd="0" presId="urn:microsoft.com/office/officeart/2016/7/layout/BasicLinearProcessNumbered"/>
    <dgm:cxn modelId="{45A82810-654D-441A-AA9B-72FFEBD38A65}" type="presOf" srcId="{B73B837C-2430-48A7-8F94-7E6B8F6A4CF5}" destId="{C0BFAB24-7355-4EE4-9C4A-49091427071C}" srcOrd="0" destOrd="0" presId="urn:microsoft.com/office/officeart/2016/7/layout/BasicLinearProcessNumbered"/>
    <dgm:cxn modelId="{9FB63D15-E85D-4876-9ACC-C82962359139}" type="presOf" srcId="{CEDE6914-A2BA-4F67-8B77-2015C825C6A7}" destId="{E922DFA8-B9FD-4901-965F-33DF30C7B141}" srcOrd="0" destOrd="0" presId="urn:microsoft.com/office/officeart/2016/7/layout/BasicLinearProcessNumbered"/>
    <dgm:cxn modelId="{F6915760-5A8E-439A-A5E6-79B8F00C6DC5}" type="presOf" srcId="{5C53AC6C-823E-4F99-9B06-07D70C93D17E}" destId="{57DBB2F2-E2FE-4EA3-9640-6CE5B7C3F12F}" srcOrd="1" destOrd="0" presId="urn:microsoft.com/office/officeart/2016/7/layout/BasicLinearProcessNumbered"/>
    <dgm:cxn modelId="{834B9844-FF19-4C5B-90C2-ACB6E881C2BA}" type="presOf" srcId="{828BA375-DD9B-4CEE-961C-1A10890FF856}" destId="{416376F2-9E9C-4FCD-8A65-8962CDDEE3EC}" srcOrd="0" destOrd="0" presId="urn:microsoft.com/office/officeart/2016/7/layout/BasicLinearProcessNumbered"/>
    <dgm:cxn modelId="{1890C366-69EF-44AC-8F28-6F29EA7D7210}" type="presOf" srcId="{CE6D2371-2997-4040-AA4F-64E26D15554D}" destId="{B74F3BFC-AD30-4640-8DCF-63B9C28E4D74}" srcOrd="1" destOrd="0" presId="urn:microsoft.com/office/officeart/2016/7/layout/BasicLinearProcessNumbered"/>
    <dgm:cxn modelId="{17443448-F7E5-4268-B08E-031A1EB4C864}" srcId="{2FF82141-AF0C-46F6-9BAD-8B0303646B7F}" destId="{5C53AC6C-823E-4F99-9B06-07D70C93D17E}" srcOrd="3" destOrd="0" parTransId="{773BCDA7-FAC2-4566-A925-2D6AF9F618EB}" sibTransId="{07F097AC-7E9F-47F2-B36D-FEA929E7B19A}"/>
    <dgm:cxn modelId="{ACCCBC4B-94A2-46BC-943C-45586F089638}" srcId="{2FF82141-AF0C-46F6-9BAD-8B0303646B7F}" destId="{CE6D2371-2997-4040-AA4F-64E26D15554D}" srcOrd="2" destOrd="0" parTransId="{798D42C3-E381-42FC-924C-AD8E99AC8DDC}" sibTransId="{D8A64489-14C0-4D36-AB64-6C5389227D8B}"/>
    <dgm:cxn modelId="{0D544D96-E9BB-4064-A975-52B0327FB96D}" type="presOf" srcId="{828BA375-DD9B-4CEE-961C-1A10890FF856}" destId="{19F0B8E9-CBBB-424B-A1CD-1EF3EED8DA99}" srcOrd="1" destOrd="0" presId="urn:microsoft.com/office/officeart/2016/7/layout/BasicLinearProcessNumbered"/>
    <dgm:cxn modelId="{706C3FA6-9900-4BD2-9F93-780B134E649D}" srcId="{2FF82141-AF0C-46F6-9BAD-8B0303646B7F}" destId="{CEDE6914-A2BA-4F67-8B77-2015C825C6A7}" srcOrd="0" destOrd="0" parTransId="{5E057FFE-C20D-44BC-A4D8-5E740E215B41}" sibTransId="{A01D9EA6-47FA-4738-8187-DB2D49106954}"/>
    <dgm:cxn modelId="{2836CCB2-FB8B-4DAC-8A82-3459AC0BE137}" type="presOf" srcId="{C125DC04-B058-4FF2-BFA2-D9CEE74DC34C}" destId="{ED443600-EE56-44C4-B3F9-FD3168D54B8E}" srcOrd="0" destOrd="0" presId="urn:microsoft.com/office/officeart/2016/7/layout/BasicLinearProcessNumbered"/>
    <dgm:cxn modelId="{7678A3BF-9333-47BC-A80C-70DFF1908530}" srcId="{2FF82141-AF0C-46F6-9BAD-8B0303646B7F}" destId="{B73B837C-2430-48A7-8F94-7E6B8F6A4CF5}" srcOrd="4" destOrd="0" parTransId="{8AA8DE34-CC88-4C16-A3A5-665ECB6F4506}" sibTransId="{C125DC04-B058-4FF2-BFA2-D9CEE74DC34C}"/>
    <dgm:cxn modelId="{84FCF0C0-FF96-40C9-B3B2-6937A77D8815}" type="presOf" srcId="{CE6D2371-2997-4040-AA4F-64E26D15554D}" destId="{90A92D4C-2870-476C-A2FB-18C0DA0859F0}" srcOrd="0" destOrd="0" presId="urn:microsoft.com/office/officeart/2016/7/layout/BasicLinearProcessNumbered"/>
    <dgm:cxn modelId="{61E33CDF-5D93-429E-8273-9EDBC69D7807}" type="presOf" srcId="{2FF82141-AF0C-46F6-9BAD-8B0303646B7F}" destId="{146050A7-EDDA-4E38-A3E6-D0311DB393BE}" srcOrd="0" destOrd="0" presId="urn:microsoft.com/office/officeart/2016/7/layout/BasicLinearProcessNumbered"/>
    <dgm:cxn modelId="{C01401E2-FFB6-4CFE-B4AB-D8A417CB7F7B}" type="presOf" srcId="{B73B837C-2430-48A7-8F94-7E6B8F6A4CF5}" destId="{D94F72B7-347A-400D-8F85-3DB4D0BD0F3A}" srcOrd="1" destOrd="0" presId="urn:microsoft.com/office/officeart/2016/7/layout/BasicLinearProcessNumbered"/>
    <dgm:cxn modelId="{5E7D24EA-56B5-4168-A1DC-C02A3ED64354}" type="presOf" srcId="{D8A64489-14C0-4D36-AB64-6C5389227D8B}" destId="{0A97EA23-9439-4637-8854-E482EFE1F282}" srcOrd="0" destOrd="0" presId="urn:microsoft.com/office/officeart/2016/7/layout/BasicLinearProcessNumbered"/>
    <dgm:cxn modelId="{B10BF5EF-5287-4A34-98E0-F84A196B9612}" type="presOf" srcId="{E1023E0E-70B3-4517-8811-0419D918BCBB}" destId="{20EF4168-71B7-44AA-A2B9-6512B5702EAD}" srcOrd="0" destOrd="0" presId="urn:microsoft.com/office/officeart/2016/7/layout/BasicLinearProcessNumbered"/>
    <dgm:cxn modelId="{4B7933F9-9063-4424-9E8C-66EB16F87E2B}" type="presOf" srcId="{CEDE6914-A2BA-4F67-8B77-2015C825C6A7}" destId="{DA249F88-5B57-458C-B537-7980BA3D3796}" srcOrd="1" destOrd="0" presId="urn:microsoft.com/office/officeart/2016/7/layout/BasicLinearProcessNumbered"/>
    <dgm:cxn modelId="{C7E6BFF9-53F2-4F98-B026-88D8D9E6F665}" type="presOf" srcId="{5C53AC6C-823E-4F99-9B06-07D70C93D17E}" destId="{6C5830F8-36EB-4C45-941A-778A478E4F4E}" srcOrd="0" destOrd="0" presId="urn:microsoft.com/office/officeart/2016/7/layout/BasicLinearProcessNumbered"/>
    <dgm:cxn modelId="{C23E40CE-39F9-4DAC-A3D5-BAF5D323924B}" type="presParOf" srcId="{146050A7-EDDA-4E38-A3E6-D0311DB393BE}" destId="{D5B4FF72-0D41-4710-9846-1306DC88FD09}" srcOrd="0" destOrd="0" presId="urn:microsoft.com/office/officeart/2016/7/layout/BasicLinearProcessNumbered"/>
    <dgm:cxn modelId="{EFD54E7A-6FF6-4565-9168-5733FA77C09C}" type="presParOf" srcId="{D5B4FF72-0D41-4710-9846-1306DC88FD09}" destId="{E922DFA8-B9FD-4901-965F-33DF30C7B141}" srcOrd="0" destOrd="0" presId="urn:microsoft.com/office/officeart/2016/7/layout/BasicLinearProcessNumbered"/>
    <dgm:cxn modelId="{FE092AA8-45A5-455A-ADB2-CBD95DB9C6D1}" type="presParOf" srcId="{D5B4FF72-0D41-4710-9846-1306DC88FD09}" destId="{95D0F017-4B84-4F67-8C31-D9E0F84AAD88}" srcOrd="1" destOrd="0" presId="urn:microsoft.com/office/officeart/2016/7/layout/BasicLinearProcessNumbered"/>
    <dgm:cxn modelId="{1999742D-E656-40CF-B6E8-C97220223F7A}" type="presParOf" srcId="{D5B4FF72-0D41-4710-9846-1306DC88FD09}" destId="{1EF60F82-A04F-47B1-AFE5-B72F0624726F}" srcOrd="2" destOrd="0" presId="urn:microsoft.com/office/officeart/2016/7/layout/BasicLinearProcessNumbered"/>
    <dgm:cxn modelId="{4DF304F7-8B2B-46B9-929C-69DAC7DB6673}" type="presParOf" srcId="{D5B4FF72-0D41-4710-9846-1306DC88FD09}" destId="{DA249F88-5B57-458C-B537-7980BA3D3796}" srcOrd="3" destOrd="0" presId="urn:microsoft.com/office/officeart/2016/7/layout/BasicLinearProcessNumbered"/>
    <dgm:cxn modelId="{91D63736-B2CD-47A2-81ED-11477B24E5C4}" type="presParOf" srcId="{146050A7-EDDA-4E38-A3E6-D0311DB393BE}" destId="{2F6A2CD0-1829-40AF-8662-80A6AD444A40}" srcOrd="1" destOrd="0" presId="urn:microsoft.com/office/officeart/2016/7/layout/BasicLinearProcessNumbered"/>
    <dgm:cxn modelId="{C425E9D3-AA63-4873-9851-89D207C2103F}" type="presParOf" srcId="{146050A7-EDDA-4E38-A3E6-D0311DB393BE}" destId="{9CD0BD8E-C1FC-4802-9073-F735A7D2F3B8}" srcOrd="2" destOrd="0" presId="urn:microsoft.com/office/officeart/2016/7/layout/BasicLinearProcessNumbered"/>
    <dgm:cxn modelId="{3CC47231-8957-43BB-BBDB-8C59BCE31A5E}" type="presParOf" srcId="{9CD0BD8E-C1FC-4802-9073-F735A7D2F3B8}" destId="{416376F2-9E9C-4FCD-8A65-8962CDDEE3EC}" srcOrd="0" destOrd="0" presId="urn:microsoft.com/office/officeart/2016/7/layout/BasicLinearProcessNumbered"/>
    <dgm:cxn modelId="{9D60CF0E-B70F-405C-8BC3-EA8E04ECF7D9}" type="presParOf" srcId="{9CD0BD8E-C1FC-4802-9073-F735A7D2F3B8}" destId="{20EF4168-71B7-44AA-A2B9-6512B5702EAD}" srcOrd="1" destOrd="0" presId="urn:microsoft.com/office/officeart/2016/7/layout/BasicLinearProcessNumbered"/>
    <dgm:cxn modelId="{0206CB9F-CBE5-440D-97D2-D4D17B3CE825}" type="presParOf" srcId="{9CD0BD8E-C1FC-4802-9073-F735A7D2F3B8}" destId="{A2F16597-D18B-4E23-8A10-BEFE1A1A951E}" srcOrd="2" destOrd="0" presId="urn:microsoft.com/office/officeart/2016/7/layout/BasicLinearProcessNumbered"/>
    <dgm:cxn modelId="{964929A7-4849-48D5-BFE1-82CD78C25149}" type="presParOf" srcId="{9CD0BD8E-C1FC-4802-9073-F735A7D2F3B8}" destId="{19F0B8E9-CBBB-424B-A1CD-1EF3EED8DA99}" srcOrd="3" destOrd="0" presId="urn:microsoft.com/office/officeart/2016/7/layout/BasicLinearProcessNumbered"/>
    <dgm:cxn modelId="{74D1CC2C-701E-4808-B4C4-57672BF3F9AC}" type="presParOf" srcId="{146050A7-EDDA-4E38-A3E6-D0311DB393BE}" destId="{FFF10A63-5AA4-463C-9069-3E76C95E4AD6}" srcOrd="3" destOrd="0" presId="urn:microsoft.com/office/officeart/2016/7/layout/BasicLinearProcessNumbered"/>
    <dgm:cxn modelId="{59ADEFFB-9E55-4E36-AE2A-C60FBD5C8CA8}" type="presParOf" srcId="{146050A7-EDDA-4E38-A3E6-D0311DB393BE}" destId="{6941C27B-8632-4EC0-9769-CA4070F82ABF}" srcOrd="4" destOrd="0" presId="urn:microsoft.com/office/officeart/2016/7/layout/BasicLinearProcessNumbered"/>
    <dgm:cxn modelId="{71583F99-F65E-460E-AB96-A40498C15D2C}" type="presParOf" srcId="{6941C27B-8632-4EC0-9769-CA4070F82ABF}" destId="{90A92D4C-2870-476C-A2FB-18C0DA0859F0}" srcOrd="0" destOrd="0" presId="urn:microsoft.com/office/officeart/2016/7/layout/BasicLinearProcessNumbered"/>
    <dgm:cxn modelId="{D4ACA749-B7AE-4F58-A7B3-E8831C86BA1B}" type="presParOf" srcId="{6941C27B-8632-4EC0-9769-CA4070F82ABF}" destId="{0A97EA23-9439-4637-8854-E482EFE1F282}" srcOrd="1" destOrd="0" presId="urn:microsoft.com/office/officeart/2016/7/layout/BasicLinearProcessNumbered"/>
    <dgm:cxn modelId="{3D0E107C-E463-4BB5-8DE1-982CA4C754AB}" type="presParOf" srcId="{6941C27B-8632-4EC0-9769-CA4070F82ABF}" destId="{813066B3-0494-428D-BC46-B82D709F0A26}" srcOrd="2" destOrd="0" presId="urn:microsoft.com/office/officeart/2016/7/layout/BasicLinearProcessNumbered"/>
    <dgm:cxn modelId="{9F27C5D6-8EB3-4DCF-AC44-E0DDCAC2CF12}" type="presParOf" srcId="{6941C27B-8632-4EC0-9769-CA4070F82ABF}" destId="{B74F3BFC-AD30-4640-8DCF-63B9C28E4D74}" srcOrd="3" destOrd="0" presId="urn:microsoft.com/office/officeart/2016/7/layout/BasicLinearProcessNumbered"/>
    <dgm:cxn modelId="{10F786DC-AE20-4A84-BBD2-D11243102F2F}" type="presParOf" srcId="{146050A7-EDDA-4E38-A3E6-D0311DB393BE}" destId="{C0778527-FDD9-45BF-B3A9-E42B0BF2A0EB}" srcOrd="5" destOrd="0" presId="urn:microsoft.com/office/officeart/2016/7/layout/BasicLinearProcessNumbered"/>
    <dgm:cxn modelId="{76B44091-C2CB-4954-A82A-BF824334FE5B}" type="presParOf" srcId="{146050A7-EDDA-4E38-A3E6-D0311DB393BE}" destId="{0FC7773B-6B93-4DB7-8BCC-7DE65DD146D4}" srcOrd="6" destOrd="0" presId="urn:microsoft.com/office/officeart/2016/7/layout/BasicLinearProcessNumbered"/>
    <dgm:cxn modelId="{9A235A7A-79DF-41CD-9433-3ADB74E109E0}" type="presParOf" srcId="{0FC7773B-6B93-4DB7-8BCC-7DE65DD146D4}" destId="{6C5830F8-36EB-4C45-941A-778A478E4F4E}" srcOrd="0" destOrd="0" presId="urn:microsoft.com/office/officeart/2016/7/layout/BasicLinearProcessNumbered"/>
    <dgm:cxn modelId="{F45F8280-C511-4180-9C19-DE48F8E8D69C}" type="presParOf" srcId="{0FC7773B-6B93-4DB7-8BCC-7DE65DD146D4}" destId="{A84D8956-1A19-4FE0-9C18-E260519C0729}" srcOrd="1" destOrd="0" presId="urn:microsoft.com/office/officeart/2016/7/layout/BasicLinearProcessNumbered"/>
    <dgm:cxn modelId="{52B1BE98-F8F1-4BB4-9C53-58B6780CDF0F}" type="presParOf" srcId="{0FC7773B-6B93-4DB7-8BCC-7DE65DD146D4}" destId="{532D868B-074A-4865-A43E-C91A04F79EB5}" srcOrd="2" destOrd="0" presId="urn:microsoft.com/office/officeart/2016/7/layout/BasicLinearProcessNumbered"/>
    <dgm:cxn modelId="{8BB78918-8E61-43C7-BD50-BB24F2C0E9B0}" type="presParOf" srcId="{0FC7773B-6B93-4DB7-8BCC-7DE65DD146D4}" destId="{57DBB2F2-E2FE-4EA3-9640-6CE5B7C3F12F}" srcOrd="3" destOrd="0" presId="urn:microsoft.com/office/officeart/2016/7/layout/BasicLinearProcessNumbered"/>
    <dgm:cxn modelId="{C4010B50-BD4B-47A7-98BA-44041A225519}" type="presParOf" srcId="{146050A7-EDDA-4E38-A3E6-D0311DB393BE}" destId="{C0135BC2-733D-4672-8621-FE97F7490B34}" srcOrd="7" destOrd="0" presId="urn:microsoft.com/office/officeart/2016/7/layout/BasicLinearProcessNumbered"/>
    <dgm:cxn modelId="{6D1E0885-4C0F-4E83-B0D5-D44461DF2090}" type="presParOf" srcId="{146050A7-EDDA-4E38-A3E6-D0311DB393BE}" destId="{E7F1A0D9-7BF4-4EC9-9FA0-62CC52FD7627}" srcOrd="8" destOrd="0" presId="urn:microsoft.com/office/officeart/2016/7/layout/BasicLinearProcessNumbered"/>
    <dgm:cxn modelId="{8945D521-4CB1-4963-9792-5764480DA7BD}" type="presParOf" srcId="{E7F1A0D9-7BF4-4EC9-9FA0-62CC52FD7627}" destId="{C0BFAB24-7355-4EE4-9C4A-49091427071C}" srcOrd="0" destOrd="0" presId="urn:microsoft.com/office/officeart/2016/7/layout/BasicLinearProcessNumbered"/>
    <dgm:cxn modelId="{B9EE8A69-B53E-4A47-86A9-0EEDBECC7B51}" type="presParOf" srcId="{E7F1A0D9-7BF4-4EC9-9FA0-62CC52FD7627}" destId="{ED443600-EE56-44C4-B3F9-FD3168D54B8E}" srcOrd="1" destOrd="0" presId="urn:microsoft.com/office/officeart/2016/7/layout/BasicLinearProcessNumbered"/>
    <dgm:cxn modelId="{3662CAE1-27AB-42F1-8528-931A3B304A85}" type="presParOf" srcId="{E7F1A0D9-7BF4-4EC9-9FA0-62CC52FD7627}" destId="{AE4B3969-54AA-4D34-8D80-50395B3475E7}" srcOrd="2" destOrd="0" presId="urn:microsoft.com/office/officeart/2016/7/layout/BasicLinearProcessNumbered"/>
    <dgm:cxn modelId="{1B68C7C6-8CDE-4FBB-B773-2CDB55A889D7}" type="presParOf" srcId="{E7F1A0D9-7BF4-4EC9-9FA0-62CC52FD7627}" destId="{D94F72B7-347A-400D-8F85-3DB4D0BD0F3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F180271-107D-416D-83EC-63D37C806423}" type="doc">
      <dgm:prSet loTypeId="urn:microsoft.com/office/officeart/2005/8/layout/process1" loCatId="process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6485B703-B709-481E-B6F9-E9BA21174E4B}">
      <dgm:prSet/>
      <dgm:spPr/>
      <dgm:t>
        <a:bodyPr/>
        <a:lstStyle/>
        <a:p>
          <a:r>
            <a:rPr lang="fr-FR"/>
            <a:t>Lesson 1: build sequences  </a:t>
          </a:r>
        </a:p>
      </dgm:t>
    </dgm:pt>
    <dgm:pt modelId="{9FF81305-9288-4E1D-A901-63FB9A607754}" type="parTrans" cxnId="{D7DD8E52-FFD8-4A54-9060-79CA1965BD7A}">
      <dgm:prSet/>
      <dgm:spPr/>
      <dgm:t>
        <a:bodyPr/>
        <a:lstStyle/>
        <a:p>
          <a:endParaRPr lang="fr-FR"/>
        </a:p>
      </dgm:t>
    </dgm:pt>
    <dgm:pt modelId="{0C32C5BA-280E-4D11-B525-02B5F914E01E}" type="sibTrans" cxnId="{D7DD8E52-FFD8-4A54-9060-79CA1965BD7A}">
      <dgm:prSet/>
      <dgm:spPr/>
      <dgm:t>
        <a:bodyPr/>
        <a:lstStyle/>
        <a:p>
          <a:endParaRPr lang="fr-FR"/>
        </a:p>
      </dgm:t>
    </dgm:pt>
    <dgm:pt modelId="{54AADB93-629B-43C1-9164-F1E37D472236}">
      <dgm:prSet/>
      <dgm:spPr/>
      <dgm:t>
        <a:bodyPr/>
        <a:lstStyle/>
        <a:p>
          <a:r>
            <a:rPr lang="fr-FR"/>
            <a:t>Lesson 2: distances </a:t>
          </a:r>
        </a:p>
      </dgm:t>
    </dgm:pt>
    <dgm:pt modelId="{8A3B0383-A7E1-47A5-8A48-E1C371BB8096}" type="parTrans" cxnId="{9801F461-FEDE-4F44-AC73-DDE3CED573CB}">
      <dgm:prSet/>
      <dgm:spPr/>
      <dgm:t>
        <a:bodyPr/>
        <a:lstStyle/>
        <a:p>
          <a:endParaRPr lang="fr-FR"/>
        </a:p>
      </dgm:t>
    </dgm:pt>
    <dgm:pt modelId="{288C5D97-8E24-440B-93CB-18E4A71D6087}" type="sibTrans" cxnId="{9801F461-FEDE-4F44-AC73-DDE3CED573CB}">
      <dgm:prSet/>
      <dgm:spPr/>
      <dgm:t>
        <a:bodyPr/>
        <a:lstStyle/>
        <a:p>
          <a:endParaRPr lang="fr-FR"/>
        </a:p>
      </dgm:t>
    </dgm:pt>
    <dgm:pt modelId="{5475EA36-14B2-43B3-8B77-CCC8C9AA6277}">
      <dgm:prSet/>
      <dgm:spPr/>
      <dgm:t>
        <a:bodyPr/>
        <a:lstStyle/>
        <a:p>
          <a:r>
            <a:rPr lang="fr-FR"/>
            <a:t>Lesson 3: clusters </a:t>
          </a:r>
        </a:p>
      </dgm:t>
    </dgm:pt>
    <dgm:pt modelId="{9492827B-8E50-4F6F-985D-A4A9117CF4A6}" type="parTrans" cxnId="{00CA1833-384E-49B3-B2D6-CA35B885E601}">
      <dgm:prSet/>
      <dgm:spPr/>
      <dgm:t>
        <a:bodyPr/>
        <a:lstStyle/>
        <a:p>
          <a:endParaRPr lang="fr-FR"/>
        </a:p>
      </dgm:t>
    </dgm:pt>
    <dgm:pt modelId="{8AC9F750-4698-4744-B84A-D6755DBCF786}" type="sibTrans" cxnId="{00CA1833-384E-49B3-B2D6-CA35B885E601}">
      <dgm:prSet/>
      <dgm:spPr/>
      <dgm:t>
        <a:bodyPr/>
        <a:lstStyle/>
        <a:p>
          <a:endParaRPr lang="fr-FR"/>
        </a:p>
      </dgm:t>
    </dgm:pt>
    <dgm:pt modelId="{2BF5FE0D-73DF-4079-A46A-A717F689A793}">
      <dgm:prSet/>
      <dgm:spPr/>
      <dgm:t>
        <a:bodyPr/>
        <a:lstStyle/>
        <a:p>
          <a:r>
            <a:rPr lang="fr-FR"/>
            <a:t>Lesson 4: interpretation</a:t>
          </a:r>
        </a:p>
      </dgm:t>
    </dgm:pt>
    <dgm:pt modelId="{F7274164-772A-4105-BA96-A88CD5E9F974}" type="parTrans" cxnId="{D7B40E3D-5AA7-4299-8D36-F965EC402C07}">
      <dgm:prSet/>
      <dgm:spPr/>
      <dgm:t>
        <a:bodyPr/>
        <a:lstStyle/>
        <a:p>
          <a:endParaRPr lang="fr-FR"/>
        </a:p>
      </dgm:t>
    </dgm:pt>
    <dgm:pt modelId="{D7B51E31-059D-4451-9577-981485E89438}" type="sibTrans" cxnId="{D7B40E3D-5AA7-4299-8D36-F965EC402C07}">
      <dgm:prSet/>
      <dgm:spPr/>
      <dgm:t>
        <a:bodyPr/>
        <a:lstStyle/>
        <a:p>
          <a:endParaRPr lang="fr-FR"/>
        </a:p>
      </dgm:t>
    </dgm:pt>
    <dgm:pt modelId="{CB9F0F73-1C7A-4CB1-9C6B-9DC51F938474}" type="pres">
      <dgm:prSet presAssocID="{9F180271-107D-416D-83EC-63D37C806423}" presName="Name0" presStyleCnt="0">
        <dgm:presLayoutVars>
          <dgm:dir/>
          <dgm:resizeHandles val="exact"/>
        </dgm:presLayoutVars>
      </dgm:prSet>
      <dgm:spPr/>
    </dgm:pt>
    <dgm:pt modelId="{10040A1F-B4B1-43B4-9701-F5A2BF8986C3}" type="pres">
      <dgm:prSet presAssocID="{6485B703-B709-481E-B6F9-E9BA21174E4B}" presName="node" presStyleLbl="node1" presStyleIdx="0" presStyleCnt="4">
        <dgm:presLayoutVars>
          <dgm:bulletEnabled val="1"/>
        </dgm:presLayoutVars>
      </dgm:prSet>
      <dgm:spPr/>
    </dgm:pt>
    <dgm:pt modelId="{56788FA7-1057-4FB5-BE73-F96D9760CB59}" type="pres">
      <dgm:prSet presAssocID="{0C32C5BA-280E-4D11-B525-02B5F914E01E}" presName="sibTrans" presStyleLbl="sibTrans2D1" presStyleIdx="0" presStyleCnt="3"/>
      <dgm:spPr/>
    </dgm:pt>
    <dgm:pt modelId="{3F10B62E-558F-4FB2-A899-13EA029E0380}" type="pres">
      <dgm:prSet presAssocID="{0C32C5BA-280E-4D11-B525-02B5F914E01E}" presName="connectorText" presStyleLbl="sibTrans2D1" presStyleIdx="0" presStyleCnt="3"/>
      <dgm:spPr/>
    </dgm:pt>
    <dgm:pt modelId="{4C5BE079-C714-49CE-AE19-3F658DF6408F}" type="pres">
      <dgm:prSet presAssocID="{54AADB93-629B-43C1-9164-F1E37D472236}" presName="node" presStyleLbl="node1" presStyleIdx="1" presStyleCnt="4">
        <dgm:presLayoutVars>
          <dgm:bulletEnabled val="1"/>
        </dgm:presLayoutVars>
      </dgm:prSet>
      <dgm:spPr/>
    </dgm:pt>
    <dgm:pt modelId="{9AA69FCD-AECB-4EDD-B6C7-5DDFEC1C5D90}" type="pres">
      <dgm:prSet presAssocID="{288C5D97-8E24-440B-93CB-18E4A71D6087}" presName="sibTrans" presStyleLbl="sibTrans2D1" presStyleIdx="1" presStyleCnt="3"/>
      <dgm:spPr/>
    </dgm:pt>
    <dgm:pt modelId="{10B3ACA7-730B-4A30-8FED-90A470685FA0}" type="pres">
      <dgm:prSet presAssocID="{288C5D97-8E24-440B-93CB-18E4A71D6087}" presName="connectorText" presStyleLbl="sibTrans2D1" presStyleIdx="1" presStyleCnt="3"/>
      <dgm:spPr/>
    </dgm:pt>
    <dgm:pt modelId="{A48FAFD2-46E6-49A9-8ADE-7287CA8FFE9A}" type="pres">
      <dgm:prSet presAssocID="{5475EA36-14B2-43B3-8B77-CCC8C9AA6277}" presName="node" presStyleLbl="node1" presStyleIdx="2" presStyleCnt="4">
        <dgm:presLayoutVars>
          <dgm:bulletEnabled val="1"/>
        </dgm:presLayoutVars>
      </dgm:prSet>
      <dgm:spPr/>
    </dgm:pt>
    <dgm:pt modelId="{2E46EEC3-8647-4F60-BF3E-CAA5FFC9FE18}" type="pres">
      <dgm:prSet presAssocID="{8AC9F750-4698-4744-B84A-D6755DBCF786}" presName="sibTrans" presStyleLbl="sibTrans2D1" presStyleIdx="2" presStyleCnt="3"/>
      <dgm:spPr/>
    </dgm:pt>
    <dgm:pt modelId="{E5CD7FA3-9842-4E93-B525-7FC68C6F9818}" type="pres">
      <dgm:prSet presAssocID="{8AC9F750-4698-4744-B84A-D6755DBCF786}" presName="connectorText" presStyleLbl="sibTrans2D1" presStyleIdx="2" presStyleCnt="3"/>
      <dgm:spPr/>
    </dgm:pt>
    <dgm:pt modelId="{C77A979F-9CC6-4D5C-8F84-B450C68CB6EC}" type="pres">
      <dgm:prSet presAssocID="{2BF5FE0D-73DF-4079-A46A-A717F689A793}" presName="node" presStyleLbl="node1" presStyleIdx="3" presStyleCnt="4">
        <dgm:presLayoutVars>
          <dgm:bulletEnabled val="1"/>
        </dgm:presLayoutVars>
      </dgm:prSet>
      <dgm:spPr/>
    </dgm:pt>
  </dgm:ptLst>
  <dgm:cxnLst>
    <dgm:cxn modelId="{00CA1833-384E-49B3-B2D6-CA35B885E601}" srcId="{9F180271-107D-416D-83EC-63D37C806423}" destId="{5475EA36-14B2-43B3-8B77-CCC8C9AA6277}" srcOrd="2" destOrd="0" parTransId="{9492827B-8E50-4F6F-985D-A4A9117CF4A6}" sibTransId="{8AC9F750-4698-4744-B84A-D6755DBCF786}"/>
    <dgm:cxn modelId="{D7B40E3D-5AA7-4299-8D36-F965EC402C07}" srcId="{9F180271-107D-416D-83EC-63D37C806423}" destId="{2BF5FE0D-73DF-4079-A46A-A717F689A793}" srcOrd="3" destOrd="0" parTransId="{F7274164-772A-4105-BA96-A88CD5E9F974}" sibTransId="{D7B51E31-059D-4451-9577-981485E89438}"/>
    <dgm:cxn modelId="{F5A66A40-CA25-44AE-9DC8-C5A8D8C3CE63}" type="presOf" srcId="{0C32C5BA-280E-4D11-B525-02B5F914E01E}" destId="{3F10B62E-558F-4FB2-A899-13EA029E0380}" srcOrd="1" destOrd="0" presId="urn:microsoft.com/office/officeart/2005/8/layout/process1"/>
    <dgm:cxn modelId="{9801F461-FEDE-4F44-AC73-DDE3CED573CB}" srcId="{9F180271-107D-416D-83EC-63D37C806423}" destId="{54AADB93-629B-43C1-9164-F1E37D472236}" srcOrd="1" destOrd="0" parTransId="{8A3B0383-A7E1-47A5-8A48-E1C371BB8096}" sibTransId="{288C5D97-8E24-440B-93CB-18E4A71D6087}"/>
    <dgm:cxn modelId="{B3FDE163-4611-40E1-BD75-F44404E37F82}" type="presOf" srcId="{6485B703-B709-481E-B6F9-E9BA21174E4B}" destId="{10040A1F-B4B1-43B4-9701-F5A2BF8986C3}" srcOrd="0" destOrd="0" presId="urn:microsoft.com/office/officeart/2005/8/layout/process1"/>
    <dgm:cxn modelId="{D7DD8E52-FFD8-4A54-9060-79CA1965BD7A}" srcId="{9F180271-107D-416D-83EC-63D37C806423}" destId="{6485B703-B709-481E-B6F9-E9BA21174E4B}" srcOrd="0" destOrd="0" parTransId="{9FF81305-9288-4E1D-A901-63FB9A607754}" sibTransId="{0C32C5BA-280E-4D11-B525-02B5F914E01E}"/>
    <dgm:cxn modelId="{68873A75-D998-4792-B5D7-10E892B2A713}" type="presOf" srcId="{2BF5FE0D-73DF-4079-A46A-A717F689A793}" destId="{C77A979F-9CC6-4D5C-8F84-B450C68CB6EC}" srcOrd="0" destOrd="0" presId="urn:microsoft.com/office/officeart/2005/8/layout/process1"/>
    <dgm:cxn modelId="{ADBDA777-312A-433A-9F03-49EFECDA5C5C}" type="presOf" srcId="{9F180271-107D-416D-83EC-63D37C806423}" destId="{CB9F0F73-1C7A-4CB1-9C6B-9DC51F938474}" srcOrd="0" destOrd="0" presId="urn:microsoft.com/office/officeart/2005/8/layout/process1"/>
    <dgm:cxn modelId="{94BAE87A-33CD-4C2A-9243-DAB823A6F989}" type="presOf" srcId="{288C5D97-8E24-440B-93CB-18E4A71D6087}" destId="{9AA69FCD-AECB-4EDD-B6C7-5DDFEC1C5D90}" srcOrd="0" destOrd="0" presId="urn:microsoft.com/office/officeart/2005/8/layout/process1"/>
    <dgm:cxn modelId="{7BE9067D-B9A2-4406-87AE-C8EA41C8A909}" type="presOf" srcId="{8AC9F750-4698-4744-B84A-D6755DBCF786}" destId="{2E46EEC3-8647-4F60-BF3E-CAA5FFC9FE18}" srcOrd="0" destOrd="0" presId="urn:microsoft.com/office/officeart/2005/8/layout/process1"/>
    <dgm:cxn modelId="{E87FA77D-B0AC-47B9-85C1-8E5E067F61B6}" type="presOf" srcId="{54AADB93-629B-43C1-9164-F1E37D472236}" destId="{4C5BE079-C714-49CE-AE19-3F658DF6408F}" srcOrd="0" destOrd="0" presId="urn:microsoft.com/office/officeart/2005/8/layout/process1"/>
    <dgm:cxn modelId="{CB60B4CF-4FA3-4536-8D3B-62FF81420B77}" type="presOf" srcId="{5475EA36-14B2-43B3-8B77-CCC8C9AA6277}" destId="{A48FAFD2-46E6-49A9-8ADE-7287CA8FFE9A}" srcOrd="0" destOrd="0" presId="urn:microsoft.com/office/officeart/2005/8/layout/process1"/>
    <dgm:cxn modelId="{FDA1E1E6-8273-4565-A260-B911170E5B0C}" type="presOf" srcId="{8AC9F750-4698-4744-B84A-D6755DBCF786}" destId="{E5CD7FA3-9842-4E93-B525-7FC68C6F9818}" srcOrd="1" destOrd="0" presId="urn:microsoft.com/office/officeart/2005/8/layout/process1"/>
    <dgm:cxn modelId="{558CB3ED-EBCB-4701-AC0F-4468A1B49F9D}" type="presOf" srcId="{0C32C5BA-280E-4D11-B525-02B5F914E01E}" destId="{56788FA7-1057-4FB5-BE73-F96D9760CB59}" srcOrd="0" destOrd="0" presId="urn:microsoft.com/office/officeart/2005/8/layout/process1"/>
    <dgm:cxn modelId="{6B6026F7-AC98-4FEE-A5EB-00D427C62F47}" type="presOf" srcId="{288C5D97-8E24-440B-93CB-18E4A71D6087}" destId="{10B3ACA7-730B-4A30-8FED-90A470685FA0}" srcOrd="1" destOrd="0" presId="urn:microsoft.com/office/officeart/2005/8/layout/process1"/>
    <dgm:cxn modelId="{2F216CD2-1BC5-4FFA-8C1C-757EEA10DBDD}" type="presParOf" srcId="{CB9F0F73-1C7A-4CB1-9C6B-9DC51F938474}" destId="{10040A1F-B4B1-43B4-9701-F5A2BF8986C3}" srcOrd="0" destOrd="0" presId="urn:microsoft.com/office/officeart/2005/8/layout/process1"/>
    <dgm:cxn modelId="{2E0C0526-95A9-4A4C-AF66-716E0D3AB39D}" type="presParOf" srcId="{CB9F0F73-1C7A-4CB1-9C6B-9DC51F938474}" destId="{56788FA7-1057-4FB5-BE73-F96D9760CB59}" srcOrd="1" destOrd="0" presId="urn:microsoft.com/office/officeart/2005/8/layout/process1"/>
    <dgm:cxn modelId="{A0523E13-BB29-4703-800E-FF1B35918E46}" type="presParOf" srcId="{56788FA7-1057-4FB5-BE73-F96D9760CB59}" destId="{3F10B62E-558F-4FB2-A899-13EA029E0380}" srcOrd="0" destOrd="0" presId="urn:microsoft.com/office/officeart/2005/8/layout/process1"/>
    <dgm:cxn modelId="{113D44C6-A90B-49C3-B0EF-6A4D1E5836D8}" type="presParOf" srcId="{CB9F0F73-1C7A-4CB1-9C6B-9DC51F938474}" destId="{4C5BE079-C714-49CE-AE19-3F658DF6408F}" srcOrd="2" destOrd="0" presId="urn:microsoft.com/office/officeart/2005/8/layout/process1"/>
    <dgm:cxn modelId="{E705DB84-45B5-43CD-A376-0D1EF0B4F6C0}" type="presParOf" srcId="{CB9F0F73-1C7A-4CB1-9C6B-9DC51F938474}" destId="{9AA69FCD-AECB-4EDD-B6C7-5DDFEC1C5D90}" srcOrd="3" destOrd="0" presId="urn:microsoft.com/office/officeart/2005/8/layout/process1"/>
    <dgm:cxn modelId="{0E5C9511-B8C6-4FC0-A327-C799199EA152}" type="presParOf" srcId="{9AA69FCD-AECB-4EDD-B6C7-5DDFEC1C5D90}" destId="{10B3ACA7-730B-4A30-8FED-90A470685FA0}" srcOrd="0" destOrd="0" presId="urn:microsoft.com/office/officeart/2005/8/layout/process1"/>
    <dgm:cxn modelId="{671098C3-DBD4-4B4C-8C40-862E21E951F1}" type="presParOf" srcId="{CB9F0F73-1C7A-4CB1-9C6B-9DC51F938474}" destId="{A48FAFD2-46E6-49A9-8ADE-7287CA8FFE9A}" srcOrd="4" destOrd="0" presId="urn:microsoft.com/office/officeart/2005/8/layout/process1"/>
    <dgm:cxn modelId="{94FCBC39-E2DF-489D-80B9-2AE150A26567}" type="presParOf" srcId="{CB9F0F73-1C7A-4CB1-9C6B-9DC51F938474}" destId="{2E46EEC3-8647-4F60-BF3E-CAA5FFC9FE18}" srcOrd="5" destOrd="0" presId="urn:microsoft.com/office/officeart/2005/8/layout/process1"/>
    <dgm:cxn modelId="{454EA6FD-C486-409A-BA8D-4FB506BE1B91}" type="presParOf" srcId="{2E46EEC3-8647-4F60-BF3E-CAA5FFC9FE18}" destId="{E5CD7FA3-9842-4E93-B525-7FC68C6F9818}" srcOrd="0" destOrd="0" presId="urn:microsoft.com/office/officeart/2005/8/layout/process1"/>
    <dgm:cxn modelId="{E92B2978-8DC8-4D39-925F-D809A9D80873}" type="presParOf" srcId="{CB9F0F73-1C7A-4CB1-9C6B-9DC51F938474}" destId="{C77A979F-9CC6-4D5C-8F84-B450C68CB6E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BEE2409-89EB-4F92-9BB0-E6B604A6B848}" type="doc">
      <dgm:prSet loTypeId="urn:microsoft.com/office/officeart/2005/8/layout/h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BD061E45-47BC-44E5-852B-F43DCBD6CAFE}">
      <dgm:prSet custT="1"/>
      <dgm:spPr/>
      <dgm:t>
        <a:bodyPr/>
        <a:lstStyle/>
        <a:p>
          <a:r>
            <a:rPr lang="en-US" sz="2000" dirty="0"/>
            <a:t>Trajectories and transitions</a:t>
          </a:r>
        </a:p>
      </dgm:t>
    </dgm:pt>
    <dgm:pt modelId="{299FA0A0-B1A6-45E8-80B7-0CCBD51B298B}" type="parTrans" cxnId="{73AF8812-A598-4EF7-A900-5AE970969F24}">
      <dgm:prSet/>
      <dgm:spPr/>
      <dgm:t>
        <a:bodyPr/>
        <a:lstStyle/>
        <a:p>
          <a:endParaRPr lang="en-US"/>
        </a:p>
      </dgm:t>
    </dgm:pt>
    <dgm:pt modelId="{5ADD1412-78B3-4858-8780-257DD0A3C824}" type="sibTrans" cxnId="{73AF8812-A598-4EF7-A900-5AE970969F24}">
      <dgm:prSet/>
      <dgm:spPr/>
      <dgm:t>
        <a:bodyPr/>
        <a:lstStyle/>
        <a:p>
          <a:endParaRPr lang="en-US"/>
        </a:p>
      </dgm:t>
    </dgm:pt>
    <dgm:pt modelId="{7356C794-1E0F-4488-8528-6DBBABF8B9AB}">
      <dgm:prSet/>
      <dgm:spPr/>
      <dgm:t>
        <a:bodyPr/>
        <a:lstStyle/>
        <a:p>
          <a:r>
            <a:rPr lang="en-US"/>
            <a:t>Lives consist of long-term trajectories punctuated by transitions.</a:t>
          </a:r>
        </a:p>
      </dgm:t>
    </dgm:pt>
    <dgm:pt modelId="{4F6B1EFE-F36E-47E3-B187-4F745934AC52}" type="parTrans" cxnId="{8D34EE03-5899-40A2-BE4F-C9870DCFE96E}">
      <dgm:prSet/>
      <dgm:spPr/>
      <dgm:t>
        <a:bodyPr/>
        <a:lstStyle/>
        <a:p>
          <a:endParaRPr lang="en-US"/>
        </a:p>
      </dgm:t>
    </dgm:pt>
    <dgm:pt modelId="{78260A8E-64DA-4AEE-9127-37964F46C693}" type="sibTrans" cxnId="{8D34EE03-5899-40A2-BE4F-C9870DCFE96E}">
      <dgm:prSet/>
      <dgm:spPr/>
      <dgm:t>
        <a:bodyPr/>
        <a:lstStyle/>
        <a:p>
          <a:endParaRPr lang="en-US"/>
        </a:p>
      </dgm:t>
    </dgm:pt>
    <dgm:pt modelId="{E92FA2D1-8B97-40DD-8647-8B3004BE8DE5}">
      <dgm:prSet/>
      <dgm:spPr/>
      <dgm:t>
        <a:bodyPr/>
        <a:lstStyle/>
        <a:p>
          <a:r>
            <a:rPr lang="en-US" dirty="0"/>
            <a:t>E.g., educational, employment, partnership and parenthood trajectories…</a:t>
          </a:r>
        </a:p>
      </dgm:t>
    </dgm:pt>
    <dgm:pt modelId="{DA868C0D-C099-4A5F-8843-7FFCC728CC0A}" type="parTrans" cxnId="{54DA0E48-6113-4D49-B0E2-01B821F24467}">
      <dgm:prSet/>
      <dgm:spPr/>
      <dgm:t>
        <a:bodyPr/>
        <a:lstStyle/>
        <a:p>
          <a:endParaRPr lang="en-US"/>
        </a:p>
      </dgm:t>
    </dgm:pt>
    <dgm:pt modelId="{13A0B553-C3A0-44FB-8D52-78813712FBE0}" type="sibTrans" cxnId="{54DA0E48-6113-4D49-B0E2-01B821F24467}">
      <dgm:prSet/>
      <dgm:spPr/>
      <dgm:t>
        <a:bodyPr/>
        <a:lstStyle/>
        <a:p>
          <a:endParaRPr lang="en-US"/>
        </a:p>
      </dgm:t>
    </dgm:pt>
    <dgm:pt modelId="{6A984C4A-3FCE-4DCA-AFE9-48E810AB17C2}">
      <dgm:prSet custT="1"/>
      <dgm:spPr/>
      <dgm:t>
        <a:bodyPr/>
        <a:lstStyle/>
        <a:p>
          <a:r>
            <a:rPr lang="fr-FR" sz="2000" dirty="0"/>
            <a:t>Timing</a:t>
          </a:r>
          <a:endParaRPr lang="en-US" sz="1900" dirty="0"/>
        </a:p>
      </dgm:t>
    </dgm:pt>
    <dgm:pt modelId="{4B27345B-B784-4DC9-B221-596016DC52AE}" type="parTrans" cxnId="{C8BF247C-1835-412D-A006-19B8AE3FCCCE}">
      <dgm:prSet/>
      <dgm:spPr/>
      <dgm:t>
        <a:bodyPr/>
        <a:lstStyle/>
        <a:p>
          <a:endParaRPr lang="en-US"/>
        </a:p>
      </dgm:t>
    </dgm:pt>
    <dgm:pt modelId="{514B6A0E-D269-4E36-9A0B-68BBD362A666}" type="sibTrans" cxnId="{C8BF247C-1835-412D-A006-19B8AE3FCCCE}">
      <dgm:prSet/>
      <dgm:spPr/>
      <dgm:t>
        <a:bodyPr/>
        <a:lstStyle/>
        <a:p>
          <a:endParaRPr lang="en-US"/>
        </a:p>
      </dgm:t>
    </dgm:pt>
    <dgm:pt modelId="{3E23BE79-EA88-45EC-90E6-BC6586602950}">
      <dgm:prSet/>
      <dgm:spPr/>
      <dgm:t>
        <a:bodyPr/>
        <a:lstStyle/>
        <a:p>
          <a:r>
            <a:rPr lang="en-US"/>
            <a:t>The consequences of an event may depend on when it occurs.</a:t>
          </a:r>
        </a:p>
      </dgm:t>
    </dgm:pt>
    <dgm:pt modelId="{4BA26D71-D4C4-455D-AEAB-E817C47B2B79}" type="parTrans" cxnId="{FA7173C1-7323-4A6A-B0BF-BE0C3AA25682}">
      <dgm:prSet/>
      <dgm:spPr/>
      <dgm:t>
        <a:bodyPr/>
        <a:lstStyle/>
        <a:p>
          <a:endParaRPr lang="en-US"/>
        </a:p>
      </dgm:t>
    </dgm:pt>
    <dgm:pt modelId="{EC417E53-9333-44EF-A5D7-9FB89FDE3EB9}" type="sibTrans" cxnId="{FA7173C1-7323-4A6A-B0BF-BE0C3AA25682}">
      <dgm:prSet/>
      <dgm:spPr/>
      <dgm:t>
        <a:bodyPr/>
        <a:lstStyle/>
        <a:p>
          <a:endParaRPr lang="en-US"/>
        </a:p>
      </dgm:t>
    </dgm:pt>
    <dgm:pt modelId="{3485AF63-406F-4722-81DF-CA9A49A8CDF2}">
      <dgm:prSet/>
      <dgm:spPr/>
      <dgm:t>
        <a:bodyPr/>
        <a:lstStyle/>
        <a:p>
          <a:r>
            <a:rPr lang="en-US"/>
            <a:t>E.g. unemployment at 20 vs. 55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different consequences</a:t>
          </a:r>
        </a:p>
      </dgm:t>
    </dgm:pt>
    <dgm:pt modelId="{3B5E872B-7F74-4B81-A9A4-843F8AE6FF5F}" type="parTrans" cxnId="{C7C6EAA9-CD89-477D-A6BE-D51948B110EA}">
      <dgm:prSet/>
      <dgm:spPr/>
      <dgm:t>
        <a:bodyPr/>
        <a:lstStyle/>
        <a:p>
          <a:endParaRPr lang="en-US"/>
        </a:p>
      </dgm:t>
    </dgm:pt>
    <dgm:pt modelId="{48A32875-CCBD-42E1-BDCF-B22FEB403453}" type="sibTrans" cxnId="{C7C6EAA9-CD89-477D-A6BE-D51948B110EA}">
      <dgm:prSet/>
      <dgm:spPr/>
      <dgm:t>
        <a:bodyPr/>
        <a:lstStyle/>
        <a:p>
          <a:endParaRPr lang="en-US"/>
        </a:p>
      </dgm:t>
    </dgm:pt>
    <dgm:pt modelId="{D91038BE-997B-4DD5-8399-B7C1F8F830D5}">
      <dgm:prSet custT="1"/>
      <dgm:spPr/>
      <dgm:t>
        <a:bodyPr/>
        <a:lstStyle/>
        <a:p>
          <a:r>
            <a:rPr lang="en-US" sz="2000" dirty="0"/>
            <a:t>Linked lives</a:t>
          </a:r>
        </a:p>
      </dgm:t>
    </dgm:pt>
    <dgm:pt modelId="{6CD7BA44-9BBA-45D6-95DB-B7B95020842E}" type="parTrans" cxnId="{D8BA554C-C501-4605-979D-7C11494F49EC}">
      <dgm:prSet/>
      <dgm:spPr/>
      <dgm:t>
        <a:bodyPr/>
        <a:lstStyle/>
        <a:p>
          <a:endParaRPr lang="en-US"/>
        </a:p>
      </dgm:t>
    </dgm:pt>
    <dgm:pt modelId="{68E7410A-D89F-48D4-84FA-7DAA780B43BB}" type="sibTrans" cxnId="{D8BA554C-C501-4605-979D-7C11494F49EC}">
      <dgm:prSet/>
      <dgm:spPr/>
      <dgm:t>
        <a:bodyPr/>
        <a:lstStyle/>
        <a:p>
          <a:endParaRPr lang="en-US"/>
        </a:p>
      </dgm:t>
    </dgm:pt>
    <dgm:pt modelId="{5D552E61-9699-4FE0-B9FC-2AC1E5352245}">
      <dgm:prSet/>
      <dgm:spPr/>
      <dgm:t>
        <a:bodyPr/>
        <a:lstStyle/>
        <a:p>
          <a:r>
            <a:rPr lang="en-US"/>
            <a:t>Individual lives develop in relation to the lives of others</a:t>
          </a:r>
        </a:p>
      </dgm:t>
    </dgm:pt>
    <dgm:pt modelId="{D5A83BF7-F90B-4F7C-A04F-ACC84ADA7873}" type="parTrans" cxnId="{3CE7A257-DC8F-44BC-A854-9E6FD4531611}">
      <dgm:prSet/>
      <dgm:spPr/>
      <dgm:t>
        <a:bodyPr/>
        <a:lstStyle/>
        <a:p>
          <a:endParaRPr lang="en-US"/>
        </a:p>
      </dgm:t>
    </dgm:pt>
    <dgm:pt modelId="{D022C193-913E-45B4-B09B-7C27C1ED8D17}" type="sibTrans" cxnId="{3CE7A257-DC8F-44BC-A854-9E6FD4531611}">
      <dgm:prSet/>
      <dgm:spPr/>
      <dgm:t>
        <a:bodyPr/>
        <a:lstStyle/>
        <a:p>
          <a:endParaRPr lang="en-US"/>
        </a:p>
      </dgm:t>
    </dgm:pt>
    <dgm:pt modelId="{14BC5098-CB9A-4A06-920E-7316C878E478}">
      <dgm:prSet/>
      <dgm:spPr/>
      <dgm:t>
        <a:bodyPr/>
        <a:lstStyle/>
        <a:p>
          <a:r>
            <a:rPr lang="en-US"/>
            <a:t>E.g. parents, children, partner, siblings…</a:t>
          </a:r>
        </a:p>
      </dgm:t>
    </dgm:pt>
    <dgm:pt modelId="{B869E86E-2188-4584-B04D-13FF3B6404EA}" type="parTrans" cxnId="{58486AD2-86C8-45E8-B81E-BC35A3E2134F}">
      <dgm:prSet/>
      <dgm:spPr/>
      <dgm:t>
        <a:bodyPr/>
        <a:lstStyle/>
        <a:p>
          <a:endParaRPr lang="en-US"/>
        </a:p>
      </dgm:t>
    </dgm:pt>
    <dgm:pt modelId="{381A7868-E1C8-4319-A9DD-5595F99B3C7A}" type="sibTrans" cxnId="{58486AD2-86C8-45E8-B81E-BC35A3E2134F}">
      <dgm:prSet/>
      <dgm:spPr/>
      <dgm:t>
        <a:bodyPr/>
        <a:lstStyle/>
        <a:p>
          <a:endParaRPr lang="en-US"/>
        </a:p>
      </dgm:t>
    </dgm:pt>
    <dgm:pt modelId="{EC312A7A-8E42-4F65-9AAC-F9E011D5C49E}">
      <dgm:prSet custT="1"/>
      <dgm:spPr/>
      <dgm:t>
        <a:bodyPr/>
        <a:lstStyle/>
        <a:p>
          <a:r>
            <a:rPr lang="en-US" sz="2000" dirty="0"/>
            <a:t>Historical and institutional context</a:t>
          </a:r>
        </a:p>
      </dgm:t>
    </dgm:pt>
    <dgm:pt modelId="{15262FAD-7FFF-498E-9D95-0FD82D7699FA}" type="parTrans" cxnId="{8CCF6EF0-4DDB-4042-BB71-FB54A525002D}">
      <dgm:prSet/>
      <dgm:spPr/>
      <dgm:t>
        <a:bodyPr/>
        <a:lstStyle/>
        <a:p>
          <a:endParaRPr lang="en-US"/>
        </a:p>
      </dgm:t>
    </dgm:pt>
    <dgm:pt modelId="{7B603FAB-84BF-4AE6-9734-17EF16AE5152}" type="sibTrans" cxnId="{8CCF6EF0-4DDB-4042-BB71-FB54A525002D}">
      <dgm:prSet/>
      <dgm:spPr/>
      <dgm:t>
        <a:bodyPr/>
        <a:lstStyle/>
        <a:p>
          <a:endParaRPr lang="en-US"/>
        </a:p>
      </dgm:t>
    </dgm:pt>
    <dgm:pt modelId="{C487DD59-BD3C-4C95-A1E5-FA7B02DE1D4E}">
      <dgm:prSet/>
      <dgm:spPr/>
      <dgm:t>
        <a:bodyPr/>
        <a:lstStyle/>
        <a:p>
          <a:r>
            <a:rPr lang="en-US"/>
            <a:t>The same transition may have different meanings in different cohorts, countries or policy contexts</a:t>
          </a:r>
        </a:p>
      </dgm:t>
    </dgm:pt>
    <dgm:pt modelId="{B179B10E-D13F-4BF5-9D36-5D9235DC7DEA}" type="parTrans" cxnId="{66CD8021-4568-4E4E-BCB5-CA31D9447C01}">
      <dgm:prSet/>
      <dgm:spPr/>
      <dgm:t>
        <a:bodyPr/>
        <a:lstStyle/>
        <a:p>
          <a:endParaRPr lang="en-US"/>
        </a:p>
      </dgm:t>
    </dgm:pt>
    <dgm:pt modelId="{0120A241-4F35-49EC-A224-CB3835387691}" type="sibTrans" cxnId="{66CD8021-4568-4E4E-BCB5-CA31D9447C01}">
      <dgm:prSet/>
      <dgm:spPr/>
      <dgm:t>
        <a:bodyPr/>
        <a:lstStyle/>
        <a:p>
          <a:endParaRPr lang="en-US"/>
        </a:p>
      </dgm:t>
    </dgm:pt>
    <dgm:pt modelId="{8355C2E7-D168-4527-B4E7-DAA83065481C}">
      <dgm:prSet/>
      <dgm:spPr/>
      <dgm:t>
        <a:bodyPr/>
        <a:lstStyle/>
        <a:p>
          <a:r>
            <a:rPr lang="en-US"/>
            <a:t>E.g. entering the labour market during a recession…</a:t>
          </a:r>
        </a:p>
      </dgm:t>
    </dgm:pt>
    <dgm:pt modelId="{5866D26D-D02F-42E5-AC1F-A52DD43E0337}" type="parTrans" cxnId="{3EC398A3-7BEC-4F7B-BFA4-B0067EF9CE8A}">
      <dgm:prSet/>
      <dgm:spPr/>
      <dgm:t>
        <a:bodyPr/>
        <a:lstStyle/>
        <a:p>
          <a:endParaRPr lang="en-US"/>
        </a:p>
      </dgm:t>
    </dgm:pt>
    <dgm:pt modelId="{C2F03312-32F7-435E-A88B-4307B63449EE}" type="sibTrans" cxnId="{3EC398A3-7BEC-4F7B-BFA4-B0067EF9CE8A}">
      <dgm:prSet/>
      <dgm:spPr/>
      <dgm:t>
        <a:bodyPr/>
        <a:lstStyle/>
        <a:p>
          <a:endParaRPr lang="en-US"/>
        </a:p>
      </dgm:t>
    </dgm:pt>
    <dgm:pt modelId="{6FD201BA-8F75-4A02-A492-59C635C00E0E}" type="pres">
      <dgm:prSet presAssocID="{FBEE2409-89EB-4F92-9BB0-E6B604A6B848}" presName="Name0" presStyleCnt="0">
        <dgm:presLayoutVars>
          <dgm:dir/>
          <dgm:animLvl val="lvl"/>
          <dgm:resizeHandles val="exact"/>
        </dgm:presLayoutVars>
      </dgm:prSet>
      <dgm:spPr/>
    </dgm:pt>
    <dgm:pt modelId="{C823D22E-AC60-4E08-96A9-43F31ADFBB4E}" type="pres">
      <dgm:prSet presAssocID="{BD061E45-47BC-44E5-852B-F43DCBD6CAFE}" presName="composite" presStyleCnt="0"/>
      <dgm:spPr/>
    </dgm:pt>
    <dgm:pt modelId="{76569C67-DC5D-4968-B019-738F00DC557E}" type="pres">
      <dgm:prSet presAssocID="{BD061E45-47BC-44E5-852B-F43DCBD6CAFE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A50DC3D4-7D8F-4B61-B58C-2D1856CC7672}" type="pres">
      <dgm:prSet presAssocID="{BD061E45-47BC-44E5-852B-F43DCBD6CAFE}" presName="desTx" presStyleLbl="alignAccFollowNode1" presStyleIdx="0" presStyleCnt="4">
        <dgm:presLayoutVars>
          <dgm:bulletEnabled val="1"/>
        </dgm:presLayoutVars>
      </dgm:prSet>
      <dgm:spPr/>
    </dgm:pt>
    <dgm:pt modelId="{8183A590-A448-4B2B-9168-4E90451AD290}" type="pres">
      <dgm:prSet presAssocID="{5ADD1412-78B3-4858-8780-257DD0A3C824}" presName="space" presStyleCnt="0"/>
      <dgm:spPr/>
    </dgm:pt>
    <dgm:pt modelId="{690209BA-FF35-4ACE-A305-5749A50ACEC1}" type="pres">
      <dgm:prSet presAssocID="{6A984C4A-3FCE-4DCA-AFE9-48E810AB17C2}" presName="composite" presStyleCnt="0"/>
      <dgm:spPr/>
    </dgm:pt>
    <dgm:pt modelId="{AABDCC36-CEFC-4C16-9273-4A15DF5EB861}" type="pres">
      <dgm:prSet presAssocID="{6A984C4A-3FCE-4DCA-AFE9-48E810AB17C2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EA1998D7-3915-4399-9B30-92B979EC309F}" type="pres">
      <dgm:prSet presAssocID="{6A984C4A-3FCE-4DCA-AFE9-48E810AB17C2}" presName="desTx" presStyleLbl="alignAccFollowNode1" presStyleIdx="1" presStyleCnt="4">
        <dgm:presLayoutVars>
          <dgm:bulletEnabled val="1"/>
        </dgm:presLayoutVars>
      </dgm:prSet>
      <dgm:spPr/>
    </dgm:pt>
    <dgm:pt modelId="{FAF458B8-EDC4-4749-8042-07E45CF1A596}" type="pres">
      <dgm:prSet presAssocID="{514B6A0E-D269-4E36-9A0B-68BBD362A666}" presName="space" presStyleCnt="0"/>
      <dgm:spPr/>
    </dgm:pt>
    <dgm:pt modelId="{23BDA01E-B087-4A8D-A3D8-FD92D5A97438}" type="pres">
      <dgm:prSet presAssocID="{D91038BE-997B-4DD5-8399-B7C1F8F830D5}" presName="composite" presStyleCnt="0"/>
      <dgm:spPr/>
    </dgm:pt>
    <dgm:pt modelId="{59F0E7C4-B9D7-47D6-9C9F-9ABF67537CC1}" type="pres">
      <dgm:prSet presAssocID="{D91038BE-997B-4DD5-8399-B7C1F8F830D5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FE4BF652-4E8D-40A0-93B3-5AEA45B6AFC2}" type="pres">
      <dgm:prSet presAssocID="{D91038BE-997B-4DD5-8399-B7C1F8F830D5}" presName="desTx" presStyleLbl="alignAccFollowNode1" presStyleIdx="2" presStyleCnt="4">
        <dgm:presLayoutVars>
          <dgm:bulletEnabled val="1"/>
        </dgm:presLayoutVars>
      </dgm:prSet>
      <dgm:spPr/>
    </dgm:pt>
    <dgm:pt modelId="{BDCC4835-0BB5-476C-BB11-DA89958B8583}" type="pres">
      <dgm:prSet presAssocID="{68E7410A-D89F-48D4-84FA-7DAA780B43BB}" presName="space" presStyleCnt="0"/>
      <dgm:spPr/>
    </dgm:pt>
    <dgm:pt modelId="{790496EE-A19E-4C4D-8E95-4535AC54406B}" type="pres">
      <dgm:prSet presAssocID="{EC312A7A-8E42-4F65-9AAC-F9E011D5C49E}" presName="composite" presStyleCnt="0"/>
      <dgm:spPr/>
    </dgm:pt>
    <dgm:pt modelId="{3E889F2F-81F5-4733-A11E-5E48606DCEB4}" type="pres">
      <dgm:prSet presAssocID="{EC312A7A-8E42-4F65-9AAC-F9E011D5C49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C95408A-93AE-4754-AB19-A61344C5F524}" type="pres">
      <dgm:prSet presAssocID="{EC312A7A-8E42-4F65-9AAC-F9E011D5C49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C97E600-53F3-4370-ADB7-B6F9DDF20C2F}" type="presOf" srcId="{7356C794-1E0F-4488-8528-6DBBABF8B9AB}" destId="{A50DC3D4-7D8F-4B61-B58C-2D1856CC7672}" srcOrd="0" destOrd="0" presId="urn:microsoft.com/office/officeart/2005/8/layout/hList1"/>
    <dgm:cxn modelId="{8D34EE03-5899-40A2-BE4F-C9870DCFE96E}" srcId="{BD061E45-47BC-44E5-852B-F43DCBD6CAFE}" destId="{7356C794-1E0F-4488-8528-6DBBABF8B9AB}" srcOrd="0" destOrd="0" parTransId="{4F6B1EFE-F36E-47E3-B187-4F745934AC52}" sibTransId="{78260A8E-64DA-4AEE-9127-37964F46C693}"/>
    <dgm:cxn modelId="{7C55970C-E3B5-4FC5-A530-291EC8FC1142}" type="presOf" srcId="{6A984C4A-3FCE-4DCA-AFE9-48E810AB17C2}" destId="{AABDCC36-CEFC-4C16-9273-4A15DF5EB861}" srcOrd="0" destOrd="0" presId="urn:microsoft.com/office/officeart/2005/8/layout/hList1"/>
    <dgm:cxn modelId="{73AF8812-A598-4EF7-A900-5AE970969F24}" srcId="{FBEE2409-89EB-4F92-9BB0-E6B604A6B848}" destId="{BD061E45-47BC-44E5-852B-F43DCBD6CAFE}" srcOrd="0" destOrd="0" parTransId="{299FA0A0-B1A6-45E8-80B7-0CCBD51B298B}" sibTransId="{5ADD1412-78B3-4858-8780-257DD0A3C824}"/>
    <dgm:cxn modelId="{B8F6F814-D89B-4D43-A7CC-B877FDD9CB41}" type="presOf" srcId="{5D552E61-9699-4FE0-B9FC-2AC1E5352245}" destId="{FE4BF652-4E8D-40A0-93B3-5AEA45B6AFC2}" srcOrd="0" destOrd="0" presId="urn:microsoft.com/office/officeart/2005/8/layout/hList1"/>
    <dgm:cxn modelId="{3F576D18-68F5-4CA6-AA39-D583D705CC88}" type="presOf" srcId="{EC312A7A-8E42-4F65-9AAC-F9E011D5C49E}" destId="{3E889F2F-81F5-4733-A11E-5E48606DCEB4}" srcOrd="0" destOrd="0" presId="urn:microsoft.com/office/officeart/2005/8/layout/hList1"/>
    <dgm:cxn modelId="{978F111D-A58C-49F9-8379-B3C3AB811175}" type="presOf" srcId="{3485AF63-406F-4722-81DF-CA9A49A8CDF2}" destId="{EA1998D7-3915-4399-9B30-92B979EC309F}" srcOrd="0" destOrd="1" presId="urn:microsoft.com/office/officeart/2005/8/layout/hList1"/>
    <dgm:cxn modelId="{D36CFB1D-B9D8-4EC8-AB07-95197D10B0B4}" type="presOf" srcId="{E92FA2D1-8B97-40DD-8647-8B3004BE8DE5}" destId="{A50DC3D4-7D8F-4B61-B58C-2D1856CC7672}" srcOrd="0" destOrd="1" presId="urn:microsoft.com/office/officeart/2005/8/layout/hList1"/>
    <dgm:cxn modelId="{66CD8021-4568-4E4E-BCB5-CA31D9447C01}" srcId="{EC312A7A-8E42-4F65-9AAC-F9E011D5C49E}" destId="{C487DD59-BD3C-4C95-A1E5-FA7B02DE1D4E}" srcOrd="0" destOrd="0" parTransId="{B179B10E-D13F-4BF5-9D36-5D9235DC7DEA}" sibTransId="{0120A241-4F35-49EC-A224-CB3835387691}"/>
    <dgm:cxn modelId="{6C4ED965-4F52-443E-9C29-651A49117C49}" type="presOf" srcId="{BD061E45-47BC-44E5-852B-F43DCBD6CAFE}" destId="{76569C67-DC5D-4968-B019-738F00DC557E}" srcOrd="0" destOrd="0" presId="urn:microsoft.com/office/officeart/2005/8/layout/hList1"/>
    <dgm:cxn modelId="{18E96E67-4E04-40F3-A4CF-4E225E1BF086}" type="presOf" srcId="{14BC5098-CB9A-4A06-920E-7316C878E478}" destId="{FE4BF652-4E8D-40A0-93B3-5AEA45B6AFC2}" srcOrd="0" destOrd="1" presId="urn:microsoft.com/office/officeart/2005/8/layout/hList1"/>
    <dgm:cxn modelId="{54DA0E48-6113-4D49-B0E2-01B821F24467}" srcId="{BD061E45-47BC-44E5-852B-F43DCBD6CAFE}" destId="{E92FA2D1-8B97-40DD-8647-8B3004BE8DE5}" srcOrd="1" destOrd="0" parTransId="{DA868C0D-C099-4A5F-8843-7FFCC728CC0A}" sibTransId="{13A0B553-C3A0-44FB-8D52-78813712FBE0}"/>
    <dgm:cxn modelId="{D8BA554C-C501-4605-979D-7C11494F49EC}" srcId="{FBEE2409-89EB-4F92-9BB0-E6B604A6B848}" destId="{D91038BE-997B-4DD5-8399-B7C1F8F830D5}" srcOrd="2" destOrd="0" parTransId="{6CD7BA44-9BBA-45D6-95DB-B7B95020842E}" sibTransId="{68E7410A-D89F-48D4-84FA-7DAA780B43BB}"/>
    <dgm:cxn modelId="{44AA824C-2F31-4584-8428-EDF20663D5FF}" type="presOf" srcId="{3E23BE79-EA88-45EC-90E6-BC6586602950}" destId="{EA1998D7-3915-4399-9B30-92B979EC309F}" srcOrd="0" destOrd="0" presId="urn:microsoft.com/office/officeart/2005/8/layout/hList1"/>
    <dgm:cxn modelId="{3CE7A257-DC8F-44BC-A854-9E6FD4531611}" srcId="{D91038BE-997B-4DD5-8399-B7C1F8F830D5}" destId="{5D552E61-9699-4FE0-B9FC-2AC1E5352245}" srcOrd="0" destOrd="0" parTransId="{D5A83BF7-F90B-4F7C-A04F-ACC84ADA7873}" sibTransId="{D022C193-913E-45B4-B09B-7C27C1ED8D17}"/>
    <dgm:cxn modelId="{C8BF247C-1835-412D-A006-19B8AE3FCCCE}" srcId="{FBEE2409-89EB-4F92-9BB0-E6B604A6B848}" destId="{6A984C4A-3FCE-4DCA-AFE9-48E810AB17C2}" srcOrd="1" destOrd="0" parTransId="{4B27345B-B784-4DC9-B221-596016DC52AE}" sibTransId="{514B6A0E-D269-4E36-9A0B-68BBD362A666}"/>
    <dgm:cxn modelId="{3C27537C-5EBC-41B0-903A-6B9E03903FB6}" type="presOf" srcId="{FBEE2409-89EB-4F92-9BB0-E6B604A6B848}" destId="{6FD201BA-8F75-4A02-A492-59C635C00E0E}" srcOrd="0" destOrd="0" presId="urn:microsoft.com/office/officeart/2005/8/layout/hList1"/>
    <dgm:cxn modelId="{00380786-982F-4411-A389-F78B553B0B8B}" type="presOf" srcId="{8355C2E7-D168-4527-B4E7-DAA83065481C}" destId="{FC95408A-93AE-4754-AB19-A61344C5F524}" srcOrd="0" destOrd="1" presId="urn:microsoft.com/office/officeart/2005/8/layout/hList1"/>
    <dgm:cxn modelId="{EAA54995-680B-4B08-9C90-333575877086}" type="presOf" srcId="{D91038BE-997B-4DD5-8399-B7C1F8F830D5}" destId="{59F0E7C4-B9D7-47D6-9C9F-9ABF67537CC1}" srcOrd="0" destOrd="0" presId="urn:microsoft.com/office/officeart/2005/8/layout/hList1"/>
    <dgm:cxn modelId="{3EC398A3-7BEC-4F7B-BFA4-B0067EF9CE8A}" srcId="{EC312A7A-8E42-4F65-9AAC-F9E011D5C49E}" destId="{8355C2E7-D168-4527-B4E7-DAA83065481C}" srcOrd="1" destOrd="0" parTransId="{5866D26D-D02F-42E5-AC1F-A52DD43E0337}" sibTransId="{C2F03312-32F7-435E-A88B-4307B63449EE}"/>
    <dgm:cxn modelId="{C7C6EAA9-CD89-477D-A6BE-D51948B110EA}" srcId="{6A984C4A-3FCE-4DCA-AFE9-48E810AB17C2}" destId="{3485AF63-406F-4722-81DF-CA9A49A8CDF2}" srcOrd="1" destOrd="0" parTransId="{3B5E872B-7F74-4B81-A9A4-843F8AE6FF5F}" sibTransId="{48A32875-CCBD-42E1-BDCF-B22FEB403453}"/>
    <dgm:cxn modelId="{8F8A87B0-E0CE-4ADA-B69D-EF0A3EDEFACA}" type="presOf" srcId="{C487DD59-BD3C-4C95-A1E5-FA7B02DE1D4E}" destId="{FC95408A-93AE-4754-AB19-A61344C5F524}" srcOrd="0" destOrd="0" presId="urn:microsoft.com/office/officeart/2005/8/layout/hList1"/>
    <dgm:cxn modelId="{FA7173C1-7323-4A6A-B0BF-BE0C3AA25682}" srcId="{6A984C4A-3FCE-4DCA-AFE9-48E810AB17C2}" destId="{3E23BE79-EA88-45EC-90E6-BC6586602950}" srcOrd="0" destOrd="0" parTransId="{4BA26D71-D4C4-455D-AEAB-E817C47B2B79}" sibTransId="{EC417E53-9333-44EF-A5D7-9FB89FDE3EB9}"/>
    <dgm:cxn modelId="{58486AD2-86C8-45E8-B81E-BC35A3E2134F}" srcId="{D91038BE-997B-4DD5-8399-B7C1F8F830D5}" destId="{14BC5098-CB9A-4A06-920E-7316C878E478}" srcOrd="1" destOrd="0" parTransId="{B869E86E-2188-4584-B04D-13FF3B6404EA}" sibTransId="{381A7868-E1C8-4319-A9DD-5595F99B3C7A}"/>
    <dgm:cxn modelId="{8CCF6EF0-4DDB-4042-BB71-FB54A525002D}" srcId="{FBEE2409-89EB-4F92-9BB0-E6B604A6B848}" destId="{EC312A7A-8E42-4F65-9AAC-F9E011D5C49E}" srcOrd="3" destOrd="0" parTransId="{15262FAD-7FFF-498E-9D95-0FD82D7699FA}" sibTransId="{7B603FAB-84BF-4AE6-9734-17EF16AE5152}"/>
    <dgm:cxn modelId="{94ADF1C3-69F0-411B-8B2F-CB106652210A}" type="presParOf" srcId="{6FD201BA-8F75-4A02-A492-59C635C00E0E}" destId="{C823D22E-AC60-4E08-96A9-43F31ADFBB4E}" srcOrd="0" destOrd="0" presId="urn:microsoft.com/office/officeart/2005/8/layout/hList1"/>
    <dgm:cxn modelId="{15623F3C-C04D-473E-BFF2-3F4FBE0B0997}" type="presParOf" srcId="{C823D22E-AC60-4E08-96A9-43F31ADFBB4E}" destId="{76569C67-DC5D-4968-B019-738F00DC557E}" srcOrd="0" destOrd="0" presId="urn:microsoft.com/office/officeart/2005/8/layout/hList1"/>
    <dgm:cxn modelId="{EA0DDCF3-CCF4-4F87-8A62-9DFEB4DBB934}" type="presParOf" srcId="{C823D22E-AC60-4E08-96A9-43F31ADFBB4E}" destId="{A50DC3D4-7D8F-4B61-B58C-2D1856CC7672}" srcOrd="1" destOrd="0" presId="urn:microsoft.com/office/officeart/2005/8/layout/hList1"/>
    <dgm:cxn modelId="{A0261ADB-0CC0-4C09-92E2-6984EC448584}" type="presParOf" srcId="{6FD201BA-8F75-4A02-A492-59C635C00E0E}" destId="{8183A590-A448-4B2B-9168-4E90451AD290}" srcOrd="1" destOrd="0" presId="urn:microsoft.com/office/officeart/2005/8/layout/hList1"/>
    <dgm:cxn modelId="{3CDE5ACE-58B0-406E-AA02-1EE49E4597F8}" type="presParOf" srcId="{6FD201BA-8F75-4A02-A492-59C635C00E0E}" destId="{690209BA-FF35-4ACE-A305-5749A50ACEC1}" srcOrd="2" destOrd="0" presId="urn:microsoft.com/office/officeart/2005/8/layout/hList1"/>
    <dgm:cxn modelId="{305E9A85-1BF5-4F6F-8718-AFE4642FDD45}" type="presParOf" srcId="{690209BA-FF35-4ACE-A305-5749A50ACEC1}" destId="{AABDCC36-CEFC-4C16-9273-4A15DF5EB861}" srcOrd="0" destOrd="0" presId="urn:microsoft.com/office/officeart/2005/8/layout/hList1"/>
    <dgm:cxn modelId="{306B03E8-53BE-4ED7-8E65-30FE029E567E}" type="presParOf" srcId="{690209BA-FF35-4ACE-A305-5749A50ACEC1}" destId="{EA1998D7-3915-4399-9B30-92B979EC309F}" srcOrd="1" destOrd="0" presId="urn:microsoft.com/office/officeart/2005/8/layout/hList1"/>
    <dgm:cxn modelId="{91C0D8A9-4814-4D50-A093-086A0553674E}" type="presParOf" srcId="{6FD201BA-8F75-4A02-A492-59C635C00E0E}" destId="{FAF458B8-EDC4-4749-8042-07E45CF1A596}" srcOrd="3" destOrd="0" presId="urn:microsoft.com/office/officeart/2005/8/layout/hList1"/>
    <dgm:cxn modelId="{C9DBC470-B2FF-48AD-9FB4-65EE85CF8E9D}" type="presParOf" srcId="{6FD201BA-8F75-4A02-A492-59C635C00E0E}" destId="{23BDA01E-B087-4A8D-A3D8-FD92D5A97438}" srcOrd="4" destOrd="0" presId="urn:microsoft.com/office/officeart/2005/8/layout/hList1"/>
    <dgm:cxn modelId="{63C895CE-FE03-4CD0-97F7-AE2B5FA71DE6}" type="presParOf" srcId="{23BDA01E-B087-4A8D-A3D8-FD92D5A97438}" destId="{59F0E7C4-B9D7-47D6-9C9F-9ABF67537CC1}" srcOrd="0" destOrd="0" presId="urn:microsoft.com/office/officeart/2005/8/layout/hList1"/>
    <dgm:cxn modelId="{CFB4CDB2-3E2B-48DB-A75D-E0BA17A835B3}" type="presParOf" srcId="{23BDA01E-B087-4A8D-A3D8-FD92D5A97438}" destId="{FE4BF652-4E8D-40A0-93B3-5AEA45B6AFC2}" srcOrd="1" destOrd="0" presId="urn:microsoft.com/office/officeart/2005/8/layout/hList1"/>
    <dgm:cxn modelId="{E917E70A-BFF2-4AB1-826B-1FF1030154D4}" type="presParOf" srcId="{6FD201BA-8F75-4A02-A492-59C635C00E0E}" destId="{BDCC4835-0BB5-476C-BB11-DA89958B8583}" srcOrd="5" destOrd="0" presId="urn:microsoft.com/office/officeart/2005/8/layout/hList1"/>
    <dgm:cxn modelId="{CA8859C8-DE5B-48B8-A9C0-2999636CD66D}" type="presParOf" srcId="{6FD201BA-8F75-4A02-A492-59C635C00E0E}" destId="{790496EE-A19E-4C4D-8E95-4535AC54406B}" srcOrd="6" destOrd="0" presId="urn:microsoft.com/office/officeart/2005/8/layout/hList1"/>
    <dgm:cxn modelId="{E4842254-9E3E-43B4-A3FD-233149FCC030}" type="presParOf" srcId="{790496EE-A19E-4C4D-8E95-4535AC54406B}" destId="{3E889F2F-81F5-4733-A11E-5E48606DCEB4}" srcOrd="0" destOrd="0" presId="urn:microsoft.com/office/officeart/2005/8/layout/hList1"/>
    <dgm:cxn modelId="{FFB74191-0289-4FA9-968B-DB5BB8C66E7C}" type="presParOf" srcId="{790496EE-A19E-4C4D-8E95-4535AC54406B}" destId="{FC95408A-93AE-4754-AB19-A61344C5F52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461165E-2F41-4FD2-9CE9-FB02F52EFBAF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en-US"/>
        </a:p>
      </dgm:t>
    </dgm:pt>
    <dgm:pt modelId="{F16820E3-3FA7-445A-99EE-F35E7465B34A}">
      <dgm:prSet custT="1"/>
      <dgm:spPr/>
      <dgm:t>
        <a:bodyPr/>
        <a:lstStyle/>
        <a:p>
          <a:r>
            <a:rPr lang="en-US" sz="2400"/>
            <a:t>timing of labour-market entry;</a:t>
          </a:r>
        </a:p>
      </dgm:t>
    </dgm:pt>
    <dgm:pt modelId="{DA62147C-15F6-4385-ABC9-49F21AA168D6}" type="parTrans" cxnId="{80DB89BE-6860-42C4-9017-B3B42E13F5B2}">
      <dgm:prSet/>
      <dgm:spPr/>
      <dgm:t>
        <a:bodyPr/>
        <a:lstStyle/>
        <a:p>
          <a:endParaRPr lang="en-US" sz="1600"/>
        </a:p>
      </dgm:t>
    </dgm:pt>
    <dgm:pt modelId="{B8CBA388-0B32-4AD2-902C-B937597FB4F7}" type="sibTrans" cxnId="{80DB89BE-6860-42C4-9017-B3B42E13F5B2}">
      <dgm:prSet/>
      <dgm:spPr/>
      <dgm:t>
        <a:bodyPr/>
        <a:lstStyle/>
        <a:p>
          <a:endParaRPr lang="en-US" sz="1600"/>
        </a:p>
      </dgm:t>
    </dgm:pt>
    <dgm:pt modelId="{13F58644-5E96-4835-8199-B1CD673854A3}">
      <dgm:prSet custT="1"/>
      <dgm:spPr/>
      <dgm:t>
        <a:bodyPr/>
        <a:lstStyle/>
        <a:p>
          <a:r>
            <a:rPr lang="en-US" sz="2400"/>
            <a:t>accumulated unemployment;</a:t>
          </a:r>
        </a:p>
      </dgm:t>
    </dgm:pt>
    <dgm:pt modelId="{B82C89D0-99E8-4C16-888B-9C9E7330A39A}" type="parTrans" cxnId="{3BAF3471-3C6C-4D30-A6DC-01DF9031F263}">
      <dgm:prSet/>
      <dgm:spPr/>
      <dgm:t>
        <a:bodyPr/>
        <a:lstStyle/>
        <a:p>
          <a:endParaRPr lang="en-US" sz="1600"/>
        </a:p>
      </dgm:t>
    </dgm:pt>
    <dgm:pt modelId="{0BBB8EA7-CAEB-4076-A582-69369518B07E}" type="sibTrans" cxnId="{3BAF3471-3C6C-4D30-A6DC-01DF9031F263}">
      <dgm:prSet/>
      <dgm:spPr/>
      <dgm:t>
        <a:bodyPr/>
        <a:lstStyle/>
        <a:p>
          <a:endParaRPr lang="en-US" sz="1600"/>
        </a:p>
      </dgm:t>
    </dgm:pt>
    <dgm:pt modelId="{BF1E7E2D-0871-49AF-9C1C-01F8FC8069B2}">
      <dgm:prSet custT="1"/>
      <dgm:spPr/>
      <dgm:t>
        <a:bodyPr/>
        <a:lstStyle/>
        <a:p>
          <a:r>
            <a:rPr lang="en-US" sz="2400"/>
            <a:t>instability;</a:t>
          </a:r>
        </a:p>
      </dgm:t>
    </dgm:pt>
    <dgm:pt modelId="{14054965-8FB7-4EA7-801E-6D748F4818E4}" type="parTrans" cxnId="{618C98C9-54F1-463C-B17E-36AB97728593}">
      <dgm:prSet/>
      <dgm:spPr/>
      <dgm:t>
        <a:bodyPr/>
        <a:lstStyle/>
        <a:p>
          <a:endParaRPr lang="en-US" sz="1600"/>
        </a:p>
      </dgm:t>
    </dgm:pt>
    <dgm:pt modelId="{2A06CA38-5FBE-4588-8034-5512415879BC}" type="sibTrans" cxnId="{618C98C9-54F1-463C-B17E-36AB97728593}">
      <dgm:prSet/>
      <dgm:spPr/>
      <dgm:t>
        <a:bodyPr/>
        <a:lstStyle/>
        <a:p>
          <a:endParaRPr lang="en-US" sz="1600"/>
        </a:p>
      </dgm:t>
    </dgm:pt>
    <dgm:pt modelId="{FECD052F-E6D1-41A0-AE88-CCF40ED56C8B}">
      <dgm:prSet custT="1"/>
      <dgm:spPr/>
      <dgm:t>
        <a:bodyPr/>
        <a:lstStyle/>
        <a:p>
          <a:r>
            <a:rPr lang="en-US" sz="2400"/>
            <a:t>care-related interruption;</a:t>
          </a:r>
        </a:p>
      </dgm:t>
    </dgm:pt>
    <dgm:pt modelId="{41B97C34-6301-4E19-A56E-6C915DE58C53}" type="parTrans" cxnId="{B5C6DE58-1617-4588-A3E1-551F563411BB}">
      <dgm:prSet/>
      <dgm:spPr/>
      <dgm:t>
        <a:bodyPr/>
        <a:lstStyle/>
        <a:p>
          <a:endParaRPr lang="en-US" sz="1600"/>
        </a:p>
      </dgm:t>
    </dgm:pt>
    <dgm:pt modelId="{50370427-1F1A-45C1-8273-9F216E6B7783}" type="sibTrans" cxnId="{B5C6DE58-1617-4588-A3E1-551F563411BB}">
      <dgm:prSet/>
      <dgm:spPr/>
      <dgm:t>
        <a:bodyPr/>
        <a:lstStyle/>
        <a:p>
          <a:endParaRPr lang="en-US" sz="1600"/>
        </a:p>
      </dgm:t>
    </dgm:pt>
    <dgm:pt modelId="{E673B801-CE81-4FBE-B427-2A970EF7BE41}">
      <dgm:prSet custT="1"/>
      <dgm:spPr/>
      <dgm:t>
        <a:bodyPr/>
        <a:lstStyle/>
        <a:p>
          <a:r>
            <a:rPr lang="en-US" sz="2400"/>
            <a:t>pathways back into employment.</a:t>
          </a:r>
        </a:p>
      </dgm:t>
    </dgm:pt>
    <dgm:pt modelId="{A1C4684E-453D-4AA1-AC65-AA0D08A68B9A}" type="parTrans" cxnId="{04F3BA9F-01FF-4F82-8189-BACC3153DB5C}">
      <dgm:prSet/>
      <dgm:spPr/>
      <dgm:t>
        <a:bodyPr/>
        <a:lstStyle/>
        <a:p>
          <a:endParaRPr lang="en-US" sz="1600"/>
        </a:p>
      </dgm:t>
    </dgm:pt>
    <dgm:pt modelId="{40AEDB47-679F-4F14-9999-7E2EB9123767}" type="sibTrans" cxnId="{04F3BA9F-01FF-4F82-8189-BACC3153DB5C}">
      <dgm:prSet/>
      <dgm:spPr/>
      <dgm:t>
        <a:bodyPr/>
        <a:lstStyle/>
        <a:p>
          <a:endParaRPr lang="en-US" sz="1600"/>
        </a:p>
      </dgm:t>
    </dgm:pt>
    <dgm:pt modelId="{487C42F6-7BD3-4BB2-8AD6-D04B934B8D87}" type="pres">
      <dgm:prSet presAssocID="{D461165E-2F41-4FD2-9CE9-FB02F52EFBAF}" presName="diagram" presStyleCnt="0">
        <dgm:presLayoutVars>
          <dgm:dir/>
          <dgm:resizeHandles val="exact"/>
        </dgm:presLayoutVars>
      </dgm:prSet>
      <dgm:spPr/>
    </dgm:pt>
    <dgm:pt modelId="{F96BC6E4-BC7A-438D-8CFB-E3D9756F9756}" type="pres">
      <dgm:prSet presAssocID="{F16820E3-3FA7-445A-99EE-F35E7465B34A}" presName="node" presStyleLbl="node1" presStyleIdx="0" presStyleCnt="5">
        <dgm:presLayoutVars>
          <dgm:bulletEnabled val="1"/>
        </dgm:presLayoutVars>
      </dgm:prSet>
      <dgm:spPr/>
    </dgm:pt>
    <dgm:pt modelId="{9AC9F2E6-B6C1-4211-A2F3-2E168BF42503}" type="pres">
      <dgm:prSet presAssocID="{B8CBA388-0B32-4AD2-902C-B937597FB4F7}" presName="sibTrans" presStyleCnt="0"/>
      <dgm:spPr/>
    </dgm:pt>
    <dgm:pt modelId="{0C310CC8-1C40-497A-8E30-C95FA8591786}" type="pres">
      <dgm:prSet presAssocID="{13F58644-5E96-4835-8199-B1CD673854A3}" presName="node" presStyleLbl="node1" presStyleIdx="1" presStyleCnt="5">
        <dgm:presLayoutVars>
          <dgm:bulletEnabled val="1"/>
        </dgm:presLayoutVars>
      </dgm:prSet>
      <dgm:spPr/>
    </dgm:pt>
    <dgm:pt modelId="{EC5BFD1B-0D5C-47B0-B967-54740D6A59F3}" type="pres">
      <dgm:prSet presAssocID="{0BBB8EA7-CAEB-4076-A582-69369518B07E}" presName="sibTrans" presStyleCnt="0"/>
      <dgm:spPr/>
    </dgm:pt>
    <dgm:pt modelId="{1367856E-8B6E-4C02-B29E-86A1AE710CBC}" type="pres">
      <dgm:prSet presAssocID="{BF1E7E2D-0871-49AF-9C1C-01F8FC8069B2}" presName="node" presStyleLbl="node1" presStyleIdx="2" presStyleCnt="5">
        <dgm:presLayoutVars>
          <dgm:bulletEnabled val="1"/>
        </dgm:presLayoutVars>
      </dgm:prSet>
      <dgm:spPr/>
    </dgm:pt>
    <dgm:pt modelId="{EED61C21-E12C-4F16-A05F-64F03D12D37A}" type="pres">
      <dgm:prSet presAssocID="{2A06CA38-5FBE-4588-8034-5512415879BC}" presName="sibTrans" presStyleCnt="0"/>
      <dgm:spPr/>
    </dgm:pt>
    <dgm:pt modelId="{7186E633-AA60-457A-BCB3-9DF4C3A50B90}" type="pres">
      <dgm:prSet presAssocID="{FECD052F-E6D1-41A0-AE88-CCF40ED56C8B}" presName="node" presStyleLbl="node1" presStyleIdx="3" presStyleCnt="5">
        <dgm:presLayoutVars>
          <dgm:bulletEnabled val="1"/>
        </dgm:presLayoutVars>
      </dgm:prSet>
      <dgm:spPr/>
    </dgm:pt>
    <dgm:pt modelId="{1869C9DC-8CBB-47AB-81AA-FC223786D54D}" type="pres">
      <dgm:prSet presAssocID="{50370427-1F1A-45C1-8273-9F216E6B7783}" presName="sibTrans" presStyleCnt="0"/>
      <dgm:spPr/>
    </dgm:pt>
    <dgm:pt modelId="{8CE2BC90-B08B-404E-AE31-B19C9E5DBFE6}" type="pres">
      <dgm:prSet presAssocID="{E673B801-CE81-4FBE-B427-2A970EF7BE41}" presName="node" presStyleLbl="node1" presStyleIdx="4" presStyleCnt="5">
        <dgm:presLayoutVars>
          <dgm:bulletEnabled val="1"/>
        </dgm:presLayoutVars>
      </dgm:prSet>
      <dgm:spPr/>
    </dgm:pt>
  </dgm:ptLst>
  <dgm:cxnLst>
    <dgm:cxn modelId="{62792E11-5210-450B-998B-8371EE8446CF}" type="presOf" srcId="{D461165E-2F41-4FD2-9CE9-FB02F52EFBAF}" destId="{487C42F6-7BD3-4BB2-8AD6-D04B934B8D87}" srcOrd="0" destOrd="0" presId="urn:microsoft.com/office/officeart/2005/8/layout/default"/>
    <dgm:cxn modelId="{6555511C-D3CB-4190-AB7C-C1EB32F6E388}" type="presOf" srcId="{F16820E3-3FA7-445A-99EE-F35E7465B34A}" destId="{F96BC6E4-BC7A-438D-8CFB-E3D9756F9756}" srcOrd="0" destOrd="0" presId="urn:microsoft.com/office/officeart/2005/8/layout/default"/>
    <dgm:cxn modelId="{9D52C741-8AEC-4367-B731-FAF32906CA88}" type="presOf" srcId="{BF1E7E2D-0871-49AF-9C1C-01F8FC8069B2}" destId="{1367856E-8B6E-4C02-B29E-86A1AE710CBC}" srcOrd="0" destOrd="0" presId="urn:microsoft.com/office/officeart/2005/8/layout/default"/>
    <dgm:cxn modelId="{668BC970-83D8-4600-ADF7-6E12D519A3CD}" type="presOf" srcId="{13F58644-5E96-4835-8199-B1CD673854A3}" destId="{0C310CC8-1C40-497A-8E30-C95FA8591786}" srcOrd="0" destOrd="0" presId="urn:microsoft.com/office/officeart/2005/8/layout/default"/>
    <dgm:cxn modelId="{3BAF3471-3C6C-4D30-A6DC-01DF9031F263}" srcId="{D461165E-2F41-4FD2-9CE9-FB02F52EFBAF}" destId="{13F58644-5E96-4835-8199-B1CD673854A3}" srcOrd="1" destOrd="0" parTransId="{B82C89D0-99E8-4C16-888B-9C9E7330A39A}" sibTransId="{0BBB8EA7-CAEB-4076-A582-69369518B07E}"/>
    <dgm:cxn modelId="{B5C6DE58-1617-4588-A3E1-551F563411BB}" srcId="{D461165E-2F41-4FD2-9CE9-FB02F52EFBAF}" destId="{FECD052F-E6D1-41A0-AE88-CCF40ED56C8B}" srcOrd="3" destOrd="0" parTransId="{41B97C34-6301-4E19-A56E-6C915DE58C53}" sibTransId="{50370427-1F1A-45C1-8273-9F216E6B7783}"/>
    <dgm:cxn modelId="{AEB03F89-4978-4D8D-8F2D-AD4160126A11}" type="presOf" srcId="{E673B801-CE81-4FBE-B427-2A970EF7BE41}" destId="{8CE2BC90-B08B-404E-AE31-B19C9E5DBFE6}" srcOrd="0" destOrd="0" presId="urn:microsoft.com/office/officeart/2005/8/layout/default"/>
    <dgm:cxn modelId="{04F3BA9F-01FF-4F82-8189-BACC3153DB5C}" srcId="{D461165E-2F41-4FD2-9CE9-FB02F52EFBAF}" destId="{E673B801-CE81-4FBE-B427-2A970EF7BE41}" srcOrd="4" destOrd="0" parTransId="{A1C4684E-453D-4AA1-AC65-AA0D08A68B9A}" sibTransId="{40AEDB47-679F-4F14-9999-7E2EB9123767}"/>
    <dgm:cxn modelId="{80DB89BE-6860-42C4-9017-B3B42E13F5B2}" srcId="{D461165E-2F41-4FD2-9CE9-FB02F52EFBAF}" destId="{F16820E3-3FA7-445A-99EE-F35E7465B34A}" srcOrd="0" destOrd="0" parTransId="{DA62147C-15F6-4385-ABC9-49F21AA168D6}" sibTransId="{B8CBA388-0B32-4AD2-902C-B937597FB4F7}"/>
    <dgm:cxn modelId="{948A01C7-B562-463D-8132-BE91B4C0F2FD}" type="presOf" srcId="{FECD052F-E6D1-41A0-AE88-CCF40ED56C8B}" destId="{7186E633-AA60-457A-BCB3-9DF4C3A50B90}" srcOrd="0" destOrd="0" presId="urn:microsoft.com/office/officeart/2005/8/layout/default"/>
    <dgm:cxn modelId="{618C98C9-54F1-463C-B17E-36AB97728593}" srcId="{D461165E-2F41-4FD2-9CE9-FB02F52EFBAF}" destId="{BF1E7E2D-0871-49AF-9C1C-01F8FC8069B2}" srcOrd="2" destOrd="0" parTransId="{14054965-8FB7-4EA7-801E-6D748F4818E4}" sibTransId="{2A06CA38-5FBE-4588-8034-5512415879BC}"/>
    <dgm:cxn modelId="{F84D3C34-0E77-499A-9710-0E81307E232F}" type="presParOf" srcId="{487C42F6-7BD3-4BB2-8AD6-D04B934B8D87}" destId="{F96BC6E4-BC7A-438D-8CFB-E3D9756F9756}" srcOrd="0" destOrd="0" presId="urn:microsoft.com/office/officeart/2005/8/layout/default"/>
    <dgm:cxn modelId="{0C03114E-7961-4C0F-AE0B-BC32A9C13D8F}" type="presParOf" srcId="{487C42F6-7BD3-4BB2-8AD6-D04B934B8D87}" destId="{9AC9F2E6-B6C1-4211-A2F3-2E168BF42503}" srcOrd="1" destOrd="0" presId="urn:microsoft.com/office/officeart/2005/8/layout/default"/>
    <dgm:cxn modelId="{814DA033-EB8E-4823-9B90-DD340DC35887}" type="presParOf" srcId="{487C42F6-7BD3-4BB2-8AD6-D04B934B8D87}" destId="{0C310CC8-1C40-497A-8E30-C95FA8591786}" srcOrd="2" destOrd="0" presId="urn:microsoft.com/office/officeart/2005/8/layout/default"/>
    <dgm:cxn modelId="{B792C9DD-58F7-45E6-8110-C2A93082D030}" type="presParOf" srcId="{487C42F6-7BD3-4BB2-8AD6-D04B934B8D87}" destId="{EC5BFD1B-0D5C-47B0-B967-54740D6A59F3}" srcOrd="3" destOrd="0" presId="urn:microsoft.com/office/officeart/2005/8/layout/default"/>
    <dgm:cxn modelId="{6A2A95EB-639D-45AC-BC3D-49F2893E3ED8}" type="presParOf" srcId="{487C42F6-7BD3-4BB2-8AD6-D04B934B8D87}" destId="{1367856E-8B6E-4C02-B29E-86A1AE710CBC}" srcOrd="4" destOrd="0" presId="urn:microsoft.com/office/officeart/2005/8/layout/default"/>
    <dgm:cxn modelId="{6B838F2F-FB3E-4147-BB6F-8E6757BDCF66}" type="presParOf" srcId="{487C42F6-7BD3-4BB2-8AD6-D04B934B8D87}" destId="{EED61C21-E12C-4F16-A05F-64F03D12D37A}" srcOrd="5" destOrd="0" presId="urn:microsoft.com/office/officeart/2005/8/layout/default"/>
    <dgm:cxn modelId="{FCD02820-2742-4916-B1B4-FD02EC24828C}" type="presParOf" srcId="{487C42F6-7BD3-4BB2-8AD6-D04B934B8D87}" destId="{7186E633-AA60-457A-BCB3-9DF4C3A50B90}" srcOrd="6" destOrd="0" presId="urn:microsoft.com/office/officeart/2005/8/layout/default"/>
    <dgm:cxn modelId="{A5DC4C6D-203F-4F8C-86AB-BCDAEA614F8F}" type="presParOf" srcId="{487C42F6-7BD3-4BB2-8AD6-D04B934B8D87}" destId="{1869C9DC-8CBB-47AB-81AA-FC223786D54D}" srcOrd="7" destOrd="0" presId="urn:microsoft.com/office/officeart/2005/8/layout/default"/>
    <dgm:cxn modelId="{283AF58B-5364-41B7-BB6C-BC85D55D1341}" type="presParOf" srcId="{487C42F6-7BD3-4BB2-8AD6-D04B934B8D87}" destId="{8CE2BC90-B08B-404E-AE31-B19C9E5DBFE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476C961-25FD-4DD2-A0CC-6CA597FBDAF9}" type="doc">
      <dgm:prSet loTypeId="urn:microsoft.com/office/officeart/2005/8/layout/hList1" loCatId="list" qsTypeId="urn:microsoft.com/office/officeart/2005/8/quickstyle/simple4" qsCatId="simple" csTypeId="urn:microsoft.com/office/officeart/2005/8/colors/accent2_1" csCatId="accent2"/>
      <dgm:spPr/>
      <dgm:t>
        <a:bodyPr/>
        <a:lstStyle/>
        <a:p>
          <a:endParaRPr lang="fr-FR"/>
        </a:p>
      </dgm:t>
    </dgm:pt>
    <dgm:pt modelId="{0CA4F5E7-E4A7-4FF3-8BD8-C3B0530B0C61}">
      <dgm:prSet/>
      <dgm:spPr/>
      <dgm:t>
        <a:bodyPr/>
        <a:lstStyle/>
        <a:p>
          <a:r>
            <a:rPr lang="en-US"/>
            <a:t>Event-based methods</a:t>
          </a:r>
          <a:endParaRPr lang="fr-FR"/>
        </a:p>
      </dgm:t>
    </dgm:pt>
    <dgm:pt modelId="{CE0FE7A3-E8A2-477F-A591-85C1174ECCA9}" type="parTrans" cxnId="{C75ECC9F-5AAB-47A1-9B91-BAEAB636C9E8}">
      <dgm:prSet/>
      <dgm:spPr/>
      <dgm:t>
        <a:bodyPr/>
        <a:lstStyle/>
        <a:p>
          <a:endParaRPr lang="fr-FR"/>
        </a:p>
      </dgm:t>
    </dgm:pt>
    <dgm:pt modelId="{B588DE71-6C01-406B-8E87-787C31C6DE0D}" type="sibTrans" cxnId="{C75ECC9F-5AAB-47A1-9B91-BAEAB636C9E8}">
      <dgm:prSet/>
      <dgm:spPr/>
      <dgm:t>
        <a:bodyPr/>
        <a:lstStyle/>
        <a:p>
          <a:endParaRPr lang="fr-FR"/>
        </a:p>
      </dgm:t>
    </dgm:pt>
    <dgm:pt modelId="{143C73F9-3599-4F8B-974E-4149CABF9E5E}">
      <dgm:prSet/>
      <dgm:spPr/>
      <dgm:t>
        <a:bodyPr/>
        <a:lstStyle/>
        <a:p>
          <a:r>
            <a:rPr lang="en-US"/>
            <a:t>Focuses on a particular transitions (e.g., first residence, first, second or third child, etc.)</a:t>
          </a:r>
          <a:endParaRPr lang="fr-FR"/>
        </a:p>
      </dgm:t>
    </dgm:pt>
    <dgm:pt modelId="{C97A8B53-C9E3-4E27-A0AD-4C22CB3AF4EB}" type="parTrans" cxnId="{C29C6F20-53E6-46A4-A162-E91A768C0BBC}">
      <dgm:prSet/>
      <dgm:spPr/>
      <dgm:t>
        <a:bodyPr/>
        <a:lstStyle/>
        <a:p>
          <a:endParaRPr lang="fr-FR"/>
        </a:p>
      </dgm:t>
    </dgm:pt>
    <dgm:pt modelId="{8D7B06D6-AE09-46F3-B2B1-648B6D0D10D0}" type="sibTrans" cxnId="{C29C6F20-53E6-46A4-A162-E91A768C0BBC}">
      <dgm:prSet/>
      <dgm:spPr/>
      <dgm:t>
        <a:bodyPr/>
        <a:lstStyle/>
        <a:p>
          <a:endParaRPr lang="fr-FR"/>
        </a:p>
      </dgm:t>
    </dgm:pt>
    <dgm:pt modelId="{A1CE05E8-B4CD-42BC-8FD8-62B0D47A0614}">
      <dgm:prSet/>
      <dgm:spPr/>
      <dgm:t>
        <a:bodyPr/>
        <a:lstStyle/>
        <a:p>
          <a:r>
            <a:rPr lang="en-US" dirty="0"/>
            <a:t>well suited to event-history analysis;</a:t>
          </a:r>
          <a:endParaRPr lang="fr-FR" dirty="0"/>
        </a:p>
      </dgm:t>
    </dgm:pt>
    <dgm:pt modelId="{15E40A74-F901-4481-BAD1-B5DC5E5EF3AE}" type="parTrans" cxnId="{92AECD9F-F144-4E10-9E87-8CEBC7EDA84A}">
      <dgm:prSet/>
      <dgm:spPr/>
      <dgm:t>
        <a:bodyPr/>
        <a:lstStyle/>
        <a:p>
          <a:endParaRPr lang="fr-FR"/>
        </a:p>
      </dgm:t>
    </dgm:pt>
    <dgm:pt modelId="{68689C0F-BEB9-4FEF-9E00-FD7CBB4AB13A}" type="sibTrans" cxnId="{92AECD9F-F144-4E10-9E87-8CEBC7EDA84A}">
      <dgm:prSet/>
      <dgm:spPr/>
      <dgm:t>
        <a:bodyPr/>
        <a:lstStyle/>
        <a:p>
          <a:endParaRPr lang="fr-FR"/>
        </a:p>
      </dgm:t>
    </dgm:pt>
    <dgm:pt modelId="{C666489B-C31A-4DD9-8073-506714686685}">
      <dgm:prSet/>
      <dgm:spPr/>
      <dgm:t>
        <a:bodyPr/>
        <a:lstStyle/>
        <a:p>
          <a:r>
            <a:rPr lang="en-US"/>
            <a:t>people who do not make the transition remain non-event or censored cases;</a:t>
          </a:r>
          <a:endParaRPr lang="fr-FR"/>
        </a:p>
      </dgm:t>
    </dgm:pt>
    <dgm:pt modelId="{15B5E623-2835-4DB8-B42C-36D53AF9AAB4}" type="parTrans" cxnId="{311AE610-A575-44C6-A414-DDA2EFD99942}">
      <dgm:prSet/>
      <dgm:spPr/>
      <dgm:t>
        <a:bodyPr/>
        <a:lstStyle/>
        <a:p>
          <a:endParaRPr lang="fr-FR"/>
        </a:p>
      </dgm:t>
    </dgm:pt>
    <dgm:pt modelId="{D50AA96A-664F-4C23-A41C-C3971B301309}" type="sibTrans" cxnId="{311AE610-A575-44C6-A414-DDA2EFD99942}">
      <dgm:prSet/>
      <dgm:spPr/>
      <dgm:t>
        <a:bodyPr/>
        <a:lstStyle/>
        <a:p>
          <a:endParaRPr lang="fr-FR"/>
        </a:p>
      </dgm:t>
    </dgm:pt>
    <dgm:pt modelId="{9EF5BB42-8116-45AC-BF88-91F3B1770815}">
      <dgm:prSet/>
      <dgm:spPr/>
      <dgm:t>
        <a:bodyPr/>
        <a:lstStyle/>
        <a:p>
          <a:r>
            <a:rPr lang="en-US"/>
            <a:t>what happens after the transition may not be central.</a:t>
          </a:r>
          <a:endParaRPr lang="fr-FR"/>
        </a:p>
      </dgm:t>
    </dgm:pt>
    <dgm:pt modelId="{0873B588-0F16-4530-BB1C-9C80D2CA33B7}" type="parTrans" cxnId="{6D078FA9-ECBA-459A-974A-F73D0D0C8322}">
      <dgm:prSet/>
      <dgm:spPr/>
      <dgm:t>
        <a:bodyPr/>
        <a:lstStyle/>
        <a:p>
          <a:endParaRPr lang="fr-FR"/>
        </a:p>
      </dgm:t>
    </dgm:pt>
    <dgm:pt modelId="{A337C0BF-2574-4B2F-B71F-308FD2B10DCE}" type="sibTrans" cxnId="{6D078FA9-ECBA-459A-974A-F73D0D0C8322}">
      <dgm:prSet/>
      <dgm:spPr/>
      <dgm:t>
        <a:bodyPr/>
        <a:lstStyle/>
        <a:p>
          <a:endParaRPr lang="fr-FR"/>
        </a:p>
      </dgm:t>
    </dgm:pt>
    <dgm:pt modelId="{AC8B924F-0760-45C3-A775-C8869B6AE395}">
      <dgm:prSet/>
      <dgm:spPr/>
      <dgm:t>
        <a:bodyPr/>
        <a:lstStyle/>
        <a:p>
          <a:r>
            <a:rPr lang="en-US"/>
            <a:t>Holistic methods</a:t>
          </a:r>
          <a:endParaRPr lang="fr-FR"/>
        </a:p>
      </dgm:t>
    </dgm:pt>
    <dgm:pt modelId="{A31AEE06-AF9E-4D65-9113-44FEF3CA73BD}" type="parTrans" cxnId="{ABA9EE48-1B40-4A28-B3AF-6B71CA1D982E}">
      <dgm:prSet/>
      <dgm:spPr/>
      <dgm:t>
        <a:bodyPr/>
        <a:lstStyle/>
        <a:p>
          <a:endParaRPr lang="fr-FR"/>
        </a:p>
      </dgm:t>
    </dgm:pt>
    <dgm:pt modelId="{3A48D92E-72BC-406B-AB15-B30FCFAE603F}" type="sibTrans" cxnId="{ABA9EE48-1B40-4A28-B3AF-6B71CA1D982E}">
      <dgm:prSet/>
      <dgm:spPr/>
      <dgm:t>
        <a:bodyPr/>
        <a:lstStyle/>
        <a:p>
          <a:endParaRPr lang="fr-FR"/>
        </a:p>
      </dgm:t>
    </dgm:pt>
    <dgm:pt modelId="{8A44DAEA-15DD-471E-8C42-9536ACBD0D83}">
      <dgm:prSet/>
      <dgm:spPr/>
      <dgm:t>
        <a:bodyPr/>
        <a:lstStyle/>
        <a:p>
          <a:r>
            <a:rPr lang="en-US"/>
            <a:t>Focuses on experiences between ages (e.g., housing and family trajectories between ages 20 and 50)</a:t>
          </a:r>
          <a:endParaRPr lang="fr-FR"/>
        </a:p>
      </dgm:t>
    </dgm:pt>
    <dgm:pt modelId="{69F5DCF4-8E0A-44DE-A5A5-91D1897A1184}" type="parTrans" cxnId="{D696E601-F2B4-4F71-B979-4053E1578753}">
      <dgm:prSet/>
      <dgm:spPr/>
      <dgm:t>
        <a:bodyPr/>
        <a:lstStyle/>
        <a:p>
          <a:endParaRPr lang="fr-FR"/>
        </a:p>
      </dgm:t>
    </dgm:pt>
    <dgm:pt modelId="{83027A44-F434-44FF-B9DB-90492EAF4833}" type="sibTrans" cxnId="{D696E601-F2B4-4F71-B979-4053E1578753}">
      <dgm:prSet/>
      <dgm:spPr/>
      <dgm:t>
        <a:bodyPr/>
        <a:lstStyle/>
        <a:p>
          <a:endParaRPr lang="fr-FR"/>
        </a:p>
      </dgm:t>
    </dgm:pt>
    <dgm:pt modelId="{B2882DE4-C293-4996-8694-BB9B9D414460}">
      <dgm:prSet/>
      <dgm:spPr/>
      <dgm:t>
        <a:bodyPr/>
        <a:lstStyle/>
        <a:p>
          <a:r>
            <a:rPr lang="en-US"/>
            <a:t>includes people who never go through the event; </a:t>
          </a:r>
          <a:endParaRPr lang="fr-FR"/>
        </a:p>
      </dgm:t>
    </dgm:pt>
    <dgm:pt modelId="{C5D85F89-2989-4403-BA50-BFDC054A6757}" type="parTrans" cxnId="{D95D197B-3F0A-4D4A-AB71-088F4B3454F1}">
      <dgm:prSet/>
      <dgm:spPr/>
      <dgm:t>
        <a:bodyPr/>
        <a:lstStyle/>
        <a:p>
          <a:endParaRPr lang="fr-FR"/>
        </a:p>
      </dgm:t>
    </dgm:pt>
    <dgm:pt modelId="{2EE4F43A-C787-4849-8D37-4E9C3F634CC6}" type="sibTrans" cxnId="{D95D197B-3F0A-4D4A-AB71-088F4B3454F1}">
      <dgm:prSet/>
      <dgm:spPr/>
      <dgm:t>
        <a:bodyPr/>
        <a:lstStyle/>
        <a:p>
          <a:endParaRPr lang="fr-FR"/>
        </a:p>
      </dgm:t>
    </dgm:pt>
    <dgm:pt modelId="{CCB5CF28-CB97-41A9-AC78-DF49162C635B}">
      <dgm:prSet/>
      <dgm:spPr/>
      <dgm:t>
        <a:bodyPr/>
        <a:lstStyle/>
        <a:p>
          <a:r>
            <a:rPr lang="en-US"/>
            <a:t>captures reversals and repeated transitions;</a:t>
          </a:r>
          <a:endParaRPr lang="fr-FR"/>
        </a:p>
      </dgm:t>
    </dgm:pt>
    <dgm:pt modelId="{4E84AFE8-EA86-4E5E-A7D9-69ECCA23B90C}" type="parTrans" cxnId="{589377EB-0472-4E2F-BDEA-9EB5225EE960}">
      <dgm:prSet/>
      <dgm:spPr/>
      <dgm:t>
        <a:bodyPr/>
        <a:lstStyle/>
        <a:p>
          <a:endParaRPr lang="fr-FR"/>
        </a:p>
      </dgm:t>
    </dgm:pt>
    <dgm:pt modelId="{E81D4A31-3B99-4BA7-B699-53173B4D64EF}" type="sibTrans" cxnId="{589377EB-0472-4E2F-BDEA-9EB5225EE960}">
      <dgm:prSet/>
      <dgm:spPr/>
      <dgm:t>
        <a:bodyPr/>
        <a:lstStyle/>
        <a:p>
          <a:endParaRPr lang="fr-FR"/>
        </a:p>
      </dgm:t>
    </dgm:pt>
    <dgm:pt modelId="{3C07935C-E6DD-44F7-A3D1-681EAC753AF8}">
      <dgm:prSet/>
      <dgm:spPr/>
      <dgm:t>
        <a:bodyPr/>
        <a:lstStyle/>
        <a:p>
          <a:r>
            <a:rPr lang="en-US"/>
            <a:t>compares complete patterns;</a:t>
          </a:r>
          <a:endParaRPr lang="fr-FR"/>
        </a:p>
      </dgm:t>
    </dgm:pt>
    <dgm:pt modelId="{612C98DB-C075-41C6-9AAE-4B688B91D60F}" type="parTrans" cxnId="{A7274920-71AB-464A-8552-915DEADF73DC}">
      <dgm:prSet/>
      <dgm:spPr/>
      <dgm:t>
        <a:bodyPr/>
        <a:lstStyle/>
        <a:p>
          <a:endParaRPr lang="fr-FR"/>
        </a:p>
      </dgm:t>
    </dgm:pt>
    <dgm:pt modelId="{2C56259B-F24C-43B1-A771-5A5B24A56BDD}" type="sibTrans" cxnId="{A7274920-71AB-464A-8552-915DEADF73DC}">
      <dgm:prSet/>
      <dgm:spPr/>
      <dgm:t>
        <a:bodyPr/>
        <a:lstStyle/>
        <a:p>
          <a:endParaRPr lang="fr-FR"/>
        </a:p>
      </dgm:t>
    </dgm:pt>
    <dgm:pt modelId="{9639BA3E-6DDE-40F7-AD69-A6A4FF4045EB}">
      <dgm:prSet/>
      <dgm:spPr/>
      <dgm:t>
        <a:bodyPr/>
        <a:lstStyle/>
        <a:p>
          <a:r>
            <a:rPr lang="en-US"/>
            <a:t>preserves differences in timing and duration.</a:t>
          </a:r>
          <a:endParaRPr lang="fr-FR"/>
        </a:p>
      </dgm:t>
    </dgm:pt>
    <dgm:pt modelId="{F2497D74-31ED-40A6-B13E-BA9A97B009D9}" type="parTrans" cxnId="{5F1A96F4-E7DA-4AF5-9260-3DC3C4E07731}">
      <dgm:prSet/>
      <dgm:spPr/>
      <dgm:t>
        <a:bodyPr/>
        <a:lstStyle/>
        <a:p>
          <a:endParaRPr lang="fr-FR"/>
        </a:p>
      </dgm:t>
    </dgm:pt>
    <dgm:pt modelId="{14E0C598-1EC2-4EFC-A065-EF15226FCB82}" type="sibTrans" cxnId="{5F1A96F4-E7DA-4AF5-9260-3DC3C4E07731}">
      <dgm:prSet/>
      <dgm:spPr/>
      <dgm:t>
        <a:bodyPr/>
        <a:lstStyle/>
        <a:p>
          <a:endParaRPr lang="fr-FR"/>
        </a:p>
      </dgm:t>
    </dgm:pt>
    <dgm:pt modelId="{47F716B2-DE68-4259-AA5E-786EE572E678}" type="pres">
      <dgm:prSet presAssocID="{4476C961-25FD-4DD2-A0CC-6CA597FBDAF9}" presName="Name0" presStyleCnt="0">
        <dgm:presLayoutVars>
          <dgm:dir/>
          <dgm:animLvl val="lvl"/>
          <dgm:resizeHandles val="exact"/>
        </dgm:presLayoutVars>
      </dgm:prSet>
      <dgm:spPr/>
    </dgm:pt>
    <dgm:pt modelId="{194A894E-878D-41A5-8BD3-0D14F1BF4824}" type="pres">
      <dgm:prSet presAssocID="{0CA4F5E7-E4A7-4FF3-8BD8-C3B0530B0C61}" presName="composite" presStyleCnt="0"/>
      <dgm:spPr/>
    </dgm:pt>
    <dgm:pt modelId="{ACC9694A-65B7-4F3C-A605-DF00A9C84DC1}" type="pres">
      <dgm:prSet presAssocID="{0CA4F5E7-E4A7-4FF3-8BD8-C3B0530B0C6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8FD1AD6-C878-44D7-9E22-BBBD07AA80B7}" type="pres">
      <dgm:prSet presAssocID="{0CA4F5E7-E4A7-4FF3-8BD8-C3B0530B0C61}" presName="desTx" presStyleLbl="alignAccFollowNode1" presStyleIdx="0" presStyleCnt="2">
        <dgm:presLayoutVars>
          <dgm:bulletEnabled val="1"/>
        </dgm:presLayoutVars>
      </dgm:prSet>
      <dgm:spPr/>
    </dgm:pt>
    <dgm:pt modelId="{EFC1F610-8DF8-4E51-9EE6-789F53BF2C89}" type="pres">
      <dgm:prSet presAssocID="{B588DE71-6C01-406B-8E87-787C31C6DE0D}" presName="space" presStyleCnt="0"/>
      <dgm:spPr/>
    </dgm:pt>
    <dgm:pt modelId="{12563070-037F-43AD-8FEF-D6B21B765D4E}" type="pres">
      <dgm:prSet presAssocID="{AC8B924F-0760-45C3-A775-C8869B6AE395}" presName="composite" presStyleCnt="0"/>
      <dgm:spPr/>
    </dgm:pt>
    <dgm:pt modelId="{D824710C-D069-406E-9BCF-3D6A163E1C85}" type="pres">
      <dgm:prSet presAssocID="{AC8B924F-0760-45C3-A775-C8869B6AE39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769D2E1-B290-4351-8380-030D99C67A48}" type="pres">
      <dgm:prSet presAssocID="{AC8B924F-0760-45C3-A775-C8869B6AE39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696E601-F2B4-4F71-B979-4053E1578753}" srcId="{AC8B924F-0760-45C3-A775-C8869B6AE395}" destId="{8A44DAEA-15DD-471E-8C42-9536ACBD0D83}" srcOrd="0" destOrd="0" parTransId="{69F5DCF4-8E0A-44DE-A5A5-91D1897A1184}" sibTransId="{83027A44-F434-44FF-B9DB-90492EAF4833}"/>
    <dgm:cxn modelId="{311AE610-A575-44C6-A414-DDA2EFD99942}" srcId="{0CA4F5E7-E4A7-4FF3-8BD8-C3B0530B0C61}" destId="{C666489B-C31A-4DD9-8073-506714686685}" srcOrd="2" destOrd="0" parTransId="{15B5E623-2835-4DB8-B42C-36D53AF9AAB4}" sibTransId="{D50AA96A-664F-4C23-A41C-C3971B301309}"/>
    <dgm:cxn modelId="{9DE69012-61B2-4599-B2B4-C9EBD4C47A8B}" type="presOf" srcId="{3C07935C-E6DD-44F7-A3D1-681EAC753AF8}" destId="{A769D2E1-B290-4351-8380-030D99C67A48}" srcOrd="0" destOrd="3" presId="urn:microsoft.com/office/officeart/2005/8/layout/hList1"/>
    <dgm:cxn modelId="{DAF16F19-358F-4830-84C4-032F065F1212}" type="presOf" srcId="{AC8B924F-0760-45C3-A775-C8869B6AE395}" destId="{D824710C-D069-406E-9BCF-3D6A163E1C85}" srcOrd="0" destOrd="0" presId="urn:microsoft.com/office/officeart/2005/8/layout/hList1"/>
    <dgm:cxn modelId="{A7274920-71AB-464A-8552-915DEADF73DC}" srcId="{AC8B924F-0760-45C3-A775-C8869B6AE395}" destId="{3C07935C-E6DD-44F7-A3D1-681EAC753AF8}" srcOrd="3" destOrd="0" parTransId="{612C98DB-C075-41C6-9AAE-4B688B91D60F}" sibTransId="{2C56259B-F24C-43B1-A771-5A5B24A56BDD}"/>
    <dgm:cxn modelId="{C29C6F20-53E6-46A4-A162-E91A768C0BBC}" srcId="{0CA4F5E7-E4A7-4FF3-8BD8-C3B0530B0C61}" destId="{143C73F9-3599-4F8B-974E-4149CABF9E5E}" srcOrd="0" destOrd="0" parTransId="{C97A8B53-C9E3-4E27-A0AD-4C22CB3AF4EB}" sibTransId="{8D7B06D6-AE09-46F3-B2B1-648B6D0D10D0}"/>
    <dgm:cxn modelId="{1DB3F022-A795-4208-BE3E-0E9C6C0AF17B}" type="presOf" srcId="{8A44DAEA-15DD-471E-8C42-9536ACBD0D83}" destId="{A769D2E1-B290-4351-8380-030D99C67A48}" srcOrd="0" destOrd="0" presId="urn:microsoft.com/office/officeart/2005/8/layout/hList1"/>
    <dgm:cxn modelId="{02EDFD24-5AC9-44B2-BE68-CB1BD12324ED}" type="presOf" srcId="{143C73F9-3599-4F8B-974E-4149CABF9E5E}" destId="{98FD1AD6-C878-44D7-9E22-BBBD07AA80B7}" srcOrd="0" destOrd="0" presId="urn:microsoft.com/office/officeart/2005/8/layout/hList1"/>
    <dgm:cxn modelId="{53B72F5F-D87B-4969-9BDB-2B421040BB44}" type="presOf" srcId="{CCB5CF28-CB97-41A9-AC78-DF49162C635B}" destId="{A769D2E1-B290-4351-8380-030D99C67A48}" srcOrd="0" destOrd="2" presId="urn:microsoft.com/office/officeart/2005/8/layout/hList1"/>
    <dgm:cxn modelId="{F6A35463-9CE8-4672-BF51-3E30F3BE5096}" type="presOf" srcId="{0CA4F5E7-E4A7-4FF3-8BD8-C3B0530B0C61}" destId="{ACC9694A-65B7-4F3C-A605-DF00A9C84DC1}" srcOrd="0" destOrd="0" presId="urn:microsoft.com/office/officeart/2005/8/layout/hList1"/>
    <dgm:cxn modelId="{ABA9EE48-1B40-4A28-B3AF-6B71CA1D982E}" srcId="{4476C961-25FD-4DD2-A0CC-6CA597FBDAF9}" destId="{AC8B924F-0760-45C3-A775-C8869B6AE395}" srcOrd="1" destOrd="0" parTransId="{A31AEE06-AF9E-4D65-9113-44FEF3CA73BD}" sibTransId="{3A48D92E-72BC-406B-AB15-B30FCFAE603F}"/>
    <dgm:cxn modelId="{91E9B853-8692-47A1-8ACD-AC33921A7644}" type="presOf" srcId="{C666489B-C31A-4DD9-8073-506714686685}" destId="{98FD1AD6-C878-44D7-9E22-BBBD07AA80B7}" srcOrd="0" destOrd="2" presId="urn:microsoft.com/office/officeart/2005/8/layout/hList1"/>
    <dgm:cxn modelId="{CFCDCC57-2E5C-4D53-9BC2-F78ABE166726}" type="presOf" srcId="{4476C961-25FD-4DD2-A0CC-6CA597FBDAF9}" destId="{47F716B2-DE68-4259-AA5E-786EE572E678}" srcOrd="0" destOrd="0" presId="urn:microsoft.com/office/officeart/2005/8/layout/hList1"/>
    <dgm:cxn modelId="{D95D197B-3F0A-4D4A-AB71-088F4B3454F1}" srcId="{AC8B924F-0760-45C3-A775-C8869B6AE395}" destId="{B2882DE4-C293-4996-8694-BB9B9D414460}" srcOrd="1" destOrd="0" parTransId="{C5D85F89-2989-4403-BA50-BFDC054A6757}" sibTransId="{2EE4F43A-C787-4849-8D37-4E9C3F634CC6}"/>
    <dgm:cxn modelId="{04D2589B-B1C9-4D23-BEC6-06062DC8C50C}" type="presOf" srcId="{A1CE05E8-B4CD-42BC-8FD8-62B0D47A0614}" destId="{98FD1AD6-C878-44D7-9E22-BBBD07AA80B7}" srcOrd="0" destOrd="1" presId="urn:microsoft.com/office/officeart/2005/8/layout/hList1"/>
    <dgm:cxn modelId="{C75ECC9F-5AAB-47A1-9B91-BAEAB636C9E8}" srcId="{4476C961-25FD-4DD2-A0CC-6CA597FBDAF9}" destId="{0CA4F5E7-E4A7-4FF3-8BD8-C3B0530B0C61}" srcOrd="0" destOrd="0" parTransId="{CE0FE7A3-E8A2-477F-A591-85C1174ECCA9}" sibTransId="{B588DE71-6C01-406B-8E87-787C31C6DE0D}"/>
    <dgm:cxn modelId="{92AECD9F-F144-4E10-9E87-8CEBC7EDA84A}" srcId="{0CA4F5E7-E4A7-4FF3-8BD8-C3B0530B0C61}" destId="{A1CE05E8-B4CD-42BC-8FD8-62B0D47A0614}" srcOrd="1" destOrd="0" parTransId="{15E40A74-F901-4481-BAD1-B5DC5E5EF3AE}" sibTransId="{68689C0F-BEB9-4FEF-9E00-FD7CBB4AB13A}"/>
    <dgm:cxn modelId="{B1C33AA4-0B44-44BD-8162-FFF426CEA7DC}" type="presOf" srcId="{B2882DE4-C293-4996-8694-BB9B9D414460}" destId="{A769D2E1-B290-4351-8380-030D99C67A48}" srcOrd="0" destOrd="1" presId="urn:microsoft.com/office/officeart/2005/8/layout/hList1"/>
    <dgm:cxn modelId="{EE4E1BA6-53AA-464A-8804-BB67C4222901}" type="presOf" srcId="{9639BA3E-6DDE-40F7-AD69-A6A4FF4045EB}" destId="{A769D2E1-B290-4351-8380-030D99C67A48}" srcOrd="0" destOrd="4" presId="urn:microsoft.com/office/officeart/2005/8/layout/hList1"/>
    <dgm:cxn modelId="{6D078FA9-ECBA-459A-974A-F73D0D0C8322}" srcId="{0CA4F5E7-E4A7-4FF3-8BD8-C3B0530B0C61}" destId="{9EF5BB42-8116-45AC-BF88-91F3B1770815}" srcOrd="3" destOrd="0" parTransId="{0873B588-0F16-4530-BB1C-9C80D2CA33B7}" sibTransId="{A337C0BF-2574-4B2F-B71F-308FD2B10DCE}"/>
    <dgm:cxn modelId="{589377EB-0472-4E2F-BDEA-9EB5225EE960}" srcId="{AC8B924F-0760-45C3-A775-C8869B6AE395}" destId="{CCB5CF28-CB97-41A9-AC78-DF49162C635B}" srcOrd="2" destOrd="0" parTransId="{4E84AFE8-EA86-4E5E-A7D9-69ECCA23B90C}" sibTransId="{E81D4A31-3B99-4BA7-B699-53173B4D64EF}"/>
    <dgm:cxn modelId="{5F1A96F4-E7DA-4AF5-9260-3DC3C4E07731}" srcId="{AC8B924F-0760-45C3-A775-C8869B6AE395}" destId="{9639BA3E-6DDE-40F7-AD69-A6A4FF4045EB}" srcOrd="4" destOrd="0" parTransId="{F2497D74-31ED-40A6-B13E-BA9A97B009D9}" sibTransId="{14E0C598-1EC2-4EFC-A065-EF15226FCB82}"/>
    <dgm:cxn modelId="{FDB710FB-D6EB-4755-AD36-54E809F0E620}" type="presOf" srcId="{9EF5BB42-8116-45AC-BF88-91F3B1770815}" destId="{98FD1AD6-C878-44D7-9E22-BBBD07AA80B7}" srcOrd="0" destOrd="3" presId="urn:microsoft.com/office/officeart/2005/8/layout/hList1"/>
    <dgm:cxn modelId="{95DD1322-3086-4C6D-AA40-5DCDA7C61C85}" type="presParOf" srcId="{47F716B2-DE68-4259-AA5E-786EE572E678}" destId="{194A894E-878D-41A5-8BD3-0D14F1BF4824}" srcOrd="0" destOrd="0" presId="urn:microsoft.com/office/officeart/2005/8/layout/hList1"/>
    <dgm:cxn modelId="{093EEFE7-0310-466A-805B-C5E100CE7CEB}" type="presParOf" srcId="{194A894E-878D-41A5-8BD3-0D14F1BF4824}" destId="{ACC9694A-65B7-4F3C-A605-DF00A9C84DC1}" srcOrd="0" destOrd="0" presId="urn:microsoft.com/office/officeart/2005/8/layout/hList1"/>
    <dgm:cxn modelId="{79FC0C8F-1763-47E0-A72E-B2786D4D873B}" type="presParOf" srcId="{194A894E-878D-41A5-8BD3-0D14F1BF4824}" destId="{98FD1AD6-C878-44D7-9E22-BBBD07AA80B7}" srcOrd="1" destOrd="0" presId="urn:microsoft.com/office/officeart/2005/8/layout/hList1"/>
    <dgm:cxn modelId="{07BC33FF-AAB3-458A-9325-B943D52AFD5F}" type="presParOf" srcId="{47F716B2-DE68-4259-AA5E-786EE572E678}" destId="{EFC1F610-8DF8-4E51-9EE6-789F53BF2C89}" srcOrd="1" destOrd="0" presId="urn:microsoft.com/office/officeart/2005/8/layout/hList1"/>
    <dgm:cxn modelId="{D20332EA-508A-4338-8CB0-D73C4673ED7A}" type="presParOf" srcId="{47F716B2-DE68-4259-AA5E-786EE572E678}" destId="{12563070-037F-43AD-8FEF-D6B21B765D4E}" srcOrd="2" destOrd="0" presId="urn:microsoft.com/office/officeart/2005/8/layout/hList1"/>
    <dgm:cxn modelId="{430BE982-D196-43B4-BF4C-56850E0621FC}" type="presParOf" srcId="{12563070-037F-43AD-8FEF-D6B21B765D4E}" destId="{D824710C-D069-406E-9BCF-3D6A163E1C85}" srcOrd="0" destOrd="0" presId="urn:microsoft.com/office/officeart/2005/8/layout/hList1"/>
    <dgm:cxn modelId="{85670A62-D811-4924-8769-8551E57A819F}" type="presParOf" srcId="{12563070-037F-43AD-8FEF-D6B21B765D4E}" destId="{A769D2E1-B290-4351-8380-030D99C67A4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569C011-2389-49C9-A5FA-8832B03C60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89581A3-FD40-4A73-9AFE-8CB2377B59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Timing: when?</a:t>
          </a:r>
        </a:p>
      </dgm:t>
    </dgm:pt>
    <dgm:pt modelId="{EA97F775-8D4F-47E2-89C8-666AB7F713E8}" type="parTrans" cxnId="{FCC6C87D-F041-431E-A27C-B2D4D74D8894}">
      <dgm:prSet/>
      <dgm:spPr/>
      <dgm:t>
        <a:bodyPr/>
        <a:lstStyle/>
        <a:p>
          <a:endParaRPr lang="en-US"/>
        </a:p>
      </dgm:t>
    </dgm:pt>
    <dgm:pt modelId="{6AEB8A17-9FDA-488E-9FE4-2A656BD0FBD7}" type="sibTrans" cxnId="{FCC6C87D-F041-431E-A27C-B2D4D74D8894}">
      <dgm:prSet/>
      <dgm:spPr/>
      <dgm:t>
        <a:bodyPr/>
        <a:lstStyle/>
        <a:p>
          <a:endParaRPr lang="en-US"/>
        </a:p>
      </dgm:t>
    </dgm:pt>
    <dgm:pt modelId="{D70139C4-341E-43EA-8C91-9E9E357D65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Order: what before what?</a:t>
          </a:r>
        </a:p>
      </dgm:t>
    </dgm:pt>
    <dgm:pt modelId="{A0603030-6AED-424D-8590-5BCEC543583D}" type="parTrans" cxnId="{6B132129-4DB0-4CCC-9214-FC82C24740C1}">
      <dgm:prSet/>
      <dgm:spPr/>
      <dgm:t>
        <a:bodyPr/>
        <a:lstStyle/>
        <a:p>
          <a:endParaRPr lang="en-US"/>
        </a:p>
      </dgm:t>
    </dgm:pt>
    <dgm:pt modelId="{89923CF8-7F75-4477-8EAB-20ADF642FEBB}" type="sibTrans" cxnId="{6B132129-4DB0-4CCC-9214-FC82C24740C1}">
      <dgm:prSet/>
      <dgm:spPr/>
      <dgm:t>
        <a:bodyPr/>
        <a:lstStyle/>
        <a:p>
          <a:endParaRPr lang="en-US"/>
        </a:p>
      </dgm:t>
    </dgm:pt>
    <dgm:pt modelId="{6DF94A96-D979-4D79-AE39-C43800DC91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Duration: how long?</a:t>
          </a:r>
        </a:p>
      </dgm:t>
    </dgm:pt>
    <dgm:pt modelId="{A019C524-1405-4549-8B2A-61D8F38CF6DB}" type="parTrans" cxnId="{823C6886-38E6-407E-80FF-542D672B4677}">
      <dgm:prSet/>
      <dgm:spPr/>
      <dgm:t>
        <a:bodyPr/>
        <a:lstStyle/>
        <a:p>
          <a:endParaRPr lang="en-US"/>
        </a:p>
      </dgm:t>
    </dgm:pt>
    <dgm:pt modelId="{D702E444-753C-48CE-86D1-034D5D37E319}" type="sibTrans" cxnId="{823C6886-38E6-407E-80FF-542D672B4677}">
      <dgm:prSet/>
      <dgm:spPr/>
      <dgm:t>
        <a:bodyPr/>
        <a:lstStyle/>
        <a:p>
          <a:endParaRPr lang="en-US"/>
        </a:p>
      </dgm:t>
    </dgm:pt>
    <dgm:pt modelId="{8F55F379-BD9D-4140-9721-AA3A174CDB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Instability or quantum: how many changes?</a:t>
          </a:r>
        </a:p>
      </dgm:t>
    </dgm:pt>
    <dgm:pt modelId="{C05DA31E-97BF-45E2-B65E-D3F38F81DCFF}" type="parTrans" cxnId="{BD38B7B2-B923-461B-8B31-39E1AF790A56}">
      <dgm:prSet/>
      <dgm:spPr/>
      <dgm:t>
        <a:bodyPr/>
        <a:lstStyle/>
        <a:p>
          <a:endParaRPr lang="en-US"/>
        </a:p>
      </dgm:t>
    </dgm:pt>
    <dgm:pt modelId="{7B18687A-DAAE-43CB-8010-75B66D82CD96}" type="sibTrans" cxnId="{BD38B7B2-B923-461B-8B31-39E1AF790A56}">
      <dgm:prSet/>
      <dgm:spPr/>
      <dgm:t>
        <a:bodyPr/>
        <a:lstStyle/>
        <a:p>
          <a:endParaRPr lang="en-US"/>
        </a:p>
      </dgm:t>
    </dgm:pt>
    <dgm:pt modelId="{9721528C-241E-4D13-8E70-5A6ABADB8CA1}" type="pres">
      <dgm:prSet presAssocID="{8569C011-2389-49C9-A5FA-8832B03C60E9}" presName="root" presStyleCnt="0">
        <dgm:presLayoutVars>
          <dgm:dir/>
          <dgm:resizeHandles val="exact"/>
        </dgm:presLayoutVars>
      </dgm:prSet>
      <dgm:spPr/>
    </dgm:pt>
    <dgm:pt modelId="{070949D7-6A73-4F52-AD3C-B7F7CF527B08}" type="pres">
      <dgm:prSet presAssocID="{089581A3-FD40-4A73-9AFE-8CB2377B5910}" presName="compNode" presStyleCnt="0"/>
      <dgm:spPr/>
    </dgm:pt>
    <dgm:pt modelId="{4E190A87-6430-4738-8B23-C280AC0D0FCB}" type="pres">
      <dgm:prSet presAssocID="{089581A3-FD40-4A73-9AFE-8CB2377B5910}" presName="bgRect" presStyleLbl="bgShp" presStyleIdx="0" presStyleCnt="4"/>
      <dgm:spPr/>
    </dgm:pt>
    <dgm:pt modelId="{B34BEF0F-94EF-46E3-BE0B-CCBE43DFF6C0}" type="pres">
      <dgm:prSet presAssocID="{089581A3-FD40-4A73-9AFE-8CB2377B591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4DCB9C4-CC55-46BD-8F19-837802A5F2EA}" type="pres">
      <dgm:prSet presAssocID="{089581A3-FD40-4A73-9AFE-8CB2377B5910}" presName="spaceRect" presStyleCnt="0"/>
      <dgm:spPr/>
    </dgm:pt>
    <dgm:pt modelId="{42C122BA-3835-4694-BDE4-68071BED3544}" type="pres">
      <dgm:prSet presAssocID="{089581A3-FD40-4A73-9AFE-8CB2377B5910}" presName="parTx" presStyleLbl="revTx" presStyleIdx="0" presStyleCnt="4">
        <dgm:presLayoutVars>
          <dgm:chMax val="0"/>
          <dgm:chPref val="0"/>
        </dgm:presLayoutVars>
      </dgm:prSet>
      <dgm:spPr/>
    </dgm:pt>
    <dgm:pt modelId="{9820B787-36E1-42B7-B557-8C44C940788D}" type="pres">
      <dgm:prSet presAssocID="{6AEB8A17-9FDA-488E-9FE4-2A656BD0FBD7}" presName="sibTrans" presStyleCnt="0"/>
      <dgm:spPr/>
    </dgm:pt>
    <dgm:pt modelId="{46256BFA-EED0-4BFC-A9A2-2B3B75CD3133}" type="pres">
      <dgm:prSet presAssocID="{D70139C4-341E-43EA-8C91-9E9E357D6571}" presName="compNode" presStyleCnt="0"/>
      <dgm:spPr/>
    </dgm:pt>
    <dgm:pt modelId="{15C51E79-5406-4529-B5E7-66060BD27F2E}" type="pres">
      <dgm:prSet presAssocID="{D70139C4-341E-43EA-8C91-9E9E357D6571}" presName="bgRect" presStyleLbl="bgShp" presStyleIdx="1" presStyleCnt="4"/>
      <dgm:spPr/>
    </dgm:pt>
    <dgm:pt modelId="{72EE2A63-4E7D-4178-BA38-6B7A87D67ACD}" type="pres">
      <dgm:prSet presAssocID="{D70139C4-341E-43EA-8C91-9E9E357D657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7BA5A061-F576-4DDC-A60B-10A9F6DD1DBC}" type="pres">
      <dgm:prSet presAssocID="{D70139C4-341E-43EA-8C91-9E9E357D6571}" presName="spaceRect" presStyleCnt="0"/>
      <dgm:spPr/>
    </dgm:pt>
    <dgm:pt modelId="{124DFCD8-CE23-4914-BE3D-36C7C6C23921}" type="pres">
      <dgm:prSet presAssocID="{D70139C4-341E-43EA-8C91-9E9E357D6571}" presName="parTx" presStyleLbl="revTx" presStyleIdx="1" presStyleCnt="4">
        <dgm:presLayoutVars>
          <dgm:chMax val="0"/>
          <dgm:chPref val="0"/>
        </dgm:presLayoutVars>
      </dgm:prSet>
      <dgm:spPr/>
    </dgm:pt>
    <dgm:pt modelId="{E519343C-5006-4FF2-82C0-E28E23B4ADDE}" type="pres">
      <dgm:prSet presAssocID="{89923CF8-7F75-4477-8EAB-20ADF642FEBB}" presName="sibTrans" presStyleCnt="0"/>
      <dgm:spPr/>
    </dgm:pt>
    <dgm:pt modelId="{70A35334-AE05-43CF-97B5-3FAE34F722D2}" type="pres">
      <dgm:prSet presAssocID="{6DF94A96-D979-4D79-AE39-C43800DC915C}" presName="compNode" presStyleCnt="0"/>
      <dgm:spPr/>
    </dgm:pt>
    <dgm:pt modelId="{440A39C3-916B-4912-BA38-C669029C2A4C}" type="pres">
      <dgm:prSet presAssocID="{6DF94A96-D979-4D79-AE39-C43800DC915C}" presName="bgRect" presStyleLbl="bgShp" presStyleIdx="2" presStyleCnt="4"/>
      <dgm:spPr/>
    </dgm:pt>
    <dgm:pt modelId="{4D55556E-CA1E-4774-B2EC-5148A20745A9}" type="pres">
      <dgm:prSet presAssocID="{6DF94A96-D979-4D79-AE39-C43800DC915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473A6F24-7A65-46EE-BB3A-63AA1CEF7EFF}" type="pres">
      <dgm:prSet presAssocID="{6DF94A96-D979-4D79-AE39-C43800DC915C}" presName="spaceRect" presStyleCnt="0"/>
      <dgm:spPr/>
    </dgm:pt>
    <dgm:pt modelId="{4E4CAD13-6A16-47E6-A2B4-89B7B17028F6}" type="pres">
      <dgm:prSet presAssocID="{6DF94A96-D979-4D79-AE39-C43800DC915C}" presName="parTx" presStyleLbl="revTx" presStyleIdx="2" presStyleCnt="4">
        <dgm:presLayoutVars>
          <dgm:chMax val="0"/>
          <dgm:chPref val="0"/>
        </dgm:presLayoutVars>
      </dgm:prSet>
      <dgm:spPr/>
    </dgm:pt>
    <dgm:pt modelId="{9B3966EA-B17F-4DD5-9157-275DF3D0222C}" type="pres">
      <dgm:prSet presAssocID="{D702E444-753C-48CE-86D1-034D5D37E319}" presName="sibTrans" presStyleCnt="0"/>
      <dgm:spPr/>
    </dgm:pt>
    <dgm:pt modelId="{71F8FBFC-D9F3-4EA2-B704-0CB3025AB79B}" type="pres">
      <dgm:prSet presAssocID="{8F55F379-BD9D-4140-9721-AA3A174CDBA5}" presName="compNode" presStyleCnt="0"/>
      <dgm:spPr/>
    </dgm:pt>
    <dgm:pt modelId="{C30DCED1-31D1-4356-A52C-5D0F32608DB2}" type="pres">
      <dgm:prSet presAssocID="{8F55F379-BD9D-4140-9721-AA3A174CDBA5}" presName="bgRect" presStyleLbl="bgShp" presStyleIdx="3" presStyleCnt="4"/>
      <dgm:spPr/>
    </dgm:pt>
    <dgm:pt modelId="{397714FC-2FC2-4282-A79C-91FAC4C56BB5}" type="pres">
      <dgm:prSet presAssocID="{8F55F379-BD9D-4140-9721-AA3A174CDBA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D3639137-C3B4-4111-84F2-DA9B5A2A9CF9}" type="pres">
      <dgm:prSet presAssocID="{8F55F379-BD9D-4140-9721-AA3A174CDBA5}" presName="spaceRect" presStyleCnt="0"/>
      <dgm:spPr/>
    </dgm:pt>
    <dgm:pt modelId="{E7C55AA9-B295-4803-AA2A-6DF5BA230C09}" type="pres">
      <dgm:prSet presAssocID="{8F55F379-BD9D-4140-9721-AA3A174CDBA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22A5600-1E02-4CAC-95AE-7FD257B2FA7B}" type="presOf" srcId="{D70139C4-341E-43EA-8C91-9E9E357D6571}" destId="{124DFCD8-CE23-4914-BE3D-36C7C6C23921}" srcOrd="0" destOrd="0" presId="urn:microsoft.com/office/officeart/2018/2/layout/IconVerticalSolidList"/>
    <dgm:cxn modelId="{6B132129-4DB0-4CCC-9214-FC82C24740C1}" srcId="{8569C011-2389-49C9-A5FA-8832B03C60E9}" destId="{D70139C4-341E-43EA-8C91-9E9E357D6571}" srcOrd="1" destOrd="0" parTransId="{A0603030-6AED-424D-8590-5BCEC543583D}" sibTransId="{89923CF8-7F75-4477-8EAB-20ADF642FEBB}"/>
    <dgm:cxn modelId="{1327084C-A8D3-4005-9F20-AB2B58124DD7}" type="presOf" srcId="{8569C011-2389-49C9-A5FA-8832B03C60E9}" destId="{9721528C-241E-4D13-8E70-5A6ABADB8CA1}" srcOrd="0" destOrd="0" presId="urn:microsoft.com/office/officeart/2018/2/layout/IconVerticalSolidList"/>
    <dgm:cxn modelId="{5F102754-0CAC-4CA2-95BA-88D4B98F32FA}" type="presOf" srcId="{089581A3-FD40-4A73-9AFE-8CB2377B5910}" destId="{42C122BA-3835-4694-BDE4-68071BED3544}" srcOrd="0" destOrd="0" presId="urn:microsoft.com/office/officeart/2018/2/layout/IconVerticalSolidList"/>
    <dgm:cxn modelId="{8E0DAE79-AF59-4925-B1CC-33CAB9317409}" type="presOf" srcId="{6DF94A96-D979-4D79-AE39-C43800DC915C}" destId="{4E4CAD13-6A16-47E6-A2B4-89B7B17028F6}" srcOrd="0" destOrd="0" presId="urn:microsoft.com/office/officeart/2018/2/layout/IconVerticalSolidList"/>
    <dgm:cxn modelId="{FCC6C87D-F041-431E-A27C-B2D4D74D8894}" srcId="{8569C011-2389-49C9-A5FA-8832B03C60E9}" destId="{089581A3-FD40-4A73-9AFE-8CB2377B5910}" srcOrd="0" destOrd="0" parTransId="{EA97F775-8D4F-47E2-89C8-666AB7F713E8}" sibTransId="{6AEB8A17-9FDA-488E-9FE4-2A656BD0FBD7}"/>
    <dgm:cxn modelId="{823C6886-38E6-407E-80FF-542D672B4677}" srcId="{8569C011-2389-49C9-A5FA-8832B03C60E9}" destId="{6DF94A96-D979-4D79-AE39-C43800DC915C}" srcOrd="2" destOrd="0" parTransId="{A019C524-1405-4549-8B2A-61D8F38CF6DB}" sibTransId="{D702E444-753C-48CE-86D1-034D5D37E319}"/>
    <dgm:cxn modelId="{BD38B7B2-B923-461B-8B31-39E1AF790A56}" srcId="{8569C011-2389-49C9-A5FA-8832B03C60E9}" destId="{8F55F379-BD9D-4140-9721-AA3A174CDBA5}" srcOrd="3" destOrd="0" parTransId="{C05DA31E-97BF-45E2-B65E-D3F38F81DCFF}" sibTransId="{7B18687A-DAAE-43CB-8010-75B66D82CD96}"/>
    <dgm:cxn modelId="{E65354F1-7E65-49BC-9088-CA90FEACD89F}" type="presOf" srcId="{8F55F379-BD9D-4140-9721-AA3A174CDBA5}" destId="{E7C55AA9-B295-4803-AA2A-6DF5BA230C09}" srcOrd="0" destOrd="0" presId="urn:microsoft.com/office/officeart/2018/2/layout/IconVerticalSolidList"/>
    <dgm:cxn modelId="{C78095EB-F662-4FE6-AC52-F1A2936FDA31}" type="presParOf" srcId="{9721528C-241E-4D13-8E70-5A6ABADB8CA1}" destId="{070949D7-6A73-4F52-AD3C-B7F7CF527B08}" srcOrd="0" destOrd="0" presId="urn:microsoft.com/office/officeart/2018/2/layout/IconVerticalSolidList"/>
    <dgm:cxn modelId="{D862FE7C-200F-4532-BC25-025F0300AD13}" type="presParOf" srcId="{070949D7-6A73-4F52-AD3C-B7F7CF527B08}" destId="{4E190A87-6430-4738-8B23-C280AC0D0FCB}" srcOrd="0" destOrd="0" presId="urn:microsoft.com/office/officeart/2018/2/layout/IconVerticalSolidList"/>
    <dgm:cxn modelId="{CE1B7E80-D656-40D2-9AD6-57F75B35BC18}" type="presParOf" srcId="{070949D7-6A73-4F52-AD3C-B7F7CF527B08}" destId="{B34BEF0F-94EF-46E3-BE0B-CCBE43DFF6C0}" srcOrd="1" destOrd="0" presId="urn:microsoft.com/office/officeart/2018/2/layout/IconVerticalSolidList"/>
    <dgm:cxn modelId="{0B8B4173-93B1-4F46-A9E3-35AECF64C80B}" type="presParOf" srcId="{070949D7-6A73-4F52-AD3C-B7F7CF527B08}" destId="{44DCB9C4-CC55-46BD-8F19-837802A5F2EA}" srcOrd="2" destOrd="0" presId="urn:microsoft.com/office/officeart/2018/2/layout/IconVerticalSolidList"/>
    <dgm:cxn modelId="{D154937E-92AC-4108-BC67-5619902B02F9}" type="presParOf" srcId="{070949D7-6A73-4F52-AD3C-B7F7CF527B08}" destId="{42C122BA-3835-4694-BDE4-68071BED3544}" srcOrd="3" destOrd="0" presId="urn:microsoft.com/office/officeart/2018/2/layout/IconVerticalSolidList"/>
    <dgm:cxn modelId="{7936F2C0-1CA8-43FA-91E6-0C8E46153DB5}" type="presParOf" srcId="{9721528C-241E-4D13-8E70-5A6ABADB8CA1}" destId="{9820B787-36E1-42B7-B557-8C44C940788D}" srcOrd="1" destOrd="0" presId="urn:microsoft.com/office/officeart/2018/2/layout/IconVerticalSolidList"/>
    <dgm:cxn modelId="{99877137-002A-4DD0-B50D-10A63ABA736B}" type="presParOf" srcId="{9721528C-241E-4D13-8E70-5A6ABADB8CA1}" destId="{46256BFA-EED0-4BFC-A9A2-2B3B75CD3133}" srcOrd="2" destOrd="0" presId="urn:microsoft.com/office/officeart/2018/2/layout/IconVerticalSolidList"/>
    <dgm:cxn modelId="{23143CF7-A87C-4398-B0F9-561BD1D24A76}" type="presParOf" srcId="{46256BFA-EED0-4BFC-A9A2-2B3B75CD3133}" destId="{15C51E79-5406-4529-B5E7-66060BD27F2E}" srcOrd="0" destOrd="0" presId="urn:microsoft.com/office/officeart/2018/2/layout/IconVerticalSolidList"/>
    <dgm:cxn modelId="{B841035E-F03C-474A-9A5D-E60037FF160B}" type="presParOf" srcId="{46256BFA-EED0-4BFC-A9A2-2B3B75CD3133}" destId="{72EE2A63-4E7D-4178-BA38-6B7A87D67ACD}" srcOrd="1" destOrd="0" presId="urn:microsoft.com/office/officeart/2018/2/layout/IconVerticalSolidList"/>
    <dgm:cxn modelId="{C35786CD-D39B-4602-B691-18515FE903A8}" type="presParOf" srcId="{46256BFA-EED0-4BFC-A9A2-2B3B75CD3133}" destId="{7BA5A061-F576-4DDC-A60B-10A9F6DD1DBC}" srcOrd="2" destOrd="0" presId="urn:microsoft.com/office/officeart/2018/2/layout/IconVerticalSolidList"/>
    <dgm:cxn modelId="{36AF1F3E-2C0A-4857-A027-92778F9677F0}" type="presParOf" srcId="{46256BFA-EED0-4BFC-A9A2-2B3B75CD3133}" destId="{124DFCD8-CE23-4914-BE3D-36C7C6C23921}" srcOrd="3" destOrd="0" presId="urn:microsoft.com/office/officeart/2018/2/layout/IconVerticalSolidList"/>
    <dgm:cxn modelId="{9F6374AA-510B-4BF2-B8E7-15B5B067061E}" type="presParOf" srcId="{9721528C-241E-4D13-8E70-5A6ABADB8CA1}" destId="{E519343C-5006-4FF2-82C0-E28E23B4ADDE}" srcOrd="3" destOrd="0" presId="urn:microsoft.com/office/officeart/2018/2/layout/IconVerticalSolidList"/>
    <dgm:cxn modelId="{D415C6B5-EB61-4A3F-8342-F37F24401FCF}" type="presParOf" srcId="{9721528C-241E-4D13-8E70-5A6ABADB8CA1}" destId="{70A35334-AE05-43CF-97B5-3FAE34F722D2}" srcOrd="4" destOrd="0" presId="urn:microsoft.com/office/officeart/2018/2/layout/IconVerticalSolidList"/>
    <dgm:cxn modelId="{FFE0419A-907F-4C6B-93F8-7754F6CCFE72}" type="presParOf" srcId="{70A35334-AE05-43CF-97B5-3FAE34F722D2}" destId="{440A39C3-916B-4912-BA38-C669029C2A4C}" srcOrd="0" destOrd="0" presId="urn:microsoft.com/office/officeart/2018/2/layout/IconVerticalSolidList"/>
    <dgm:cxn modelId="{C4FAE2D5-6D11-4C21-89BA-D6E4D6FAC046}" type="presParOf" srcId="{70A35334-AE05-43CF-97B5-3FAE34F722D2}" destId="{4D55556E-CA1E-4774-B2EC-5148A20745A9}" srcOrd="1" destOrd="0" presId="urn:microsoft.com/office/officeart/2018/2/layout/IconVerticalSolidList"/>
    <dgm:cxn modelId="{E0D03914-E54B-4F9C-AD44-E4C2B2DC9390}" type="presParOf" srcId="{70A35334-AE05-43CF-97B5-3FAE34F722D2}" destId="{473A6F24-7A65-46EE-BB3A-63AA1CEF7EFF}" srcOrd="2" destOrd="0" presId="urn:microsoft.com/office/officeart/2018/2/layout/IconVerticalSolidList"/>
    <dgm:cxn modelId="{99526156-0237-42F0-BBC7-E360302B9BC8}" type="presParOf" srcId="{70A35334-AE05-43CF-97B5-3FAE34F722D2}" destId="{4E4CAD13-6A16-47E6-A2B4-89B7B17028F6}" srcOrd="3" destOrd="0" presId="urn:microsoft.com/office/officeart/2018/2/layout/IconVerticalSolidList"/>
    <dgm:cxn modelId="{C222C740-C9F2-496B-8B97-306BA1EFD792}" type="presParOf" srcId="{9721528C-241E-4D13-8E70-5A6ABADB8CA1}" destId="{9B3966EA-B17F-4DD5-9157-275DF3D0222C}" srcOrd="5" destOrd="0" presId="urn:microsoft.com/office/officeart/2018/2/layout/IconVerticalSolidList"/>
    <dgm:cxn modelId="{AD07F81E-5A1A-49CB-A159-9578CB583D8B}" type="presParOf" srcId="{9721528C-241E-4D13-8E70-5A6ABADB8CA1}" destId="{71F8FBFC-D9F3-4EA2-B704-0CB3025AB79B}" srcOrd="6" destOrd="0" presId="urn:microsoft.com/office/officeart/2018/2/layout/IconVerticalSolidList"/>
    <dgm:cxn modelId="{DCDD1238-2B03-45D5-908C-EC4552544120}" type="presParOf" srcId="{71F8FBFC-D9F3-4EA2-B704-0CB3025AB79B}" destId="{C30DCED1-31D1-4356-A52C-5D0F32608DB2}" srcOrd="0" destOrd="0" presId="urn:microsoft.com/office/officeart/2018/2/layout/IconVerticalSolidList"/>
    <dgm:cxn modelId="{B46AC1B9-D691-440F-BBBA-2B002261DB34}" type="presParOf" srcId="{71F8FBFC-D9F3-4EA2-B704-0CB3025AB79B}" destId="{397714FC-2FC2-4282-A79C-91FAC4C56BB5}" srcOrd="1" destOrd="0" presId="urn:microsoft.com/office/officeart/2018/2/layout/IconVerticalSolidList"/>
    <dgm:cxn modelId="{9A5A908D-FE35-47B8-B88C-18850E7E8EB8}" type="presParOf" srcId="{71F8FBFC-D9F3-4EA2-B704-0CB3025AB79B}" destId="{D3639137-C3B4-4111-84F2-DA9B5A2A9CF9}" srcOrd="2" destOrd="0" presId="urn:microsoft.com/office/officeart/2018/2/layout/IconVerticalSolidList"/>
    <dgm:cxn modelId="{77132CB4-E63C-4BEC-9717-5FDDD02CAA48}" type="presParOf" srcId="{71F8FBFC-D9F3-4EA2-B704-0CB3025AB79B}" destId="{E7C55AA9-B295-4803-AA2A-6DF5BA230C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E7385F8-B9E7-4C32-AD6C-C7CE5D0C6737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D16610-55B3-44C8-8244-876F13D3D49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Heterogeneity</a:t>
          </a:r>
          <a:r>
            <a:rPr lang="en-US"/>
            <a:t> </a:t>
          </a:r>
        </a:p>
      </dgm:t>
    </dgm:pt>
    <dgm:pt modelId="{733328F5-7DD1-4FFB-9AE4-7C9808FF25FF}" type="parTrans" cxnId="{52427E97-9B63-4A49-8DAF-F2A1E9F8BF28}">
      <dgm:prSet/>
      <dgm:spPr/>
      <dgm:t>
        <a:bodyPr/>
        <a:lstStyle/>
        <a:p>
          <a:endParaRPr lang="en-US"/>
        </a:p>
      </dgm:t>
    </dgm:pt>
    <dgm:pt modelId="{F018A607-242A-456A-83BA-5966FB9F81A8}" type="sibTrans" cxnId="{52427E97-9B63-4A49-8DAF-F2A1E9F8BF28}">
      <dgm:prSet/>
      <dgm:spPr/>
      <dgm:t>
        <a:bodyPr/>
        <a:lstStyle/>
        <a:p>
          <a:endParaRPr lang="en-US"/>
        </a:p>
      </dgm:t>
    </dgm:pt>
    <dgm:pt modelId="{4314E901-BB07-438E-9BC0-D49126CCF4F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Timing</a:t>
          </a:r>
          <a:r>
            <a:rPr lang="en-US"/>
            <a:t> </a:t>
          </a:r>
        </a:p>
      </dgm:t>
    </dgm:pt>
    <dgm:pt modelId="{45E08038-DB94-4850-9E06-78E1CF145B8B}" type="parTrans" cxnId="{538BC367-4649-49FF-A7A9-1C309767DEFD}">
      <dgm:prSet/>
      <dgm:spPr/>
      <dgm:t>
        <a:bodyPr/>
        <a:lstStyle/>
        <a:p>
          <a:endParaRPr lang="en-US"/>
        </a:p>
      </dgm:t>
    </dgm:pt>
    <dgm:pt modelId="{3F1DC2EB-A469-4397-AE50-DD5B1ADA215A}" type="sibTrans" cxnId="{538BC367-4649-49FF-A7A9-1C309767DEFD}">
      <dgm:prSet/>
      <dgm:spPr/>
      <dgm:t>
        <a:bodyPr/>
        <a:lstStyle/>
        <a:p>
          <a:endParaRPr lang="en-US"/>
        </a:p>
      </dgm:t>
    </dgm:pt>
    <dgm:pt modelId="{9E291613-B523-46DC-B5C8-B792314E3D8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Pathways</a:t>
          </a:r>
          <a:endParaRPr lang="en-US"/>
        </a:p>
      </dgm:t>
    </dgm:pt>
    <dgm:pt modelId="{599560DC-8C3E-46A8-839E-ABAE9530DCEC}" type="parTrans" cxnId="{835AA79F-47A9-454C-80D8-FD1B4B474696}">
      <dgm:prSet/>
      <dgm:spPr/>
      <dgm:t>
        <a:bodyPr/>
        <a:lstStyle/>
        <a:p>
          <a:endParaRPr lang="en-US"/>
        </a:p>
      </dgm:t>
    </dgm:pt>
    <dgm:pt modelId="{23D7C227-2EE7-4DDD-B4C3-A356BE3F50EC}" type="sibTrans" cxnId="{835AA79F-47A9-454C-80D8-FD1B4B474696}">
      <dgm:prSet/>
      <dgm:spPr/>
      <dgm:t>
        <a:bodyPr/>
        <a:lstStyle/>
        <a:p>
          <a:endParaRPr lang="en-US"/>
        </a:p>
      </dgm:t>
    </dgm:pt>
    <dgm:pt modelId="{6F9E3B18-8DB8-45A1-B977-A9C47AE9101D}" type="pres">
      <dgm:prSet presAssocID="{CE7385F8-B9E7-4C32-AD6C-C7CE5D0C6737}" presName="root" presStyleCnt="0">
        <dgm:presLayoutVars>
          <dgm:dir/>
          <dgm:resizeHandles val="exact"/>
        </dgm:presLayoutVars>
      </dgm:prSet>
      <dgm:spPr/>
    </dgm:pt>
    <dgm:pt modelId="{C657F397-ACB8-4A9B-AA09-ADDDEADC5DD0}" type="pres">
      <dgm:prSet presAssocID="{12D16610-55B3-44C8-8244-876F13D3D498}" presName="compNode" presStyleCnt="0"/>
      <dgm:spPr/>
    </dgm:pt>
    <dgm:pt modelId="{8B8F67A2-E5F9-4E1F-B83F-042123FE1047}" type="pres">
      <dgm:prSet presAssocID="{12D16610-55B3-44C8-8244-876F13D3D498}" presName="iconBgRect" presStyleLbl="bgShp" presStyleIdx="0" presStyleCnt="3"/>
      <dgm:spPr/>
    </dgm:pt>
    <dgm:pt modelId="{1B7530C5-214B-422C-A070-1F1D8B973F3C}" type="pres">
      <dgm:prSet presAssocID="{12D16610-55B3-44C8-8244-876F13D3D49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222C639A-57C1-4DAC-B21F-F27A33BA98FE}" type="pres">
      <dgm:prSet presAssocID="{12D16610-55B3-44C8-8244-876F13D3D498}" presName="spaceRect" presStyleCnt="0"/>
      <dgm:spPr/>
    </dgm:pt>
    <dgm:pt modelId="{D54BC286-85CF-4571-9997-ECA0D9B3C54A}" type="pres">
      <dgm:prSet presAssocID="{12D16610-55B3-44C8-8244-876F13D3D498}" presName="textRect" presStyleLbl="revTx" presStyleIdx="0" presStyleCnt="3">
        <dgm:presLayoutVars>
          <dgm:chMax val="1"/>
          <dgm:chPref val="1"/>
        </dgm:presLayoutVars>
      </dgm:prSet>
      <dgm:spPr/>
    </dgm:pt>
    <dgm:pt modelId="{BA133001-8BF1-4487-ACB4-5E9472422A27}" type="pres">
      <dgm:prSet presAssocID="{F018A607-242A-456A-83BA-5966FB9F81A8}" presName="sibTrans" presStyleCnt="0"/>
      <dgm:spPr/>
    </dgm:pt>
    <dgm:pt modelId="{220DC088-48A0-4CCB-B150-B3CB4F3BCA81}" type="pres">
      <dgm:prSet presAssocID="{4314E901-BB07-438E-9BC0-D49126CCF4F9}" presName="compNode" presStyleCnt="0"/>
      <dgm:spPr/>
    </dgm:pt>
    <dgm:pt modelId="{FB2C062D-228D-49B0-96BF-4694405454FF}" type="pres">
      <dgm:prSet presAssocID="{4314E901-BB07-438E-9BC0-D49126CCF4F9}" presName="iconBgRect" presStyleLbl="bgShp" presStyleIdx="1" presStyleCnt="3"/>
      <dgm:spPr/>
    </dgm:pt>
    <dgm:pt modelId="{BBBCFCF0-FE0C-4BAE-B039-C69B1EA05573}" type="pres">
      <dgm:prSet presAssocID="{4314E901-BB07-438E-9BC0-D49126CCF4F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ACEAE68-98FB-4B15-B908-963ECC749053}" type="pres">
      <dgm:prSet presAssocID="{4314E901-BB07-438E-9BC0-D49126CCF4F9}" presName="spaceRect" presStyleCnt="0"/>
      <dgm:spPr/>
    </dgm:pt>
    <dgm:pt modelId="{2CD4087B-180C-432F-965F-1F1564BA8CE0}" type="pres">
      <dgm:prSet presAssocID="{4314E901-BB07-438E-9BC0-D49126CCF4F9}" presName="textRect" presStyleLbl="revTx" presStyleIdx="1" presStyleCnt="3">
        <dgm:presLayoutVars>
          <dgm:chMax val="1"/>
          <dgm:chPref val="1"/>
        </dgm:presLayoutVars>
      </dgm:prSet>
      <dgm:spPr/>
    </dgm:pt>
    <dgm:pt modelId="{26A1674C-A844-4FF1-970C-385357DFADF2}" type="pres">
      <dgm:prSet presAssocID="{3F1DC2EB-A469-4397-AE50-DD5B1ADA215A}" presName="sibTrans" presStyleCnt="0"/>
      <dgm:spPr/>
    </dgm:pt>
    <dgm:pt modelId="{E9B48F70-1DF0-4508-9175-61A4D2D4DEBC}" type="pres">
      <dgm:prSet presAssocID="{9E291613-B523-46DC-B5C8-B792314E3D8B}" presName="compNode" presStyleCnt="0"/>
      <dgm:spPr/>
    </dgm:pt>
    <dgm:pt modelId="{4ED40AE2-04F5-4F1D-8B0D-C6B409429AA6}" type="pres">
      <dgm:prSet presAssocID="{9E291613-B523-46DC-B5C8-B792314E3D8B}" presName="iconBgRect" presStyleLbl="bgShp" presStyleIdx="2" presStyleCnt="3"/>
      <dgm:spPr/>
    </dgm:pt>
    <dgm:pt modelId="{EB9A5D02-356A-4EE8-97DA-667636844409}" type="pres">
      <dgm:prSet presAssocID="{9E291613-B523-46DC-B5C8-B792314E3D8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ntalHealth"/>
        </a:ext>
      </dgm:extLst>
    </dgm:pt>
    <dgm:pt modelId="{05B58940-23DA-41C5-93E1-BD8B27E47616}" type="pres">
      <dgm:prSet presAssocID="{9E291613-B523-46DC-B5C8-B792314E3D8B}" presName="spaceRect" presStyleCnt="0"/>
      <dgm:spPr/>
    </dgm:pt>
    <dgm:pt modelId="{14BBF215-E605-4D88-9AF0-737BEE938AF8}" type="pres">
      <dgm:prSet presAssocID="{9E291613-B523-46DC-B5C8-B792314E3D8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F341561-FF82-4501-9E0E-B8E87A96265E}" type="presOf" srcId="{4314E901-BB07-438E-9BC0-D49126CCF4F9}" destId="{2CD4087B-180C-432F-965F-1F1564BA8CE0}" srcOrd="0" destOrd="0" presId="urn:microsoft.com/office/officeart/2018/5/layout/IconCircleLabelList"/>
    <dgm:cxn modelId="{F5143443-01A6-4926-B105-A10E0244A744}" type="presOf" srcId="{CE7385F8-B9E7-4C32-AD6C-C7CE5D0C6737}" destId="{6F9E3B18-8DB8-45A1-B977-A9C47AE9101D}" srcOrd="0" destOrd="0" presId="urn:microsoft.com/office/officeart/2018/5/layout/IconCircleLabelList"/>
    <dgm:cxn modelId="{538BC367-4649-49FF-A7A9-1C309767DEFD}" srcId="{CE7385F8-B9E7-4C32-AD6C-C7CE5D0C6737}" destId="{4314E901-BB07-438E-9BC0-D49126CCF4F9}" srcOrd="1" destOrd="0" parTransId="{45E08038-DB94-4850-9E06-78E1CF145B8B}" sibTransId="{3F1DC2EB-A469-4397-AE50-DD5B1ADA215A}"/>
    <dgm:cxn modelId="{95E7C196-5CB5-411A-8146-88FC56D48DDD}" type="presOf" srcId="{9E291613-B523-46DC-B5C8-B792314E3D8B}" destId="{14BBF215-E605-4D88-9AF0-737BEE938AF8}" srcOrd="0" destOrd="0" presId="urn:microsoft.com/office/officeart/2018/5/layout/IconCircleLabelList"/>
    <dgm:cxn modelId="{52427E97-9B63-4A49-8DAF-F2A1E9F8BF28}" srcId="{CE7385F8-B9E7-4C32-AD6C-C7CE5D0C6737}" destId="{12D16610-55B3-44C8-8244-876F13D3D498}" srcOrd="0" destOrd="0" parTransId="{733328F5-7DD1-4FFB-9AE4-7C9808FF25FF}" sibTransId="{F018A607-242A-456A-83BA-5966FB9F81A8}"/>
    <dgm:cxn modelId="{835AA79F-47A9-454C-80D8-FD1B4B474696}" srcId="{CE7385F8-B9E7-4C32-AD6C-C7CE5D0C6737}" destId="{9E291613-B523-46DC-B5C8-B792314E3D8B}" srcOrd="2" destOrd="0" parTransId="{599560DC-8C3E-46A8-839E-ABAE9530DCEC}" sibTransId="{23D7C227-2EE7-4DDD-B4C3-A356BE3F50EC}"/>
    <dgm:cxn modelId="{C07E1AA2-A8E1-4EE7-AAF7-209FE1379F55}" type="presOf" srcId="{12D16610-55B3-44C8-8244-876F13D3D498}" destId="{D54BC286-85CF-4571-9997-ECA0D9B3C54A}" srcOrd="0" destOrd="0" presId="urn:microsoft.com/office/officeart/2018/5/layout/IconCircleLabelList"/>
    <dgm:cxn modelId="{D487B723-D8D8-473F-AD4F-0C8A9078CB86}" type="presParOf" srcId="{6F9E3B18-8DB8-45A1-B977-A9C47AE9101D}" destId="{C657F397-ACB8-4A9B-AA09-ADDDEADC5DD0}" srcOrd="0" destOrd="0" presId="urn:microsoft.com/office/officeart/2018/5/layout/IconCircleLabelList"/>
    <dgm:cxn modelId="{E3C6F5F3-C3CA-442C-B47A-5FEF876FBB8D}" type="presParOf" srcId="{C657F397-ACB8-4A9B-AA09-ADDDEADC5DD0}" destId="{8B8F67A2-E5F9-4E1F-B83F-042123FE1047}" srcOrd="0" destOrd="0" presId="urn:microsoft.com/office/officeart/2018/5/layout/IconCircleLabelList"/>
    <dgm:cxn modelId="{0041D58D-935F-443B-BA95-99F92D78984C}" type="presParOf" srcId="{C657F397-ACB8-4A9B-AA09-ADDDEADC5DD0}" destId="{1B7530C5-214B-422C-A070-1F1D8B973F3C}" srcOrd="1" destOrd="0" presId="urn:microsoft.com/office/officeart/2018/5/layout/IconCircleLabelList"/>
    <dgm:cxn modelId="{1B079C6B-C00B-473A-AA1F-C243C307D3B9}" type="presParOf" srcId="{C657F397-ACB8-4A9B-AA09-ADDDEADC5DD0}" destId="{222C639A-57C1-4DAC-B21F-F27A33BA98FE}" srcOrd="2" destOrd="0" presId="urn:microsoft.com/office/officeart/2018/5/layout/IconCircleLabelList"/>
    <dgm:cxn modelId="{9B5C51A4-D7A8-43DC-8608-3B68A76C9507}" type="presParOf" srcId="{C657F397-ACB8-4A9B-AA09-ADDDEADC5DD0}" destId="{D54BC286-85CF-4571-9997-ECA0D9B3C54A}" srcOrd="3" destOrd="0" presId="urn:microsoft.com/office/officeart/2018/5/layout/IconCircleLabelList"/>
    <dgm:cxn modelId="{07201645-4177-41CA-A4D2-B15C898F7382}" type="presParOf" srcId="{6F9E3B18-8DB8-45A1-B977-A9C47AE9101D}" destId="{BA133001-8BF1-4487-ACB4-5E9472422A27}" srcOrd="1" destOrd="0" presId="urn:microsoft.com/office/officeart/2018/5/layout/IconCircleLabelList"/>
    <dgm:cxn modelId="{1B71188E-B50F-4894-9275-026BDBB0F5EF}" type="presParOf" srcId="{6F9E3B18-8DB8-45A1-B977-A9C47AE9101D}" destId="{220DC088-48A0-4CCB-B150-B3CB4F3BCA81}" srcOrd="2" destOrd="0" presId="urn:microsoft.com/office/officeart/2018/5/layout/IconCircleLabelList"/>
    <dgm:cxn modelId="{E410E4B8-BA43-4B2B-860F-92FDF4D12DBB}" type="presParOf" srcId="{220DC088-48A0-4CCB-B150-B3CB4F3BCA81}" destId="{FB2C062D-228D-49B0-96BF-4694405454FF}" srcOrd="0" destOrd="0" presId="urn:microsoft.com/office/officeart/2018/5/layout/IconCircleLabelList"/>
    <dgm:cxn modelId="{FABDC182-3F86-4939-BBF3-594142B380A9}" type="presParOf" srcId="{220DC088-48A0-4CCB-B150-B3CB4F3BCA81}" destId="{BBBCFCF0-FE0C-4BAE-B039-C69B1EA05573}" srcOrd="1" destOrd="0" presId="urn:microsoft.com/office/officeart/2018/5/layout/IconCircleLabelList"/>
    <dgm:cxn modelId="{276616FB-827E-4657-9F76-6E5B19DE2AE5}" type="presParOf" srcId="{220DC088-48A0-4CCB-B150-B3CB4F3BCA81}" destId="{EACEAE68-98FB-4B15-B908-963ECC749053}" srcOrd="2" destOrd="0" presId="urn:microsoft.com/office/officeart/2018/5/layout/IconCircleLabelList"/>
    <dgm:cxn modelId="{50751F7B-451D-4D14-A655-2F7BBBABEF4D}" type="presParOf" srcId="{220DC088-48A0-4CCB-B150-B3CB4F3BCA81}" destId="{2CD4087B-180C-432F-965F-1F1564BA8CE0}" srcOrd="3" destOrd="0" presId="urn:microsoft.com/office/officeart/2018/5/layout/IconCircleLabelList"/>
    <dgm:cxn modelId="{4C1A1775-7D86-4EE6-9F37-FB375CD34F0E}" type="presParOf" srcId="{6F9E3B18-8DB8-45A1-B977-A9C47AE9101D}" destId="{26A1674C-A844-4FF1-970C-385357DFADF2}" srcOrd="3" destOrd="0" presId="urn:microsoft.com/office/officeart/2018/5/layout/IconCircleLabelList"/>
    <dgm:cxn modelId="{CC712484-23AA-48F6-91E0-34C653F2EF2C}" type="presParOf" srcId="{6F9E3B18-8DB8-45A1-B977-A9C47AE9101D}" destId="{E9B48F70-1DF0-4508-9175-61A4D2D4DEBC}" srcOrd="4" destOrd="0" presId="urn:microsoft.com/office/officeart/2018/5/layout/IconCircleLabelList"/>
    <dgm:cxn modelId="{ADE47D4B-6B78-4C59-8D1F-D1AFB74486D5}" type="presParOf" srcId="{E9B48F70-1DF0-4508-9175-61A4D2D4DEBC}" destId="{4ED40AE2-04F5-4F1D-8B0D-C6B409429AA6}" srcOrd="0" destOrd="0" presId="urn:microsoft.com/office/officeart/2018/5/layout/IconCircleLabelList"/>
    <dgm:cxn modelId="{53EDDE8C-0CEB-4853-ACC9-1B02B04C44F8}" type="presParOf" srcId="{E9B48F70-1DF0-4508-9175-61A4D2D4DEBC}" destId="{EB9A5D02-356A-4EE8-97DA-667636844409}" srcOrd="1" destOrd="0" presId="urn:microsoft.com/office/officeart/2018/5/layout/IconCircleLabelList"/>
    <dgm:cxn modelId="{89A17E7D-36C7-47F1-8B26-B84EAB1F88DA}" type="presParOf" srcId="{E9B48F70-1DF0-4508-9175-61A4D2D4DEBC}" destId="{05B58940-23DA-41C5-93E1-BD8B27E47616}" srcOrd="2" destOrd="0" presId="urn:microsoft.com/office/officeart/2018/5/layout/IconCircleLabelList"/>
    <dgm:cxn modelId="{DED14EC4-0F2F-47A4-AB64-BA51F16FCF1A}" type="presParOf" srcId="{E9B48F70-1DF0-4508-9175-61A4D2D4DEBC}" destId="{14BBF215-E605-4D88-9AF0-737BEE938AF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7D24BF1-CA13-4605-88A9-CE095998290D}" type="doc">
      <dgm:prSet loTypeId="urn:microsoft.com/office/officeart/2005/8/layout/hList1" loCatId="list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US"/>
        </a:p>
      </dgm:t>
    </dgm:pt>
    <dgm:pt modelId="{6DBE549F-F6FF-4962-91C8-914384EB67BE}">
      <dgm:prSet custT="1"/>
      <dgm:spPr/>
      <dgm:t>
        <a:bodyPr/>
        <a:lstStyle/>
        <a:p>
          <a:r>
            <a:rPr lang="en-US" sz="2000"/>
            <a:t>Units</a:t>
          </a:r>
        </a:p>
      </dgm:t>
    </dgm:pt>
    <dgm:pt modelId="{D0A37C4B-980D-4504-9CD0-701B232A81C4}" type="parTrans" cxnId="{EB2DC67A-C555-4F1F-BAAC-7F0377E34E77}">
      <dgm:prSet/>
      <dgm:spPr/>
      <dgm:t>
        <a:bodyPr/>
        <a:lstStyle/>
        <a:p>
          <a:endParaRPr lang="en-US" sz="2000"/>
        </a:p>
      </dgm:t>
    </dgm:pt>
    <dgm:pt modelId="{FD5DB359-93EA-4E51-8035-BFB2CC042122}" type="sibTrans" cxnId="{EB2DC67A-C555-4F1F-BAAC-7F0377E34E77}">
      <dgm:prSet/>
      <dgm:spPr/>
      <dgm:t>
        <a:bodyPr/>
        <a:lstStyle/>
        <a:p>
          <a:endParaRPr lang="en-US" sz="2000"/>
        </a:p>
      </dgm:t>
    </dgm:pt>
    <dgm:pt modelId="{5CBA4364-5770-40D5-B47E-C08414D33977}">
      <dgm:prSet custT="1"/>
      <dgm:spPr/>
      <dgm:t>
        <a:bodyPr/>
        <a:lstStyle/>
        <a:p>
          <a:r>
            <a:rPr lang="en-US" sz="2000"/>
            <a:t>Individuals, households, organisations, countries, etc.</a:t>
          </a:r>
        </a:p>
      </dgm:t>
    </dgm:pt>
    <dgm:pt modelId="{12225B0E-A714-4ED5-A2EE-D85C882FD52F}" type="parTrans" cxnId="{F71854E9-CF37-46CA-B890-17CC66F1071C}">
      <dgm:prSet/>
      <dgm:spPr/>
      <dgm:t>
        <a:bodyPr/>
        <a:lstStyle/>
        <a:p>
          <a:endParaRPr lang="en-US" sz="2000"/>
        </a:p>
      </dgm:t>
    </dgm:pt>
    <dgm:pt modelId="{AACCCAFA-2761-48C6-81E6-6BC8F4236CCA}" type="sibTrans" cxnId="{F71854E9-CF37-46CA-B890-17CC66F1071C}">
      <dgm:prSet/>
      <dgm:spPr/>
      <dgm:t>
        <a:bodyPr/>
        <a:lstStyle/>
        <a:p>
          <a:endParaRPr lang="en-US" sz="2000"/>
        </a:p>
      </dgm:t>
    </dgm:pt>
    <dgm:pt modelId="{A6177E5E-2B09-45F3-8FEA-35ABD10C37FA}">
      <dgm:prSet custT="1"/>
      <dgm:spPr/>
      <dgm:t>
        <a:bodyPr/>
        <a:lstStyle/>
        <a:p>
          <a:r>
            <a:rPr lang="en-US" sz="2000"/>
            <a:t>A timeline</a:t>
          </a:r>
        </a:p>
      </dgm:t>
    </dgm:pt>
    <dgm:pt modelId="{15330E85-3345-4ABD-BD26-45FA27CB97A1}" type="parTrans" cxnId="{74DD8C13-1935-4DB7-A938-A7BB67B6791B}">
      <dgm:prSet/>
      <dgm:spPr/>
      <dgm:t>
        <a:bodyPr/>
        <a:lstStyle/>
        <a:p>
          <a:endParaRPr lang="en-US" sz="2000"/>
        </a:p>
      </dgm:t>
    </dgm:pt>
    <dgm:pt modelId="{A45BD1DB-0372-4FC4-8835-99AEBAD5A246}" type="sibTrans" cxnId="{74DD8C13-1935-4DB7-A938-A7BB67B6791B}">
      <dgm:prSet/>
      <dgm:spPr/>
      <dgm:t>
        <a:bodyPr/>
        <a:lstStyle/>
        <a:p>
          <a:endParaRPr lang="en-US" sz="2000"/>
        </a:p>
      </dgm:t>
    </dgm:pt>
    <dgm:pt modelId="{6005BF76-23D1-42CE-868D-F9D53E6A396C}">
      <dgm:prSet custT="1"/>
      <dgm:spPr/>
      <dgm:t>
        <a:bodyPr/>
        <a:lstStyle/>
        <a:p>
          <a:r>
            <a:rPr lang="en-US" sz="2000"/>
            <a:t>Age, calendar year, month, survey wave or time since an event.</a:t>
          </a:r>
        </a:p>
      </dgm:t>
    </dgm:pt>
    <dgm:pt modelId="{A836215F-80C8-437A-86FA-FE9633D8EEC1}" type="parTrans" cxnId="{7A4F0A55-925B-46F2-B262-B70F86A099C1}">
      <dgm:prSet/>
      <dgm:spPr/>
      <dgm:t>
        <a:bodyPr/>
        <a:lstStyle/>
        <a:p>
          <a:endParaRPr lang="en-US" sz="2000"/>
        </a:p>
      </dgm:t>
    </dgm:pt>
    <dgm:pt modelId="{E6FFB552-7194-4F21-B363-6CDA45265995}" type="sibTrans" cxnId="{7A4F0A55-925B-46F2-B262-B70F86A099C1}">
      <dgm:prSet/>
      <dgm:spPr/>
      <dgm:t>
        <a:bodyPr/>
        <a:lstStyle/>
        <a:p>
          <a:endParaRPr lang="en-US" sz="2000"/>
        </a:p>
      </dgm:t>
    </dgm:pt>
    <dgm:pt modelId="{0D64DCDC-1085-467E-9491-9DEEFDC238F4}">
      <dgm:prSet custT="1"/>
      <dgm:spPr/>
      <dgm:t>
        <a:bodyPr/>
        <a:lstStyle/>
        <a:p>
          <a:r>
            <a:rPr lang="en-US" sz="2000"/>
            <a:t>A finite set of possible states</a:t>
          </a:r>
        </a:p>
      </dgm:t>
    </dgm:pt>
    <dgm:pt modelId="{76F50BBC-5338-4EB6-A40F-262BDBF37129}" type="parTrans" cxnId="{BFD0D18D-9A2D-480B-82FD-0073E111E82A}">
      <dgm:prSet/>
      <dgm:spPr/>
      <dgm:t>
        <a:bodyPr/>
        <a:lstStyle/>
        <a:p>
          <a:endParaRPr lang="en-US" sz="2000"/>
        </a:p>
      </dgm:t>
    </dgm:pt>
    <dgm:pt modelId="{C36E02D9-9A3C-4B2E-B52D-78FA5630693C}" type="sibTrans" cxnId="{BFD0D18D-9A2D-480B-82FD-0073E111E82A}">
      <dgm:prSet/>
      <dgm:spPr/>
      <dgm:t>
        <a:bodyPr/>
        <a:lstStyle/>
        <a:p>
          <a:endParaRPr lang="en-US" sz="2000"/>
        </a:p>
      </dgm:t>
    </dgm:pt>
    <dgm:pt modelId="{7DD2E49C-567B-4D71-A8BA-ACC341DDB38C}">
      <dgm:prSet custT="1"/>
      <dgm:spPr/>
      <dgm:t>
        <a:bodyPr/>
        <a:lstStyle/>
        <a:p>
          <a:r>
            <a:rPr lang="en-US" sz="2000"/>
            <a:t>The sequence alphabet.</a:t>
          </a:r>
        </a:p>
      </dgm:t>
    </dgm:pt>
    <dgm:pt modelId="{6DF4D318-BA7F-4B1A-AE34-E8366C053BC7}" type="parTrans" cxnId="{228B9DE4-6C28-4A31-9672-F483552C6B79}">
      <dgm:prSet/>
      <dgm:spPr/>
      <dgm:t>
        <a:bodyPr/>
        <a:lstStyle/>
        <a:p>
          <a:endParaRPr lang="en-US" sz="2000"/>
        </a:p>
      </dgm:t>
    </dgm:pt>
    <dgm:pt modelId="{7CA7FC56-30C4-4D02-9608-2C6B616452A8}" type="sibTrans" cxnId="{228B9DE4-6C28-4A31-9672-F483552C6B79}">
      <dgm:prSet/>
      <dgm:spPr/>
      <dgm:t>
        <a:bodyPr/>
        <a:lstStyle/>
        <a:p>
          <a:endParaRPr lang="en-US" sz="2000"/>
        </a:p>
      </dgm:t>
    </dgm:pt>
    <dgm:pt modelId="{42BA7F87-E67D-4EF0-9C81-73450472C3E4}">
      <dgm:prSet custT="1"/>
      <dgm:spPr/>
      <dgm:t>
        <a:bodyPr/>
        <a:lstStyle/>
        <a:p>
          <a:r>
            <a:rPr lang="en-US" sz="2000"/>
            <a:t>An observed state at each time position</a:t>
          </a:r>
        </a:p>
      </dgm:t>
    </dgm:pt>
    <dgm:pt modelId="{8695DD04-4F20-4982-9614-64FC982D4789}" type="parTrans" cxnId="{4318075A-7B35-4BC3-AEF6-847DF8E44046}">
      <dgm:prSet/>
      <dgm:spPr/>
      <dgm:t>
        <a:bodyPr/>
        <a:lstStyle/>
        <a:p>
          <a:endParaRPr lang="en-US" sz="2000"/>
        </a:p>
      </dgm:t>
    </dgm:pt>
    <dgm:pt modelId="{B62F51A5-D445-4797-BFE6-6FE34FDA6E90}" type="sibTrans" cxnId="{4318075A-7B35-4BC3-AEF6-847DF8E44046}">
      <dgm:prSet/>
      <dgm:spPr/>
      <dgm:t>
        <a:bodyPr/>
        <a:lstStyle/>
        <a:p>
          <a:endParaRPr lang="en-US" sz="2000"/>
        </a:p>
      </dgm:t>
    </dgm:pt>
    <dgm:pt modelId="{D225E46E-BBF5-40FD-BB93-6012E5050329}">
      <dgm:prSet custT="1"/>
      <dgm:spPr/>
      <dgm:t>
        <a:bodyPr/>
        <a:lstStyle/>
        <a:p>
          <a:r>
            <a:rPr lang="en-US" sz="2000"/>
            <a:t>One categorical status, or a defined combination of statuses.</a:t>
          </a:r>
        </a:p>
      </dgm:t>
    </dgm:pt>
    <dgm:pt modelId="{5DF0A587-3088-45E5-9AC1-D93EAB6F8A61}" type="parTrans" cxnId="{6CD4DF81-6BD3-49F4-A90B-23D26FE15D24}">
      <dgm:prSet/>
      <dgm:spPr/>
      <dgm:t>
        <a:bodyPr/>
        <a:lstStyle/>
        <a:p>
          <a:endParaRPr lang="en-US" sz="2000"/>
        </a:p>
      </dgm:t>
    </dgm:pt>
    <dgm:pt modelId="{4D7BDC52-BB2E-4FA9-8EAB-5AF33D2BAE0B}" type="sibTrans" cxnId="{6CD4DF81-6BD3-49F4-A90B-23D26FE15D24}">
      <dgm:prSet/>
      <dgm:spPr/>
      <dgm:t>
        <a:bodyPr/>
        <a:lstStyle/>
        <a:p>
          <a:endParaRPr lang="en-US" sz="2000"/>
        </a:p>
      </dgm:t>
    </dgm:pt>
    <dgm:pt modelId="{154717A5-D413-4DEF-8326-178CBA44C9EF}" type="pres">
      <dgm:prSet presAssocID="{D7D24BF1-CA13-4605-88A9-CE095998290D}" presName="Name0" presStyleCnt="0">
        <dgm:presLayoutVars>
          <dgm:dir/>
          <dgm:animLvl val="lvl"/>
          <dgm:resizeHandles val="exact"/>
        </dgm:presLayoutVars>
      </dgm:prSet>
      <dgm:spPr/>
    </dgm:pt>
    <dgm:pt modelId="{CC920FD1-1521-4032-B87F-AEC1DB8CE85A}" type="pres">
      <dgm:prSet presAssocID="{6DBE549F-F6FF-4962-91C8-914384EB67BE}" presName="composite" presStyleCnt="0"/>
      <dgm:spPr/>
    </dgm:pt>
    <dgm:pt modelId="{566A876C-3F87-450B-8D40-FEA4CBCAC169}" type="pres">
      <dgm:prSet presAssocID="{6DBE549F-F6FF-4962-91C8-914384EB67BE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C51BECB-239B-4C37-BBC9-B9F26AA5E706}" type="pres">
      <dgm:prSet presAssocID="{6DBE549F-F6FF-4962-91C8-914384EB67BE}" presName="desTx" presStyleLbl="alignAccFollowNode1" presStyleIdx="0" presStyleCnt="4">
        <dgm:presLayoutVars>
          <dgm:bulletEnabled val="1"/>
        </dgm:presLayoutVars>
      </dgm:prSet>
      <dgm:spPr/>
    </dgm:pt>
    <dgm:pt modelId="{4C9E291A-E9B5-46B6-8C47-BE72CC928D32}" type="pres">
      <dgm:prSet presAssocID="{FD5DB359-93EA-4E51-8035-BFB2CC042122}" presName="space" presStyleCnt="0"/>
      <dgm:spPr/>
    </dgm:pt>
    <dgm:pt modelId="{DE9F9503-DD8A-45F2-A23D-08C264685132}" type="pres">
      <dgm:prSet presAssocID="{A6177E5E-2B09-45F3-8FEA-35ABD10C37FA}" presName="composite" presStyleCnt="0"/>
      <dgm:spPr/>
    </dgm:pt>
    <dgm:pt modelId="{068FABDF-FAA8-4799-883A-C817072C6B96}" type="pres">
      <dgm:prSet presAssocID="{A6177E5E-2B09-45F3-8FEA-35ABD10C37FA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5BCAE2F1-4413-44B0-82E0-EB73A8C1EE30}" type="pres">
      <dgm:prSet presAssocID="{A6177E5E-2B09-45F3-8FEA-35ABD10C37FA}" presName="desTx" presStyleLbl="alignAccFollowNode1" presStyleIdx="1" presStyleCnt="4">
        <dgm:presLayoutVars>
          <dgm:bulletEnabled val="1"/>
        </dgm:presLayoutVars>
      </dgm:prSet>
      <dgm:spPr/>
    </dgm:pt>
    <dgm:pt modelId="{4F47B16D-7542-4374-9B37-E441DD69CFFA}" type="pres">
      <dgm:prSet presAssocID="{A45BD1DB-0372-4FC4-8835-99AEBAD5A246}" presName="space" presStyleCnt="0"/>
      <dgm:spPr/>
    </dgm:pt>
    <dgm:pt modelId="{6D0F6453-568E-4C4D-AE7B-B55879F431DF}" type="pres">
      <dgm:prSet presAssocID="{0D64DCDC-1085-467E-9491-9DEEFDC238F4}" presName="composite" presStyleCnt="0"/>
      <dgm:spPr/>
    </dgm:pt>
    <dgm:pt modelId="{3C6C9F92-6303-4583-BD83-102A75F6A4B9}" type="pres">
      <dgm:prSet presAssocID="{0D64DCDC-1085-467E-9491-9DEEFDC238F4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20F07859-F58B-4960-A892-B4CB97BE8E98}" type="pres">
      <dgm:prSet presAssocID="{0D64DCDC-1085-467E-9491-9DEEFDC238F4}" presName="desTx" presStyleLbl="alignAccFollowNode1" presStyleIdx="2" presStyleCnt="4">
        <dgm:presLayoutVars>
          <dgm:bulletEnabled val="1"/>
        </dgm:presLayoutVars>
      </dgm:prSet>
      <dgm:spPr/>
    </dgm:pt>
    <dgm:pt modelId="{34F3F328-DF67-4430-9DC9-ABFC81726E4D}" type="pres">
      <dgm:prSet presAssocID="{C36E02D9-9A3C-4B2E-B52D-78FA5630693C}" presName="space" presStyleCnt="0"/>
      <dgm:spPr/>
    </dgm:pt>
    <dgm:pt modelId="{7E0538D6-A688-4481-9CED-6C3C4D4B48AA}" type="pres">
      <dgm:prSet presAssocID="{42BA7F87-E67D-4EF0-9C81-73450472C3E4}" presName="composite" presStyleCnt="0"/>
      <dgm:spPr/>
    </dgm:pt>
    <dgm:pt modelId="{B5EC0A8C-B7E9-42CA-B218-9FEBF0344C92}" type="pres">
      <dgm:prSet presAssocID="{42BA7F87-E67D-4EF0-9C81-73450472C3E4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1E79D3A-8131-41E4-9C1D-7D3A14D12C38}" type="pres">
      <dgm:prSet presAssocID="{42BA7F87-E67D-4EF0-9C81-73450472C3E4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74DD8C13-1935-4DB7-A938-A7BB67B6791B}" srcId="{D7D24BF1-CA13-4605-88A9-CE095998290D}" destId="{A6177E5E-2B09-45F3-8FEA-35ABD10C37FA}" srcOrd="1" destOrd="0" parTransId="{15330E85-3345-4ABD-BD26-45FA27CB97A1}" sibTransId="{A45BD1DB-0372-4FC4-8835-99AEBAD5A246}"/>
    <dgm:cxn modelId="{08778A34-9725-4024-8DB6-72E9E72F0364}" type="presOf" srcId="{42BA7F87-E67D-4EF0-9C81-73450472C3E4}" destId="{B5EC0A8C-B7E9-42CA-B218-9FEBF0344C92}" srcOrd="0" destOrd="0" presId="urn:microsoft.com/office/officeart/2005/8/layout/hList1"/>
    <dgm:cxn modelId="{CF9EA363-D9DE-4737-83DB-42FE0ABE199A}" type="presOf" srcId="{5CBA4364-5770-40D5-B47E-C08414D33977}" destId="{0C51BECB-239B-4C37-BBC9-B9F26AA5E706}" srcOrd="0" destOrd="0" presId="urn:microsoft.com/office/officeart/2005/8/layout/hList1"/>
    <dgm:cxn modelId="{7A4F0A55-925B-46F2-B262-B70F86A099C1}" srcId="{A6177E5E-2B09-45F3-8FEA-35ABD10C37FA}" destId="{6005BF76-23D1-42CE-868D-F9D53E6A396C}" srcOrd="0" destOrd="0" parTransId="{A836215F-80C8-437A-86FA-FE9633D8EEC1}" sibTransId="{E6FFB552-7194-4F21-B363-6CDA45265995}"/>
    <dgm:cxn modelId="{82191575-198D-44CB-B047-0A1CC801ECC9}" type="presOf" srcId="{D225E46E-BBF5-40FD-BB93-6012E5050329}" destId="{C1E79D3A-8131-41E4-9C1D-7D3A14D12C38}" srcOrd="0" destOrd="0" presId="urn:microsoft.com/office/officeart/2005/8/layout/hList1"/>
    <dgm:cxn modelId="{4318075A-7B35-4BC3-AEF6-847DF8E44046}" srcId="{D7D24BF1-CA13-4605-88A9-CE095998290D}" destId="{42BA7F87-E67D-4EF0-9C81-73450472C3E4}" srcOrd="3" destOrd="0" parTransId="{8695DD04-4F20-4982-9614-64FC982D4789}" sibTransId="{B62F51A5-D445-4797-BFE6-6FE34FDA6E90}"/>
    <dgm:cxn modelId="{EB2DC67A-C555-4F1F-BAAC-7F0377E34E77}" srcId="{D7D24BF1-CA13-4605-88A9-CE095998290D}" destId="{6DBE549F-F6FF-4962-91C8-914384EB67BE}" srcOrd="0" destOrd="0" parTransId="{D0A37C4B-980D-4504-9CD0-701B232A81C4}" sibTransId="{FD5DB359-93EA-4E51-8035-BFB2CC042122}"/>
    <dgm:cxn modelId="{6CD4DF81-6BD3-49F4-A90B-23D26FE15D24}" srcId="{42BA7F87-E67D-4EF0-9C81-73450472C3E4}" destId="{D225E46E-BBF5-40FD-BB93-6012E5050329}" srcOrd="0" destOrd="0" parTransId="{5DF0A587-3088-45E5-9AC1-D93EAB6F8A61}" sibTransId="{4D7BDC52-BB2E-4FA9-8EAB-5AF33D2BAE0B}"/>
    <dgm:cxn modelId="{BFD0D18D-9A2D-480B-82FD-0073E111E82A}" srcId="{D7D24BF1-CA13-4605-88A9-CE095998290D}" destId="{0D64DCDC-1085-467E-9491-9DEEFDC238F4}" srcOrd="2" destOrd="0" parTransId="{76F50BBC-5338-4EB6-A40F-262BDBF37129}" sibTransId="{C36E02D9-9A3C-4B2E-B52D-78FA5630693C}"/>
    <dgm:cxn modelId="{1DDD04B0-99EB-4A03-B4FC-2F0B9E68F789}" type="presOf" srcId="{0D64DCDC-1085-467E-9491-9DEEFDC238F4}" destId="{3C6C9F92-6303-4583-BD83-102A75F6A4B9}" srcOrd="0" destOrd="0" presId="urn:microsoft.com/office/officeart/2005/8/layout/hList1"/>
    <dgm:cxn modelId="{3D4096B3-DF90-4C43-A7ED-20E1498B74E3}" type="presOf" srcId="{6005BF76-23D1-42CE-868D-F9D53E6A396C}" destId="{5BCAE2F1-4413-44B0-82E0-EB73A8C1EE30}" srcOrd="0" destOrd="0" presId="urn:microsoft.com/office/officeart/2005/8/layout/hList1"/>
    <dgm:cxn modelId="{4C90C9B8-E89D-47E8-BD2C-2699EA537713}" type="presOf" srcId="{7DD2E49C-567B-4D71-A8BA-ACC341DDB38C}" destId="{20F07859-F58B-4960-A892-B4CB97BE8E98}" srcOrd="0" destOrd="0" presId="urn:microsoft.com/office/officeart/2005/8/layout/hList1"/>
    <dgm:cxn modelId="{8A0E7AC7-E6B1-4DC7-8E0A-5B7AA6250B79}" type="presOf" srcId="{6DBE549F-F6FF-4962-91C8-914384EB67BE}" destId="{566A876C-3F87-450B-8D40-FEA4CBCAC169}" srcOrd="0" destOrd="0" presId="urn:microsoft.com/office/officeart/2005/8/layout/hList1"/>
    <dgm:cxn modelId="{B515CED6-249C-4641-8726-B40263117701}" type="presOf" srcId="{A6177E5E-2B09-45F3-8FEA-35ABD10C37FA}" destId="{068FABDF-FAA8-4799-883A-C817072C6B96}" srcOrd="0" destOrd="0" presId="urn:microsoft.com/office/officeart/2005/8/layout/hList1"/>
    <dgm:cxn modelId="{228B9DE4-6C28-4A31-9672-F483552C6B79}" srcId="{0D64DCDC-1085-467E-9491-9DEEFDC238F4}" destId="{7DD2E49C-567B-4D71-A8BA-ACC341DDB38C}" srcOrd="0" destOrd="0" parTransId="{6DF4D318-BA7F-4B1A-AE34-E8366C053BC7}" sibTransId="{7CA7FC56-30C4-4D02-9608-2C6B616452A8}"/>
    <dgm:cxn modelId="{F71854E9-CF37-46CA-B890-17CC66F1071C}" srcId="{6DBE549F-F6FF-4962-91C8-914384EB67BE}" destId="{5CBA4364-5770-40D5-B47E-C08414D33977}" srcOrd="0" destOrd="0" parTransId="{12225B0E-A714-4ED5-A2EE-D85C882FD52F}" sibTransId="{AACCCAFA-2761-48C6-81E6-6BC8F4236CCA}"/>
    <dgm:cxn modelId="{1008B2F1-EECB-4884-90F5-BA638A6819F6}" type="presOf" srcId="{D7D24BF1-CA13-4605-88A9-CE095998290D}" destId="{154717A5-D413-4DEF-8326-178CBA44C9EF}" srcOrd="0" destOrd="0" presId="urn:microsoft.com/office/officeart/2005/8/layout/hList1"/>
    <dgm:cxn modelId="{074465F1-586D-40A6-8485-BFA0FA185C8C}" type="presParOf" srcId="{154717A5-D413-4DEF-8326-178CBA44C9EF}" destId="{CC920FD1-1521-4032-B87F-AEC1DB8CE85A}" srcOrd="0" destOrd="0" presId="urn:microsoft.com/office/officeart/2005/8/layout/hList1"/>
    <dgm:cxn modelId="{3FB521B3-EF0B-4758-8002-52DB90EDBBBA}" type="presParOf" srcId="{CC920FD1-1521-4032-B87F-AEC1DB8CE85A}" destId="{566A876C-3F87-450B-8D40-FEA4CBCAC169}" srcOrd="0" destOrd="0" presId="urn:microsoft.com/office/officeart/2005/8/layout/hList1"/>
    <dgm:cxn modelId="{3D250565-5B65-4FDE-A7EC-665BA74F7D73}" type="presParOf" srcId="{CC920FD1-1521-4032-B87F-AEC1DB8CE85A}" destId="{0C51BECB-239B-4C37-BBC9-B9F26AA5E706}" srcOrd="1" destOrd="0" presId="urn:microsoft.com/office/officeart/2005/8/layout/hList1"/>
    <dgm:cxn modelId="{669D313D-EF56-4BE0-8DA7-7CAE90906B33}" type="presParOf" srcId="{154717A5-D413-4DEF-8326-178CBA44C9EF}" destId="{4C9E291A-E9B5-46B6-8C47-BE72CC928D32}" srcOrd="1" destOrd="0" presId="urn:microsoft.com/office/officeart/2005/8/layout/hList1"/>
    <dgm:cxn modelId="{62827313-404B-4B23-BE7B-E29EAFA7592B}" type="presParOf" srcId="{154717A5-D413-4DEF-8326-178CBA44C9EF}" destId="{DE9F9503-DD8A-45F2-A23D-08C264685132}" srcOrd="2" destOrd="0" presId="urn:microsoft.com/office/officeart/2005/8/layout/hList1"/>
    <dgm:cxn modelId="{BF2B37FC-1ED1-41AF-8B6B-B4FC715D2F6D}" type="presParOf" srcId="{DE9F9503-DD8A-45F2-A23D-08C264685132}" destId="{068FABDF-FAA8-4799-883A-C817072C6B96}" srcOrd="0" destOrd="0" presId="urn:microsoft.com/office/officeart/2005/8/layout/hList1"/>
    <dgm:cxn modelId="{4695C3C7-1458-42EC-BB1D-63E024B04A2F}" type="presParOf" srcId="{DE9F9503-DD8A-45F2-A23D-08C264685132}" destId="{5BCAE2F1-4413-44B0-82E0-EB73A8C1EE30}" srcOrd="1" destOrd="0" presId="urn:microsoft.com/office/officeart/2005/8/layout/hList1"/>
    <dgm:cxn modelId="{3BE82076-8254-4781-8BA6-8C64D5F6784B}" type="presParOf" srcId="{154717A5-D413-4DEF-8326-178CBA44C9EF}" destId="{4F47B16D-7542-4374-9B37-E441DD69CFFA}" srcOrd="3" destOrd="0" presId="urn:microsoft.com/office/officeart/2005/8/layout/hList1"/>
    <dgm:cxn modelId="{248A82AC-1881-4394-9A7E-BA5193321EDB}" type="presParOf" srcId="{154717A5-D413-4DEF-8326-178CBA44C9EF}" destId="{6D0F6453-568E-4C4D-AE7B-B55879F431DF}" srcOrd="4" destOrd="0" presId="urn:microsoft.com/office/officeart/2005/8/layout/hList1"/>
    <dgm:cxn modelId="{AE2ECA61-C578-4636-B8BF-2C9D57000D22}" type="presParOf" srcId="{6D0F6453-568E-4C4D-AE7B-B55879F431DF}" destId="{3C6C9F92-6303-4583-BD83-102A75F6A4B9}" srcOrd="0" destOrd="0" presId="urn:microsoft.com/office/officeart/2005/8/layout/hList1"/>
    <dgm:cxn modelId="{07435FD5-892F-47FF-8184-5704391C3A68}" type="presParOf" srcId="{6D0F6453-568E-4C4D-AE7B-B55879F431DF}" destId="{20F07859-F58B-4960-A892-B4CB97BE8E98}" srcOrd="1" destOrd="0" presId="urn:microsoft.com/office/officeart/2005/8/layout/hList1"/>
    <dgm:cxn modelId="{57C90D83-8AA6-4244-B008-8406BB5BC93E}" type="presParOf" srcId="{154717A5-D413-4DEF-8326-178CBA44C9EF}" destId="{34F3F328-DF67-4430-9DC9-ABFC81726E4D}" srcOrd="5" destOrd="0" presId="urn:microsoft.com/office/officeart/2005/8/layout/hList1"/>
    <dgm:cxn modelId="{49A59F3E-DCF3-497A-9900-B5560152326A}" type="presParOf" srcId="{154717A5-D413-4DEF-8326-178CBA44C9EF}" destId="{7E0538D6-A688-4481-9CED-6C3C4D4B48AA}" srcOrd="6" destOrd="0" presId="urn:microsoft.com/office/officeart/2005/8/layout/hList1"/>
    <dgm:cxn modelId="{B069C164-EC8B-4127-BB02-BAB2DE89601B}" type="presParOf" srcId="{7E0538D6-A688-4481-9CED-6C3C4D4B48AA}" destId="{B5EC0A8C-B7E9-42CA-B218-9FEBF0344C92}" srcOrd="0" destOrd="0" presId="urn:microsoft.com/office/officeart/2005/8/layout/hList1"/>
    <dgm:cxn modelId="{5098B54D-8F8A-4A15-B872-D1871DD14BCE}" type="presParOf" srcId="{7E0538D6-A688-4481-9CED-6C3C4D4B48AA}" destId="{C1E79D3A-8131-41E4-9C1D-7D3A14D12C3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5A888D3-FEBA-41DC-B05D-077E9F661419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53684E51-D54D-46C8-8425-6C28114B5C0E}">
      <dgm:prSet/>
      <dgm:spPr/>
      <dgm:t>
        <a:bodyPr/>
        <a:lstStyle/>
        <a:p>
          <a:r>
            <a:rPr lang="fi-FI"/>
            <a:t>1990: birth</a:t>
          </a:r>
          <a:endParaRPr lang="fr-FR"/>
        </a:p>
      </dgm:t>
    </dgm:pt>
    <dgm:pt modelId="{4121E48A-95E8-4432-B6FA-3A62510D2B0A}" type="parTrans" cxnId="{BA707412-7DB6-4B70-9E5B-C44371175722}">
      <dgm:prSet/>
      <dgm:spPr/>
      <dgm:t>
        <a:bodyPr/>
        <a:lstStyle/>
        <a:p>
          <a:endParaRPr lang="fr-FR"/>
        </a:p>
      </dgm:t>
    </dgm:pt>
    <dgm:pt modelId="{82264BD5-4AC1-4C84-8F98-30FB4A2CEB71}" type="sibTrans" cxnId="{BA707412-7DB6-4B70-9E5B-C44371175722}">
      <dgm:prSet/>
      <dgm:spPr/>
      <dgm:t>
        <a:bodyPr/>
        <a:lstStyle/>
        <a:p>
          <a:endParaRPr lang="fr-FR"/>
        </a:p>
      </dgm:t>
    </dgm:pt>
    <dgm:pt modelId="{3F833B4D-2B9E-4C4F-825F-6A3E515BD0A1}">
      <dgm:prSet/>
      <dgm:spPr/>
      <dgm:t>
        <a:bodyPr/>
        <a:lstStyle/>
        <a:p>
          <a:r>
            <a:rPr lang="fi-FI"/>
            <a:t>2011: first job</a:t>
          </a:r>
          <a:endParaRPr lang="fr-FR"/>
        </a:p>
      </dgm:t>
    </dgm:pt>
    <dgm:pt modelId="{237D214A-2733-4861-96E3-1806DC1B3376}" type="parTrans" cxnId="{A29900C1-B41D-4313-AFD1-CC8EFF9CADCB}">
      <dgm:prSet/>
      <dgm:spPr/>
      <dgm:t>
        <a:bodyPr/>
        <a:lstStyle/>
        <a:p>
          <a:endParaRPr lang="fr-FR"/>
        </a:p>
      </dgm:t>
    </dgm:pt>
    <dgm:pt modelId="{83A7CFD0-3C6E-48B8-A042-CCF8C5C618F8}" type="sibTrans" cxnId="{A29900C1-B41D-4313-AFD1-CC8EFF9CADCB}">
      <dgm:prSet/>
      <dgm:spPr/>
      <dgm:t>
        <a:bodyPr/>
        <a:lstStyle/>
        <a:p>
          <a:endParaRPr lang="fr-FR"/>
        </a:p>
      </dgm:t>
    </dgm:pt>
    <dgm:pt modelId="{59B533CF-C1B3-4D97-B240-8C92ED8D742A}">
      <dgm:prSet/>
      <dgm:spPr/>
      <dgm:t>
        <a:bodyPr/>
        <a:lstStyle/>
        <a:p>
          <a:r>
            <a:rPr lang="fi-FI"/>
            <a:t>2019: gets married</a:t>
          </a:r>
          <a:endParaRPr lang="fr-FR"/>
        </a:p>
      </dgm:t>
    </dgm:pt>
    <dgm:pt modelId="{B2ECB2FA-B490-4D38-AC33-AF56CD793F2C}" type="parTrans" cxnId="{8FC9AA60-2A54-4663-B0BC-C1E0A87AB559}">
      <dgm:prSet/>
      <dgm:spPr/>
      <dgm:t>
        <a:bodyPr/>
        <a:lstStyle/>
        <a:p>
          <a:endParaRPr lang="fr-FR"/>
        </a:p>
      </dgm:t>
    </dgm:pt>
    <dgm:pt modelId="{1BD459DE-8506-4812-B3CC-D80B2AFA2F16}" type="sibTrans" cxnId="{8FC9AA60-2A54-4663-B0BC-C1E0A87AB559}">
      <dgm:prSet/>
      <dgm:spPr/>
      <dgm:t>
        <a:bodyPr/>
        <a:lstStyle/>
        <a:p>
          <a:endParaRPr lang="fr-FR"/>
        </a:p>
      </dgm:t>
    </dgm:pt>
    <dgm:pt modelId="{7494BA6A-7F8F-45C3-8EA4-F99BFFE58FF3}">
      <dgm:prSet/>
      <dgm:spPr/>
      <dgm:t>
        <a:bodyPr/>
        <a:lstStyle/>
        <a:p>
          <a:r>
            <a:rPr lang="fi-FI"/>
            <a:t>2021: first child</a:t>
          </a:r>
          <a:endParaRPr lang="fr-FR"/>
        </a:p>
      </dgm:t>
    </dgm:pt>
    <dgm:pt modelId="{F780EC93-7A7E-4BDF-AF13-409BD3EF2AA0}" type="parTrans" cxnId="{9201B162-97E8-4E04-8F06-D4D3AF734B10}">
      <dgm:prSet/>
      <dgm:spPr/>
      <dgm:t>
        <a:bodyPr/>
        <a:lstStyle/>
        <a:p>
          <a:endParaRPr lang="fr-FR"/>
        </a:p>
      </dgm:t>
    </dgm:pt>
    <dgm:pt modelId="{E99833DC-322B-405B-B2A9-58A4FBF5FC94}" type="sibTrans" cxnId="{9201B162-97E8-4E04-8F06-D4D3AF734B10}">
      <dgm:prSet/>
      <dgm:spPr/>
      <dgm:t>
        <a:bodyPr/>
        <a:lstStyle/>
        <a:p>
          <a:endParaRPr lang="fr-FR"/>
        </a:p>
      </dgm:t>
    </dgm:pt>
    <dgm:pt modelId="{B03E00DC-AB9F-44C0-B7EC-45BAA27907C5}">
      <dgm:prSet/>
      <dgm:spPr/>
      <dgm:t>
        <a:bodyPr/>
        <a:lstStyle/>
        <a:p>
          <a:r>
            <a:rPr lang="fi-FI"/>
            <a:t>2023: gets divorced</a:t>
          </a:r>
          <a:endParaRPr lang="fr-FR"/>
        </a:p>
      </dgm:t>
    </dgm:pt>
    <dgm:pt modelId="{858AE896-0201-4CD3-AF4A-FACEE077FFB1}" type="parTrans" cxnId="{B1B0CC80-5A6A-475E-8015-A6C62CDBBCD5}">
      <dgm:prSet/>
      <dgm:spPr/>
      <dgm:t>
        <a:bodyPr/>
        <a:lstStyle/>
        <a:p>
          <a:endParaRPr lang="fr-FR"/>
        </a:p>
      </dgm:t>
    </dgm:pt>
    <dgm:pt modelId="{C997B1F6-1292-4881-B29C-29788EBEF4E3}" type="sibTrans" cxnId="{B1B0CC80-5A6A-475E-8015-A6C62CDBBCD5}">
      <dgm:prSet/>
      <dgm:spPr/>
      <dgm:t>
        <a:bodyPr/>
        <a:lstStyle/>
        <a:p>
          <a:endParaRPr lang="fr-FR"/>
        </a:p>
      </dgm:t>
    </dgm:pt>
    <dgm:pt modelId="{DEF5CE3A-972A-4A81-82DA-C2B1B0860D7D}" type="pres">
      <dgm:prSet presAssocID="{65A888D3-FEBA-41DC-B05D-077E9F661419}" presName="Name0" presStyleCnt="0">
        <dgm:presLayoutVars>
          <dgm:dir/>
          <dgm:resizeHandles val="exact"/>
        </dgm:presLayoutVars>
      </dgm:prSet>
      <dgm:spPr/>
    </dgm:pt>
    <dgm:pt modelId="{539A1974-DA6F-409C-BD57-778B56A41313}" type="pres">
      <dgm:prSet presAssocID="{65A888D3-FEBA-41DC-B05D-077E9F661419}" presName="arrow" presStyleLbl="bgShp" presStyleIdx="0" presStyleCnt="1"/>
      <dgm:spPr/>
    </dgm:pt>
    <dgm:pt modelId="{19C6F1DB-E6D0-4161-BCC1-0905D8328A41}" type="pres">
      <dgm:prSet presAssocID="{65A888D3-FEBA-41DC-B05D-077E9F661419}" presName="points" presStyleCnt="0"/>
      <dgm:spPr/>
    </dgm:pt>
    <dgm:pt modelId="{2E53B11F-0708-48C3-997F-9706353E4F38}" type="pres">
      <dgm:prSet presAssocID="{53684E51-D54D-46C8-8425-6C28114B5C0E}" presName="compositeA" presStyleCnt="0"/>
      <dgm:spPr/>
    </dgm:pt>
    <dgm:pt modelId="{84380EF4-7B90-43D4-85DB-D5E1B7FA8E7E}" type="pres">
      <dgm:prSet presAssocID="{53684E51-D54D-46C8-8425-6C28114B5C0E}" presName="textA" presStyleLbl="revTx" presStyleIdx="0" presStyleCnt="5">
        <dgm:presLayoutVars>
          <dgm:bulletEnabled val="1"/>
        </dgm:presLayoutVars>
      </dgm:prSet>
      <dgm:spPr/>
    </dgm:pt>
    <dgm:pt modelId="{85D96178-9990-41D3-B4B5-E3E6E21728A7}" type="pres">
      <dgm:prSet presAssocID="{53684E51-D54D-46C8-8425-6C28114B5C0E}" presName="circleA" presStyleLbl="node1" presStyleIdx="0" presStyleCnt="5"/>
      <dgm:spPr/>
    </dgm:pt>
    <dgm:pt modelId="{413CF5DB-3817-4EFB-ACA1-D99E4D5361DB}" type="pres">
      <dgm:prSet presAssocID="{53684E51-D54D-46C8-8425-6C28114B5C0E}" presName="spaceA" presStyleCnt="0"/>
      <dgm:spPr/>
    </dgm:pt>
    <dgm:pt modelId="{5FEEA196-4C53-4FBD-A0E1-A03BB34E3CB7}" type="pres">
      <dgm:prSet presAssocID="{82264BD5-4AC1-4C84-8F98-30FB4A2CEB71}" presName="space" presStyleCnt="0"/>
      <dgm:spPr/>
    </dgm:pt>
    <dgm:pt modelId="{F02839CA-E91C-4DE2-8315-9C622A499DC0}" type="pres">
      <dgm:prSet presAssocID="{3F833B4D-2B9E-4C4F-825F-6A3E515BD0A1}" presName="compositeB" presStyleCnt="0"/>
      <dgm:spPr/>
    </dgm:pt>
    <dgm:pt modelId="{7F7CAE6A-230A-4C35-833B-F231D698C4FC}" type="pres">
      <dgm:prSet presAssocID="{3F833B4D-2B9E-4C4F-825F-6A3E515BD0A1}" presName="textB" presStyleLbl="revTx" presStyleIdx="1" presStyleCnt="5">
        <dgm:presLayoutVars>
          <dgm:bulletEnabled val="1"/>
        </dgm:presLayoutVars>
      </dgm:prSet>
      <dgm:spPr/>
    </dgm:pt>
    <dgm:pt modelId="{18A4F8BF-B6B5-4A34-A2C1-9E4F2180F56B}" type="pres">
      <dgm:prSet presAssocID="{3F833B4D-2B9E-4C4F-825F-6A3E515BD0A1}" presName="circleB" presStyleLbl="node1" presStyleIdx="1" presStyleCnt="5"/>
      <dgm:spPr/>
    </dgm:pt>
    <dgm:pt modelId="{89106FDF-BF37-44E9-92CB-0A971D6986ED}" type="pres">
      <dgm:prSet presAssocID="{3F833B4D-2B9E-4C4F-825F-6A3E515BD0A1}" presName="spaceB" presStyleCnt="0"/>
      <dgm:spPr/>
    </dgm:pt>
    <dgm:pt modelId="{AAA3E724-B9B3-4A5D-9F22-6B1DDA84F33F}" type="pres">
      <dgm:prSet presAssocID="{83A7CFD0-3C6E-48B8-A042-CCF8C5C618F8}" presName="space" presStyleCnt="0"/>
      <dgm:spPr/>
    </dgm:pt>
    <dgm:pt modelId="{4C3DAB36-D3C5-4AFF-BA0A-A8A76432DB25}" type="pres">
      <dgm:prSet presAssocID="{59B533CF-C1B3-4D97-B240-8C92ED8D742A}" presName="compositeA" presStyleCnt="0"/>
      <dgm:spPr/>
    </dgm:pt>
    <dgm:pt modelId="{921BD942-A6A7-44BC-A9CA-4BD0DAA60828}" type="pres">
      <dgm:prSet presAssocID="{59B533CF-C1B3-4D97-B240-8C92ED8D742A}" presName="textA" presStyleLbl="revTx" presStyleIdx="2" presStyleCnt="5">
        <dgm:presLayoutVars>
          <dgm:bulletEnabled val="1"/>
        </dgm:presLayoutVars>
      </dgm:prSet>
      <dgm:spPr/>
    </dgm:pt>
    <dgm:pt modelId="{3A216B60-C0AB-4BD8-BF3F-D4776C36E6E4}" type="pres">
      <dgm:prSet presAssocID="{59B533CF-C1B3-4D97-B240-8C92ED8D742A}" presName="circleA" presStyleLbl="node1" presStyleIdx="2" presStyleCnt="5"/>
      <dgm:spPr/>
    </dgm:pt>
    <dgm:pt modelId="{7FC795F9-5785-4B9E-898B-CF23F9BDB5D0}" type="pres">
      <dgm:prSet presAssocID="{59B533CF-C1B3-4D97-B240-8C92ED8D742A}" presName="spaceA" presStyleCnt="0"/>
      <dgm:spPr/>
    </dgm:pt>
    <dgm:pt modelId="{E876FFED-4AA2-4898-89B7-2CA735C649E5}" type="pres">
      <dgm:prSet presAssocID="{1BD459DE-8506-4812-B3CC-D80B2AFA2F16}" presName="space" presStyleCnt="0"/>
      <dgm:spPr/>
    </dgm:pt>
    <dgm:pt modelId="{63AD9385-D995-46A6-B470-470A8E07E1A6}" type="pres">
      <dgm:prSet presAssocID="{7494BA6A-7F8F-45C3-8EA4-F99BFFE58FF3}" presName="compositeB" presStyleCnt="0"/>
      <dgm:spPr/>
    </dgm:pt>
    <dgm:pt modelId="{F9119667-1C1E-4533-B5C9-A0666BE2536F}" type="pres">
      <dgm:prSet presAssocID="{7494BA6A-7F8F-45C3-8EA4-F99BFFE58FF3}" presName="textB" presStyleLbl="revTx" presStyleIdx="3" presStyleCnt="5">
        <dgm:presLayoutVars>
          <dgm:bulletEnabled val="1"/>
        </dgm:presLayoutVars>
      </dgm:prSet>
      <dgm:spPr/>
    </dgm:pt>
    <dgm:pt modelId="{7F4005FE-215E-4CA3-B705-3FCC2F20D944}" type="pres">
      <dgm:prSet presAssocID="{7494BA6A-7F8F-45C3-8EA4-F99BFFE58FF3}" presName="circleB" presStyleLbl="node1" presStyleIdx="3" presStyleCnt="5"/>
      <dgm:spPr/>
    </dgm:pt>
    <dgm:pt modelId="{D579DC23-B74C-459A-8A9D-E0BB6118D075}" type="pres">
      <dgm:prSet presAssocID="{7494BA6A-7F8F-45C3-8EA4-F99BFFE58FF3}" presName="spaceB" presStyleCnt="0"/>
      <dgm:spPr/>
    </dgm:pt>
    <dgm:pt modelId="{A2B18FA4-8715-4D2B-9A86-B5FC0FD625F9}" type="pres">
      <dgm:prSet presAssocID="{E99833DC-322B-405B-B2A9-58A4FBF5FC94}" presName="space" presStyleCnt="0"/>
      <dgm:spPr/>
    </dgm:pt>
    <dgm:pt modelId="{0E765389-ED7C-42A2-AA9A-6E752E99BD88}" type="pres">
      <dgm:prSet presAssocID="{B03E00DC-AB9F-44C0-B7EC-45BAA27907C5}" presName="compositeA" presStyleCnt="0"/>
      <dgm:spPr/>
    </dgm:pt>
    <dgm:pt modelId="{5E0F38E1-4D88-489A-A107-EDB31E429EBF}" type="pres">
      <dgm:prSet presAssocID="{B03E00DC-AB9F-44C0-B7EC-45BAA27907C5}" presName="textA" presStyleLbl="revTx" presStyleIdx="4" presStyleCnt="5">
        <dgm:presLayoutVars>
          <dgm:bulletEnabled val="1"/>
        </dgm:presLayoutVars>
      </dgm:prSet>
      <dgm:spPr/>
    </dgm:pt>
    <dgm:pt modelId="{8D2CEE04-C09C-430F-8D7D-850517640C63}" type="pres">
      <dgm:prSet presAssocID="{B03E00DC-AB9F-44C0-B7EC-45BAA27907C5}" presName="circleA" presStyleLbl="node1" presStyleIdx="4" presStyleCnt="5"/>
      <dgm:spPr/>
    </dgm:pt>
    <dgm:pt modelId="{23DC1E09-8447-4582-BD18-F9011C0BA981}" type="pres">
      <dgm:prSet presAssocID="{B03E00DC-AB9F-44C0-B7EC-45BAA27907C5}" presName="spaceA" presStyleCnt="0"/>
      <dgm:spPr/>
    </dgm:pt>
  </dgm:ptLst>
  <dgm:cxnLst>
    <dgm:cxn modelId="{CA781601-9918-4D05-B8D0-F56E541DB81A}" type="presOf" srcId="{3F833B4D-2B9E-4C4F-825F-6A3E515BD0A1}" destId="{7F7CAE6A-230A-4C35-833B-F231D698C4FC}" srcOrd="0" destOrd="0" presId="urn:microsoft.com/office/officeart/2005/8/layout/hProcess11"/>
    <dgm:cxn modelId="{BA707412-7DB6-4B70-9E5B-C44371175722}" srcId="{65A888D3-FEBA-41DC-B05D-077E9F661419}" destId="{53684E51-D54D-46C8-8425-6C28114B5C0E}" srcOrd="0" destOrd="0" parTransId="{4121E48A-95E8-4432-B6FA-3A62510D2B0A}" sibTransId="{82264BD5-4AC1-4C84-8F98-30FB4A2CEB71}"/>
    <dgm:cxn modelId="{8FC9AA60-2A54-4663-B0BC-C1E0A87AB559}" srcId="{65A888D3-FEBA-41DC-B05D-077E9F661419}" destId="{59B533CF-C1B3-4D97-B240-8C92ED8D742A}" srcOrd="2" destOrd="0" parTransId="{B2ECB2FA-B490-4D38-AC33-AF56CD793F2C}" sibTransId="{1BD459DE-8506-4812-B3CC-D80B2AFA2F16}"/>
    <dgm:cxn modelId="{9201B162-97E8-4E04-8F06-D4D3AF734B10}" srcId="{65A888D3-FEBA-41DC-B05D-077E9F661419}" destId="{7494BA6A-7F8F-45C3-8EA4-F99BFFE58FF3}" srcOrd="3" destOrd="0" parTransId="{F780EC93-7A7E-4BDF-AF13-409BD3EF2AA0}" sibTransId="{E99833DC-322B-405B-B2A9-58A4FBF5FC94}"/>
    <dgm:cxn modelId="{9B2AD379-F25D-40E3-A8BB-5EFBC1A06351}" type="presOf" srcId="{65A888D3-FEBA-41DC-B05D-077E9F661419}" destId="{DEF5CE3A-972A-4A81-82DA-C2B1B0860D7D}" srcOrd="0" destOrd="0" presId="urn:microsoft.com/office/officeart/2005/8/layout/hProcess11"/>
    <dgm:cxn modelId="{E65ED87C-5026-42FA-87A3-CAA2550F86D4}" type="presOf" srcId="{59B533CF-C1B3-4D97-B240-8C92ED8D742A}" destId="{921BD942-A6A7-44BC-A9CA-4BD0DAA60828}" srcOrd="0" destOrd="0" presId="urn:microsoft.com/office/officeart/2005/8/layout/hProcess11"/>
    <dgm:cxn modelId="{B1B0CC80-5A6A-475E-8015-A6C62CDBBCD5}" srcId="{65A888D3-FEBA-41DC-B05D-077E9F661419}" destId="{B03E00DC-AB9F-44C0-B7EC-45BAA27907C5}" srcOrd="4" destOrd="0" parTransId="{858AE896-0201-4CD3-AF4A-FACEE077FFB1}" sibTransId="{C997B1F6-1292-4881-B29C-29788EBEF4E3}"/>
    <dgm:cxn modelId="{5527198A-025E-41A5-B030-84093BFD34FB}" type="presOf" srcId="{7494BA6A-7F8F-45C3-8EA4-F99BFFE58FF3}" destId="{F9119667-1C1E-4533-B5C9-A0666BE2536F}" srcOrd="0" destOrd="0" presId="urn:microsoft.com/office/officeart/2005/8/layout/hProcess11"/>
    <dgm:cxn modelId="{A29900C1-B41D-4313-AFD1-CC8EFF9CADCB}" srcId="{65A888D3-FEBA-41DC-B05D-077E9F661419}" destId="{3F833B4D-2B9E-4C4F-825F-6A3E515BD0A1}" srcOrd="1" destOrd="0" parTransId="{237D214A-2733-4861-96E3-1806DC1B3376}" sibTransId="{83A7CFD0-3C6E-48B8-A042-CCF8C5C618F8}"/>
    <dgm:cxn modelId="{30A3FAC5-D9CD-4D90-8573-3BE597B63F84}" type="presOf" srcId="{53684E51-D54D-46C8-8425-6C28114B5C0E}" destId="{84380EF4-7B90-43D4-85DB-D5E1B7FA8E7E}" srcOrd="0" destOrd="0" presId="urn:microsoft.com/office/officeart/2005/8/layout/hProcess11"/>
    <dgm:cxn modelId="{6D099ED0-7974-4155-8BBE-60777D767333}" type="presOf" srcId="{B03E00DC-AB9F-44C0-B7EC-45BAA27907C5}" destId="{5E0F38E1-4D88-489A-A107-EDB31E429EBF}" srcOrd="0" destOrd="0" presId="urn:microsoft.com/office/officeart/2005/8/layout/hProcess11"/>
    <dgm:cxn modelId="{833E6414-E3DC-46E5-B09E-F44BB51A4B8C}" type="presParOf" srcId="{DEF5CE3A-972A-4A81-82DA-C2B1B0860D7D}" destId="{539A1974-DA6F-409C-BD57-778B56A41313}" srcOrd="0" destOrd="0" presId="urn:microsoft.com/office/officeart/2005/8/layout/hProcess11"/>
    <dgm:cxn modelId="{09A25B43-422D-432C-8A9E-6F5B50E94567}" type="presParOf" srcId="{DEF5CE3A-972A-4A81-82DA-C2B1B0860D7D}" destId="{19C6F1DB-E6D0-4161-BCC1-0905D8328A41}" srcOrd="1" destOrd="0" presId="urn:microsoft.com/office/officeart/2005/8/layout/hProcess11"/>
    <dgm:cxn modelId="{6D4EEED3-6787-4B7A-83FA-380569A8EE13}" type="presParOf" srcId="{19C6F1DB-E6D0-4161-BCC1-0905D8328A41}" destId="{2E53B11F-0708-48C3-997F-9706353E4F38}" srcOrd="0" destOrd="0" presId="urn:microsoft.com/office/officeart/2005/8/layout/hProcess11"/>
    <dgm:cxn modelId="{74935F4E-27E4-4AA0-9639-5EF2756B8A0F}" type="presParOf" srcId="{2E53B11F-0708-48C3-997F-9706353E4F38}" destId="{84380EF4-7B90-43D4-85DB-D5E1B7FA8E7E}" srcOrd="0" destOrd="0" presId="urn:microsoft.com/office/officeart/2005/8/layout/hProcess11"/>
    <dgm:cxn modelId="{75058F72-F8A7-4769-A9E1-07C96DF83CE3}" type="presParOf" srcId="{2E53B11F-0708-48C3-997F-9706353E4F38}" destId="{85D96178-9990-41D3-B4B5-E3E6E21728A7}" srcOrd="1" destOrd="0" presId="urn:microsoft.com/office/officeart/2005/8/layout/hProcess11"/>
    <dgm:cxn modelId="{A3BD67D8-1279-41AF-9DA1-C3C60E1EBB62}" type="presParOf" srcId="{2E53B11F-0708-48C3-997F-9706353E4F38}" destId="{413CF5DB-3817-4EFB-ACA1-D99E4D5361DB}" srcOrd="2" destOrd="0" presId="urn:microsoft.com/office/officeart/2005/8/layout/hProcess11"/>
    <dgm:cxn modelId="{24072DEE-A561-44AA-A388-0D0420D97131}" type="presParOf" srcId="{19C6F1DB-E6D0-4161-BCC1-0905D8328A41}" destId="{5FEEA196-4C53-4FBD-A0E1-A03BB34E3CB7}" srcOrd="1" destOrd="0" presId="urn:microsoft.com/office/officeart/2005/8/layout/hProcess11"/>
    <dgm:cxn modelId="{AD44D33C-61E6-4586-8A62-296CC75675AD}" type="presParOf" srcId="{19C6F1DB-E6D0-4161-BCC1-0905D8328A41}" destId="{F02839CA-E91C-4DE2-8315-9C622A499DC0}" srcOrd="2" destOrd="0" presId="urn:microsoft.com/office/officeart/2005/8/layout/hProcess11"/>
    <dgm:cxn modelId="{2F6E326E-637A-4AF6-A829-179BF7B4B3B3}" type="presParOf" srcId="{F02839CA-E91C-4DE2-8315-9C622A499DC0}" destId="{7F7CAE6A-230A-4C35-833B-F231D698C4FC}" srcOrd="0" destOrd="0" presId="urn:microsoft.com/office/officeart/2005/8/layout/hProcess11"/>
    <dgm:cxn modelId="{4B1998B4-B216-4374-BB26-0C687810399E}" type="presParOf" srcId="{F02839CA-E91C-4DE2-8315-9C622A499DC0}" destId="{18A4F8BF-B6B5-4A34-A2C1-9E4F2180F56B}" srcOrd="1" destOrd="0" presId="urn:microsoft.com/office/officeart/2005/8/layout/hProcess11"/>
    <dgm:cxn modelId="{1EE49C6E-7848-49E8-A9A0-30217DAF9830}" type="presParOf" srcId="{F02839CA-E91C-4DE2-8315-9C622A499DC0}" destId="{89106FDF-BF37-44E9-92CB-0A971D6986ED}" srcOrd="2" destOrd="0" presId="urn:microsoft.com/office/officeart/2005/8/layout/hProcess11"/>
    <dgm:cxn modelId="{2FA81DDB-3274-4DD1-B106-BBC2E348ED78}" type="presParOf" srcId="{19C6F1DB-E6D0-4161-BCC1-0905D8328A41}" destId="{AAA3E724-B9B3-4A5D-9F22-6B1DDA84F33F}" srcOrd="3" destOrd="0" presId="urn:microsoft.com/office/officeart/2005/8/layout/hProcess11"/>
    <dgm:cxn modelId="{85712E48-E9A7-43DE-96AB-2F147A32170E}" type="presParOf" srcId="{19C6F1DB-E6D0-4161-BCC1-0905D8328A41}" destId="{4C3DAB36-D3C5-4AFF-BA0A-A8A76432DB25}" srcOrd="4" destOrd="0" presId="urn:microsoft.com/office/officeart/2005/8/layout/hProcess11"/>
    <dgm:cxn modelId="{17319DC0-724A-4CDC-B72C-AF862E47AC36}" type="presParOf" srcId="{4C3DAB36-D3C5-4AFF-BA0A-A8A76432DB25}" destId="{921BD942-A6A7-44BC-A9CA-4BD0DAA60828}" srcOrd="0" destOrd="0" presId="urn:microsoft.com/office/officeart/2005/8/layout/hProcess11"/>
    <dgm:cxn modelId="{58ED0281-5EB0-4F27-A708-A3A0FC9E2A35}" type="presParOf" srcId="{4C3DAB36-D3C5-4AFF-BA0A-A8A76432DB25}" destId="{3A216B60-C0AB-4BD8-BF3F-D4776C36E6E4}" srcOrd="1" destOrd="0" presId="urn:microsoft.com/office/officeart/2005/8/layout/hProcess11"/>
    <dgm:cxn modelId="{9705466D-08F5-4127-8EE3-174E9136539F}" type="presParOf" srcId="{4C3DAB36-D3C5-4AFF-BA0A-A8A76432DB25}" destId="{7FC795F9-5785-4B9E-898B-CF23F9BDB5D0}" srcOrd="2" destOrd="0" presId="urn:microsoft.com/office/officeart/2005/8/layout/hProcess11"/>
    <dgm:cxn modelId="{B601A011-D781-41BD-AE8F-3530E5A2F0BE}" type="presParOf" srcId="{19C6F1DB-E6D0-4161-BCC1-0905D8328A41}" destId="{E876FFED-4AA2-4898-89B7-2CA735C649E5}" srcOrd="5" destOrd="0" presId="urn:microsoft.com/office/officeart/2005/8/layout/hProcess11"/>
    <dgm:cxn modelId="{963EDA75-BA6B-4C52-ABE3-DC68D213D8E5}" type="presParOf" srcId="{19C6F1DB-E6D0-4161-BCC1-0905D8328A41}" destId="{63AD9385-D995-46A6-B470-470A8E07E1A6}" srcOrd="6" destOrd="0" presId="urn:microsoft.com/office/officeart/2005/8/layout/hProcess11"/>
    <dgm:cxn modelId="{241D8FB8-445F-4E7A-B73C-32367F693259}" type="presParOf" srcId="{63AD9385-D995-46A6-B470-470A8E07E1A6}" destId="{F9119667-1C1E-4533-B5C9-A0666BE2536F}" srcOrd="0" destOrd="0" presId="urn:microsoft.com/office/officeart/2005/8/layout/hProcess11"/>
    <dgm:cxn modelId="{794711B3-6896-49E3-B45A-B721DC6C9AEF}" type="presParOf" srcId="{63AD9385-D995-46A6-B470-470A8E07E1A6}" destId="{7F4005FE-215E-4CA3-B705-3FCC2F20D944}" srcOrd="1" destOrd="0" presId="urn:microsoft.com/office/officeart/2005/8/layout/hProcess11"/>
    <dgm:cxn modelId="{F95EE7A4-1ED6-4F10-B3A3-60C261722907}" type="presParOf" srcId="{63AD9385-D995-46A6-B470-470A8E07E1A6}" destId="{D579DC23-B74C-459A-8A9D-E0BB6118D075}" srcOrd="2" destOrd="0" presId="urn:microsoft.com/office/officeart/2005/8/layout/hProcess11"/>
    <dgm:cxn modelId="{4FFA5FA7-64F9-48AC-9F49-AA9871BCFAE6}" type="presParOf" srcId="{19C6F1DB-E6D0-4161-BCC1-0905D8328A41}" destId="{A2B18FA4-8715-4D2B-9A86-B5FC0FD625F9}" srcOrd="7" destOrd="0" presId="urn:microsoft.com/office/officeart/2005/8/layout/hProcess11"/>
    <dgm:cxn modelId="{9A0345A6-8538-458D-9B6C-A0CFEDB284DB}" type="presParOf" srcId="{19C6F1DB-E6D0-4161-BCC1-0905D8328A41}" destId="{0E765389-ED7C-42A2-AA9A-6E752E99BD88}" srcOrd="8" destOrd="0" presId="urn:microsoft.com/office/officeart/2005/8/layout/hProcess11"/>
    <dgm:cxn modelId="{A8647F3A-B34C-40CB-A454-DE8E9B227A19}" type="presParOf" srcId="{0E765389-ED7C-42A2-AA9A-6E752E99BD88}" destId="{5E0F38E1-4D88-489A-A107-EDB31E429EBF}" srcOrd="0" destOrd="0" presId="urn:microsoft.com/office/officeart/2005/8/layout/hProcess11"/>
    <dgm:cxn modelId="{D4C8DE62-74D2-4580-9194-7DB0A5F0D331}" type="presParOf" srcId="{0E765389-ED7C-42A2-AA9A-6E752E99BD88}" destId="{8D2CEE04-C09C-430F-8D7D-850517640C63}" srcOrd="1" destOrd="0" presId="urn:microsoft.com/office/officeart/2005/8/layout/hProcess11"/>
    <dgm:cxn modelId="{62156BE2-F278-4153-A049-E6B5FF169E6C}" type="presParOf" srcId="{0E765389-ED7C-42A2-AA9A-6E752E99BD88}" destId="{23DC1E09-8447-4582-BD18-F9011C0BA98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C525CF0-B671-499F-8F76-03DE32F2EE77}" type="doc">
      <dgm:prSet loTypeId="urn:microsoft.com/office/officeart/2005/8/layout/hList1" loCatId="list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fr-FR"/>
        </a:p>
      </dgm:t>
    </dgm:pt>
    <dgm:pt modelId="{54DD525E-991D-4E86-A1CA-5366881032BD}">
      <dgm:prSet custT="1"/>
      <dgm:spPr/>
      <dgm:t>
        <a:bodyPr/>
        <a:lstStyle/>
        <a:p>
          <a:r>
            <a:rPr lang="fi-FI" sz="2000"/>
            <a:t>Simple</a:t>
          </a:r>
          <a:endParaRPr lang="fr-FR" sz="2000"/>
        </a:p>
      </dgm:t>
    </dgm:pt>
    <dgm:pt modelId="{30732A46-6A14-44D1-9E14-EAFB1F9DC634}" type="parTrans" cxnId="{ADEF90FC-22B0-43BB-9E12-0D29423674F8}">
      <dgm:prSet/>
      <dgm:spPr/>
      <dgm:t>
        <a:bodyPr/>
        <a:lstStyle/>
        <a:p>
          <a:endParaRPr lang="fr-FR" sz="2000"/>
        </a:p>
      </dgm:t>
    </dgm:pt>
    <dgm:pt modelId="{EEB2CAA4-C491-4A03-AF78-899AE0BF50DC}" type="sibTrans" cxnId="{ADEF90FC-22B0-43BB-9E12-0D29423674F8}">
      <dgm:prSet/>
      <dgm:spPr/>
      <dgm:t>
        <a:bodyPr/>
        <a:lstStyle/>
        <a:p>
          <a:endParaRPr lang="fr-FR" sz="2000"/>
        </a:p>
      </dgm:t>
    </dgm:pt>
    <dgm:pt modelId="{78FB5C2D-E71A-4833-93F7-64E196A76EC3}">
      <dgm:prSet custT="1"/>
      <dgm:spPr/>
      <dgm:t>
        <a:bodyPr/>
        <a:lstStyle/>
        <a:p>
          <a:r>
            <a:rPr lang="fr-FR" sz="2000"/>
            <a:t>Education / Employment / Unemployment / Inactivity</a:t>
          </a:r>
        </a:p>
      </dgm:t>
    </dgm:pt>
    <dgm:pt modelId="{D79C36E1-CE5E-408B-958A-5177AC90A5AB}" type="parTrans" cxnId="{A65D84BB-42D6-40E3-8C0F-24A8B17CE4A8}">
      <dgm:prSet/>
      <dgm:spPr/>
      <dgm:t>
        <a:bodyPr/>
        <a:lstStyle/>
        <a:p>
          <a:endParaRPr lang="fr-FR" sz="2000"/>
        </a:p>
      </dgm:t>
    </dgm:pt>
    <dgm:pt modelId="{56DF2FF6-70A3-429B-9B77-AC62C6649532}" type="sibTrans" cxnId="{A65D84BB-42D6-40E3-8C0F-24A8B17CE4A8}">
      <dgm:prSet/>
      <dgm:spPr/>
      <dgm:t>
        <a:bodyPr/>
        <a:lstStyle/>
        <a:p>
          <a:endParaRPr lang="fr-FR" sz="2000"/>
        </a:p>
      </dgm:t>
    </dgm:pt>
    <dgm:pt modelId="{1FB1B22A-35FD-4F20-BA02-06A2E3299517}">
      <dgm:prSet custT="1"/>
      <dgm:spPr/>
      <dgm:t>
        <a:bodyPr/>
        <a:lstStyle/>
        <a:p>
          <a:r>
            <a:rPr lang="fi-FI" sz="2000"/>
            <a:t>More elaborate:</a:t>
          </a:r>
          <a:endParaRPr lang="fr-FR" sz="2000"/>
        </a:p>
      </dgm:t>
    </dgm:pt>
    <dgm:pt modelId="{556D44A8-CB5E-40F8-861C-FFD3541CFD2C}" type="parTrans" cxnId="{3E44C20D-37D7-4778-A233-D2ED7645C914}">
      <dgm:prSet/>
      <dgm:spPr/>
      <dgm:t>
        <a:bodyPr/>
        <a:lstStyle/>
        <a:p>
          <a:endParaRPr lang="fr-FR" sz="2000"/>
        </a:p>
      </dgm:t>
    </dgm:pt>
    <dgm:pt modelId="{B33E9B39-838E-45FD-9943-AEE55296F52A}" type="sibTrans" cxnId="{3E44C20D-37D7-4778-A233-D2ED7645C914}">
      <dgm:prSet/>
      <dgm:spPr/>
      <dgm:t>
        <a:bodyPr/>
        <a:lstStyle/>
        <a:p>
          <a:endParaRPr lang="fr-FR" sz="2000"/>
        </a:p>
      </dgm:t>
    </dgm:pt>
    <dgm:pt modelId="{C1206A17-941C-4F80-9D1A-2021121F70F7}">
      <dgm:prSet custT="1"/>
      <dgm:spPr/>
      <dgm:t>
        <a:bodyPr/>
        <a:lstStyle/>
        <a:p>
          <a:r>
            <a:rPr lang="en-US" sz="2000"/>
            <a:t>School / Training / Full-time work / Part-time work / Unemployment / Care work / Other</a:t>
          </a:r>
          <a:endParaRPr lang="fr-FR" sz="2000"/>
        </a:p>
      </dgm:t>
    </dgm:pt>
    <dgm:pt modelId="{E93696B2-FF07-4B6E-804E-DE75A695E99D}" type="parTrans" cxnId="{6E63675A-BED5-490E-9582-1FD3A52F806C}">
      <dgm:prSet/>
      <dgm:spPr/>
      <dgm:t>
        <a:bodyPr/>
        <a:lstStyle/>
        <a:p>
          <a:endParaRPr lang="fr-FR" sz="2000"/>
        </a:p>
      </dgm:t>
    </dgm:pt>
    <dgm:pt modelId="{29953B3F-8839-4F7D-9B62-4938CE7CF875}" type="sibTrans" cxnId="{6E63675A-BED5-490E-9582-1FD3A52F806C}">
      <dgm:prSet/>
      <dgm:spPr/>
      <dgm:t>
        <a:bodyPr/>
        <a:lstStyle/>
        <a:p>
          <a:endParaRPr lang="fr-FR" sz="2000"/>
        </a:p>
      </dgm:t>
    </dgm:pt>
    <dgm:pt modelId="{DB3845EE-D42C-4D54-8C72-BCE5BC45A58B}" type="pres">
      <dgm:prSet presAssocID="{4C525CF0-B671-499F-8F76-03DE32F2EE77}" presName="Name0" presStyleCnt="0">
        <dgm:presLayoutVars>
          <dgm:dir/>
          <dgm:animLvl val="lvl"/>
          <dgm:resizeHandles val="exact"/>
        </dgm:presLayoutVars>
      </dgm:prSet>
      <dgm:spPr/>
    </dgm:pt>
    <dgm:pt modelId="{7B0ADC64-0BAD-4972-A16B-929E5DABA494}" type="pres">
      <dgm:prSet presAssocID="{54DD525E-991D-4E86-A1CA-5366881032BD}" presName="composite" presStyleCnt="0"/>
      <dgm:spPr/>
    </dgm:pt>
    <dgm:pt modelId="{D8FFB601-B00B-45C0-B8B9-B887B8A9438C}" type="pres">
      <dgm:prSet presAssocID="{54DD525E-991D-4E86-A1CA-5366881032B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A82EDFA-F078-459C-B7AC-2158612110A6}" type="pres">
      <dgm:prSet presAssocID="{54DD525E-991D-4E86-A1CA-5366881032BD}" presName="desTx" presStyleLbl="alignAccFollowNode1" presStyleIdx="0" presStyleCnt="2">
        <dgm:presLayoutVars>
          <dgm:bulletEnabled val="1"/>
        </dgm:presLayoutVars>
      </dgm:prSet>
      <dgm:spPr/>
    </dgm:pt>
    <dgm:pt modelId="{933385F7-8665-4DB3-A5C0-537333F742BC}" type="pres">
      <dgm:prSet presAssocID="{EEB2CAA4-C491-4A03-AF78-899AE0BF50DC}" presName="space" presStyleCnt="0"/>
      <dgm:spPr/>
    </dgm:pt>
    <dgm:pt modelId="{1666FCC3-A4A2-4FED-B5D5-40B1EDBDDAB0}" type="pres">
      <dgm:prSet presAssocID="{1FB1B22A-35FD-4F20-BA02-06A2E3299517}" presName="composite" presStyleCnt="0"/>
      <dgm:spPr/>
    </dgm:pt>
    <dgm:pt modelId="{13479890-C546-491E-9642-4ECBF09B1D3C}" type="pres">
      <dgm:prSet presAssocID="{1FB1B22A-35FD-4F20-BA02-06A2E329951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C5A1D01-E8EC-4E90-882E-907477C3F3A2}" type="pres">
      <dgm:prSet presAssocID="{1FB1B22A-35FD-4F20-BA02-06A2E329951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E44C20D-37D7-4778-A233-D2ED7645C914}" srcId="{4C525CF0-B671-499F-8F76-03DE32F2EE77}" destId="{1FB1B22A-35FD-4F20-BA02-06A2E3299517}" srcOrd="1" destOrd="0" parTransId="{556D44A8-CB5E-40F8-861C-FFD3541CFD2C}" sibTransId="{B33E9B39-838E-45FD-9943-AEE55296F52A}"/>
    <dgm:cxn modelId="{8B4CC472-974F-4DF3-A8EB-1F725F3A3500}" type="presOf" srcId="{C1206A17-941C-4F80-9D1A-2021121F70F7}" destId="{4C5A1D01-E8EC-4E90-882E-907477C3F3A2}" srcOrd="0" destOrd="0" presId="urn:microsoft.com/office/officeart/2005/8/layout/hList1"/>
    <dgm:cxn modelId="{6E63675A-BED5-490E-9582-1FD3A52F806C}" srcId="{1FB1B22A-35FD-4F20-BA02-06A2E3299517}" destId="{C1206A17-941C-4F80-9D1A-2021121F70F7}" srcOrd="0" destOrd="0" parTransId="{E93696B2-FF07-4B6E-804E-DE75A695E99D}" sibTransId="{29953B3F-8839-4F7D-9B62-4938CE7CF875}"/>
    <dgm:cxn modelId="{208BE492-CA42-4780-AF13-9815989CDEA6}" type="presOf" srcId="{78FB5C2D-E71A-4833-93F7-64E196A76EC3}" destId="{AA82EDFA-F078-459C-B7AC-2158612110A6}" srcOrd="0" destOrd="0" presId="urn:microsoft.com/office/officeart/2005/8/layout/hList1"/>
    <dgm:cxn modelId="{FD929C9F-7392-40FD-AA8B-A9D01F3A79D6}" type="presOf" srcId="{4C525CF0-B671-499F-8F76-03DE32F2EE77}" destId="{DB3845EE-D42C-4D54-8C72-BCE5BC45A58B}" srcOrd="0" destOrd="0" presId="urn:microsoft.com/office/officeart/2005/8/layout/hList1"/>
    <dgm:cxn modelId="{E3F74DAF-0F5A-4D01-A6B0-77480C89FA06}" type="presOf" srcId="{54DD525E-991D-4E86-A1CA-5366881032BD}" destId="{D8FFB601-B00B-45C0-B8B9-B887B8A9438C}" srcOrd="0" destOrd="0" presId="urn:microsoft.com/office/officeart/2005/8/layout/hList1"/>
    <dgm:cxn modelId="{A65D84BB-42D6-40E3-8C0F-24A8B17CE4A8}" srcId="{54DD525E-991D-4E86-A1CA-5366881032BD}" destId="{78FB5C2D-E71A-4833-93F7-64E196A76EC3}" srcOrd="0" destOrd="0" parTransId="{D79C36E1-CE5E-408B-958A-5177AC90A5AB}" sibTransId="{56DF2FF6-70A3-429B-9B77-AC62C6649532}"/>
    <dgm:cxn modelId="{ADEF90FC-22B0-43BB-9E12-0D29423674F8}" srcId="{4C525CF0-B671-499F-8F76-03DE32F2EE77}" destId="{54DD525E-991D-4E86-A1CA-5366881032BD}" srcOrd="0" destOrd="0" parTransId="{30732A46-6A14-44D1-9E14-EAFB1F9DC634}" sibTransId="{EEB2CAA4-C491-4A03-AF78-899AE0BF50DC}"/>
    <dgm:cxn modelId="{7647E0FD-B569-4804-96B2-E6347D7C6BFB}" type="presOf" srcId="{1FB1B22A-35FD-4F20-BA02-06A2E3299517}" destId="{13479890-C546-491E-9642-4ECBF09B1D3C}" srcOrd="0" destOrd="0" presId="urn:microsoft.com/office/officeart/2005/8/layout/hList1"/>
    <dgm:cxn modelId="{F4C1DF00-862C-457A-82FB-E634F287E565}" type="presParOf" srcId="{DB3845EE-D42C-4D54-8C72-BCE5BC45A58B}" destId="{7B0ADC64-0BAD-4972-A16B-929E5DABA494}" srcOrd="0" destOrd="0" presId="urn:microsoft.com/office/officeart/2005/8/layout/hList1"/>
    <dgm:cxn modelId="{A1C05503-D374-4497-A889-4EE13DE531D3}" type="presParOf" srcId="{7B0ADC64-0BAD-4972-A16B-929E5DABA494}" destId="{D8FFB601-B00B-45C0-B8B9-B887B8A9438C}" srcOrd="0" destOrd="0" presId="urn:microsoft.com/office/officeart/2005/8/layout/hList1"/>
    <dgm:cxn modelId="{BC7A73B2-AB5A-48FF-9B91-84CCFA0A44BE}" type="presParOf" srcId="{7B0ADC64-0BAD-4972-A16B-929E5DABA494}" destId="{AA82EDFA-F078-459C-B7AC-2158612110A6}" srcOrd="1" destOrd="0" presId="urn:microsoft.com/office/officeart/2005/8/layout/hList1"/>
    <dgm:cxn modelId="{5D5744DD-FDCE-4FFE-9EC1-BC62B3C9B37D}" type="presParOf" srcId="{DB3845EE-D42C-4D54-8C72-BCE5BC45A58B}" destId="{933385F7-8665-4DB3-A5C0-537333F742BC}" srcOrd="1" destOrd="0" presId="urn:microsoft.com/office/officeart/2005/8/layout/hList1"/>
    <dgm:cxn modelId="{B6887741-7863-49E4-86DE-760D3021C24E}" type="presParOf" srcId="{DB3845EE-D42C-4D54-8C72-BCE5BC45A58B}" destId="{1666FCC3-A4A2-4FED-B5D5-40B1EDBDDAB0}" srcOrd="2" destOrd="0" presId="urn:microsoft.com/office/officeart/2005/8/layout/hList1"/>
    <dgm:cxn modelId="{1B93D5DD-A89D-4AA7-98E3-D4D7AA8C502D}" type="presParOf" srcId="{1666FCC3-A4A2-4FED-B5D5-40B1EDBDDAB0}" destId="{13479890-C546-491E-9642-4ECBF09B1D3C}" srcOrd="0" destOrd="0" presId="urn:microsoft.com/office/officeart/2005/8/layout/hList1"/>
    <dgm:cxn modelId="{055557D0-71DE-4EF0-8973-921AA322F93E}" type="presParOf" srcId="{1666FCC3-A4A2-4FED-B5D5-40B1EDBDDAB0}" destId="{4C5A1D01-E8EC-4E90-882E-907477C3F3A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36BF64F-A779-4DA0-826F-50C92A7B48B9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US"/>
        </a:p>
      </dgm:t>
    </dgm:pt>
    <dgm:pt modelId="{61F81E97-A4F5-4515-BC29-2DB98C2CE146}">
      <dgm:prSet/>
      <dgm:spPr/>
      <dgm:t>
        <a:bodyPr/>
        <a:lstStyle/>
        <a:p>
          <a:r>
            <a:rPr lang="en-US"/>
            <a:t>Prospective panel surveys</a:t>
          </a:r>
        </a:p>
      </dgm:t>
    </dgm:pt>
    <dgm:pt modelId="{249A07CA-4320-40BE-831B-49CFE6A514C3}" type="parTrans" cxnId="{830A1D64-6D7C-4B26-91BD-884002478DD2}">
      <dgm:prSet/>
      <dgm:spPr/>
      <dgm:t>
        <a:bodyPr/>
        <a:lstStyle/>
        <a:p>
          <a:endParaRPr lang="en-US"/>
        </a:p>
      </dgm:t>
    </dgm:pt>
    <dgm:pt modelId="{E56E2580-F278-46A7-AD6D-29C26A041FF4}" type="sibTrans" cxnId="{830A1D64-6D7C-4B26-91BD-884002478DD2}">
      <dgm:prSet/>
      <dgm:spPr/>
      <dgm:t>
        <a:bodyPr/>
        <a:lstStyle/>
        <a:p>
          <a:endParaRPr lang="en-US"/>
        </a:p>
      </dgm:t>
    </dgm:pt>
    <dgm:pt modelId="{E8AA2E96-D67E-4CDB-B784-1642955B112C}">
      <dgm:prSet/>
      <dgm:spPr/>
      <dgm:t>
        <a:bodyPr/>
        <a:lstStyle/>
        <a:p>
          <a:r>
            <a:rPr lang="en-US"/>
            <a:t>The same people are interviewed repeatedly.</a:t>
          </a:r>
        </a:p>
      </dgm:t>
    </dgm:pt>
    <dgm:pt modelId="{83DAC733-B04D-4949-8861-8029A433F364}" type="parTrans" cxnId="{06E66C52-3361-414B-B0D9-D3C6EA0B57F0}">
      <dgm:prSet/>
      <dgm:spPr/>
      <dgm:t>
        <a:bodyPr/>
        <a:lstStyle/>
        <a:p>
          <a:endParaRPr lang="en-US"/>
        </a:p>
      </dgm:t>
    </dgm:pt>
    <dgm:pt modelId="{9722A72F-07F6-4EE9-A2E4-218DBFC7E5ED}" type="sibTrans" cxnId="{06E66C52-3361-414B-B0D9-D3C6EA0B57F0}">
      <dgm:prSet/>
      <dgm:spPr/>
      <dgm:t>
        <a:bodyPr/>
        <a:lstStyle/>
        <a:p>
          <a:endParaRPr lang="en-US"/>
        </a:p>
      </dgm:t>
    </dgm:pt>
    <dgm:pt modelId="{3C96E135-8FD4-4394-9785-41217F08CCEE}">
      <dgm:prSet/>
      <dgm:spPr/>
      <dgm:t>
        <a:bodyPr/>
        <a:lstStyle/>
        <a:p>
          <a:r>
            <a:rPr lang="en-US"/>
            <a:t>Information collected for research and rich covariates</a:t>
          </a:r>
        </a:p>
      </dgm:t>
    </dgm:pt>
    <dgm:pt modelId="{1F87C9F5-5EFF-4CCD-BE4A-F659DD4815D2}" type="parTrans" cxnId="{8A252FE3-0F9F-47CF-A7E4-46F46327DABB}">
      <dgm:prSet/>
      <dgm:spPr/>
      <dgm:t>
        <a:bodyPr/>
        <a:lstStyle/>
        <a:p>
          <a:endParaRPr lang="en-US"/>
        </a:p>
      </dgm:t>
    </dgm:pt>
    <dgm:pt modelId="{D6AE96B9-276C-4F24-BB41-236236986357}" type="sibTrans" cxnId="{8A252FE3-0F9F-47CF-A7E4-46F46327DABB}">
      <dgm:prSet/>
      <dgm:spPr/>
      <dgm:t>
        <a:bodyPr/>
        <a:lstStyle/>
        <a:p>
          <a:endParaRPr lang="en-US"/>
        </a:p>
      </dgm:t>
    </dgm:pt>
    <dgm:pt modelId="{6EB99BBB-BC49-4DF4-B3D8-3609CA997290}">
      <dgm:prSet/>
      <dgm:spPr/>
      <dgm:t>
        <a:bodyPr/>
        <a:lstStyle/>
        <a:p>
          <a:r>
            <a:rPr lang="en-US"/>
            <a:t>Often attrition, gaps between waves and relatively short observation windows.</a:t>
          </a:r>
        </a:p>
      </dgm:t>
    </dgm:pt>
    <dgm:pt modelId="{8D67F5F0-79B2-430A-ABA0-E08C1CD44B41}" type="parTrans" cxnId="{F4EA761C-BA36-4191-9EF2-ED9D11CDD861}">
      <dgm:prSet/>
      <dgm:spPr/>
      <dgm:t>
        <a:bodyPr/>
        <a:lstStyle/>
        <a:p>
          <a:endParaRPr lang="en-US"/>
        </a:p>
      </dgm:t>
    </dgm:pt>
    <dgm:pt modelId="{EC1B2EAE-B532-463C-82BE-A163689ADCC7}" type="sibTrans" cxnId="{F4EA761C-BA36-4191-9EF2-ED9D11CDD861}">
      <dgm:prSet/>
      <dgm:spPr/>
      <dgm:t>
        <a:bodyPr/>
        <a:lstStyle/>
        <a:p>
          <a:endParaRPr lang="en-US"/>
        </a:p>
      </dgm:t>
    </dgm:pt>
    <dgm:pt modelId="{B75FE670-921A-4429-9D08-EBFD9335138B}">
      <dgm:prSet/>
      <dgm:spPr/>
      <dgm:t>
        <a:bodyPr/>
        <a:lstStyle/>
        <a:p>
          <a:r>
            <a:rPr lang="en-US"/>
            <a:t>Retrospective life-history surveys (SHARE, ELSA, HRS…)</a:t>
          </a:r>
        </a:p>
      </dgm:t>
    </dgm:pt>
    <dgm:pt modelId="{FEE7FE0A-D08A-461A-A1ED-1A28498394AC}" type="parTrans" cxnId="{6F1968EF-C061-4989-819C-DB2C89D01DBE}">
      <dgm:prSet/>
      <dgm:spPr/>
      <dgm:t>
        <a:bodyPr/>
        <a:lstStyle/>
        <a:p>
          <a:endParaRPr lang="en-US"/>
        </a:p>
      </dgm:t>
    </dgm:pt>
    <dgm:pt modelId="{2A8BA8C0-511D-451B-92E0-D1458A51921C}" type="sibTrans" cxnId="{6F1968EF-C061-4989-819C-DB2C89D01DBE}">
      <dgm:prSet/>
      <dgm:spPr/>
      <dgm:t>
        <a:bodyPr/>
        <a:lstStyle/>
        <a:p>
          <a:endParaRPr lang="en-US"/>
        </a:p>
      </dgm:t>
    </dgm:pt>
    <dgm:pt modelId="{E348D47B-58F0-40E6-84C7-97352AB0DDED}">
      <dgm:prSet/>
      <dgm:spPr/>
      <dgm:t>
        <a:bodyPr/>
        <a:lstStyle/>
        <a:p>
          <a:r>
            <a:rPr lang="en-US"/>
            <a:t>Respondents reconstruct past experiences, often using a life-history calendar.</a:t>
          </a:r>
        </a:p>
      </dgm:t>
    </dgm:pt>
    <dgm:pt modelId="{838DCF83-39E1-4B40-A0E8-76C18705FF1D}" type="parTrans" cxnId="{7E4706B9-CDF2-4F5A-AA01-14527076E694}">
      <dgm:prSet/>
      <dgm:spPr/>
      <dgm:t>
        <a:bodyPr/>
        <a:lstStyle/>
        <a:p>
          <a:endParaRPr lang="en-US"/>
        </a:p>
      </dgm:t>
    </dgm:pt>
    <dgm:pt modelId="{F949A95B-0000-4611-B36C-B825FA1B1F83}" type="sibTrans" cxnId="{7E4706B9-CDF2-4F5A-AA01-14527076E694}">
      <dgm:prSet/>
      <dgm:spPr/>
      <dgm:t>
        <a:bodyPr/>
        <a:lstStyle/>
        <a:p>
          <a:endParaRPr lang="en-US"/>
        </a:p>
      </dgm:t>
    </dgm:pt>
    <dgm:pt modelId="{DE1A0A0B-4E4A-412D-BBFB-8322ACC45E20}">
      <dgm:prSet/>
      <dgm:spPr/>
      <dgm:t>
        <a:bodyPr/>
        <a:lstStyle/>
        <a:p>
          <a:r>
            <a:rPr lang="en-US"/>
            <a:t>Long portions of the life course, on several domains</a:t>
          </a:r>
        </a:p>
      </dgm:t>
    </dgm:pt>
    <dgm:pt modelId="{E8854E87-D1E4-4598-937E-48949A97BB5F}" type="parTrans" cxnId="{3CC2EF01-B91F-4249-BB0E-D9246F1993F8}">
      <dgm:prSet/>
      <dgm:spPr/>
      <dgm:t>
        <a:bodyPr/>
        <a:lstStyle/>
        <a:p>
          <a:endParaRPr lang="en-US"/>
        </a:p>
      </dgm:t>
    </dgm:pt>
    <dgm:pt modelId="{E2A0C828-A971-44A7-88DA-16C7ECDB4F2D}" type="sibTrans" cxnId="{3CC2EF01-B91F-4249-BB0E-D9246F1993F8}">
      <dgm:prSet/>
      <dgm:spPr/>
      <dgm:t>
        <a:bodyPr/>
        <a:lstStyle/>
        <a:p>
          <a:endParaRPr lang="en-US"/>
        </a:p>
      </dgm:t>
    </dgm:pt>
    <dgm:pt modelId="{645789CD-E01D-4B5B-885E-46C1BAD40A04}">
      <dgm:prSet/>
      <dgm:spPr/>
      <dgm:t>
        <a:bodyPr/>
        <a:lstStyle/>
        <a:p>
          <a:r>
            <a:rPr lang="en-US"/>
            <a:t>But possible recall error and imprecisions</a:t>
          </a:r>
        </a:p>
      </dgm:t>
    </dgm:pt>
    <dgm:pt modelId="{7219F53C-9F65-4BC6-97FE-12AABE3C97B3}" type="parTrans" cxnId="{14C4E63D-D03E-407F-A601-A95EDEC22153}">
      <dgm:prSet/>
      <dgm:spPr/>
      <dgm:t>
        <a:bodyPr/>
        <a:lstStyle/>
        <a:p>
          <a:endParaRPr lang="en-US"/>
        </a:p>
      </dgm:t>
    </dgm:pt>
    <dgm:pt modelId="{7E5D7EDD-4A1D-4727-90AC-9F29FB407A83}" type="sibTrans" cxnId="{14C4E63D-D03E-407F-A601-A95EDEC22153}">
      <dgm:prSet/>
      <dgm:spPr/>
      <dgm:t>
        <a:bodyPr/>
        <a:lstStyle/>
        <a:p>
          <a:endParaRPr lang="en-US"/>
        </a:p>
      </dgm:t>
    </dgm:pt>
    <dgm:pt modelId="{A2DEFBBC-743E-4AE9-A086-890033314672}">
      <dgm:prSet/>
      <dgm:spPr/>
      <dgm:t>
        <a:bodyPr/>
        <a:lstStyle/>
        <a:p>
          <a:r>
            <a:rPr lang="en-US"/>
            <a:t>Administrative and register data</a:t>
          </a:r>
        </a:p>
      </dgm:t>
    </dgm:pt>
    <dgm:pt modelId="{74B78E95-780E-47E1-A824-62F08CABCC63}" type="parTrans" cxnId="{2B68B595-BFC1-46B7-A481-C6C687279013}">
      <dgm:prSet/>
      <dgm:spPr/>
      <dgm:t>
        <a:bodyPr/>
        <a:lstStyle/>
        <a:p>
          <a:endParaRPr lang="en-US"/>
        </a:p>
      </dgm:t>
    </dgm:pt>
    <dgm:pt modelId="{6BAA5437-9401-4F7E-A005-14AF06CBA00D}" type="sibTrans" cxnId="{2B68B595-BFC1-46B7-A481-C6C687279013}">
      <dgm:prSet/>
      <dgm:spPr/>
      <dgm:t>
        <a:bodyPr/>
        <a:lstStyle/>
        <a:p>
          <a:endParaRPr lang="en-US"/>
        </a:p>
      </dgm:t>
    </dgm:pt>
    <dgm:pt modelId="{9398FE3D-FCAB-48A5-AA0B-1373BB18215A}">
      <dgm:prSet/>
      <dgm:spPr/>
      <dgm:t>
        <a:bodyPr/>
        <a:lstStyle/>
        <a:p>
          <a:r>
            <a:rPr lang="en-US"/>
            <a:t>Records generated by institutions are linked over time.</a:t>
          </a:r>
        </a:p>
      </dgm:t>
    </dgm:pt>
    <dgm:pt modelId="{91187265-1662-41DE-B3FC-09BD17F1F5D9}" type="parTrans" cxnId="{9FBE3155-F194-47B4-B5FD-A7A7C0385DB8}">
      <dgm:prSet/>
      <dgm:spPr/>
      <dgm:t>
        <a:bodyPr/>
        <a:lstStyle/>
        <a:p>
          <a:endParaRPr lang="en-US"/>
        </a:p>
      </dgm:t>
    </dgm:pt>
    <dgm:pt modelId="{516E9652-3D1E-4583-A5DC-00DD084E7440}" type="sibTrans" cxnId="{9FBE3155-F194-47B4-B5FD-A7A7C0385DB8}">
      <dgm:prSet/>
      <dgm:spPr/>
      <dgm:t>
        <a:bodyPr/>
        <a:lstStyle/>
        <a:p>
          <a:endParaRPr lang="en-US"/>
        </a:p>
      </dgm:t>
    </dgm:pt>
    <dgm:pt modelId="{A531C344-D215-423F-A612-EC2CA75B17CB}">
      <dgm:prSet/>
      <dgm:spPr/>
      <dgm:t>
        <a:bodyPr/>
        <a:lstStyle/>
        <a:p>
          <a:r>
            <a:rPr lang="en-US"/>
            <a:t>Large populations, with low non-response rates and long follow-up, with relatively precise dates.</a:t>
          </a:r>
        </a:p>
      </dgm:t>
    </dgm:pt>
    <dgm:pt modelId="{1F120E30-4252-4E03-8A01-F78EF6FB302C}" type="parTrans" cxnId="{954192C8-DD02-40E0-B675-A001E88C31E9}">
      <dgm:prSet/>
      <dgm:spPr/>
      <dgm:t>
        <a:bodyPr/>
        <a:lstStyle/>
        <a:p>
          <a:endParaRPr lang="en-US"/>
        </a:p>
      </dgm:t>
    </dgm:pt>
    <dgm:pt modelId="{1F814AF5-067C-4AA5-8DE7-276F45D6A13E}" type="sibTrans" cxnId="{954192C8-DD02-40E0-B675-A001E88C31E9}">
      <dgm:prSet/>
      <dgm:spPr/>
      <dgm:t>
        <a:bodyPr/>
        <a:lstStyle/>
        <a:p>
          <a:endParaRPr lang="en-US"/>
        </a:p>
      </dgm:t>
    </dgm:pt>
    <dgm:pt modelId="{0E3EC6E1-3ADE-46CD-8D79-395B79C430A9}">
      <dgm:prSet/>
      <dgm:spPr/>
      <dgm:t>
        <a:bodyPr/>
        <a:lstStyle/>
        <a:p>
          <a:r>
            <a:rPr lang="en-US"/>
            <a:t>Challenges: access and data protection; changing administrative definitions; only events recorded by institutions; data were not created for the research question.</a:t>
          </a:r>
        </a:p>
      </dgm:t>
    </dgm:pt>
    <dgm:pt modelId="{A8B07A56-0245-48DD-8BEF-66A3468641DA}" type="parTrans" cxnId="{8C8C9419-F1C0-4C6E-94DD-5C01F703B8E1}">
      <dgm:prSet/>
      <dgm:spPr/>
      <dgm:t>
        <a:bodyPr/>
        <a:lstStyle/>
        <a:p>
          <a:endParaRPr lang="en-US"/>
        </a:p>
      </dgm:t>
    </dgm:pt>
    <dgm:pt modelId="{533F5710-6809-44A3-8635-95C75EBC29C8}" type="sibTrans" cxnId="{8C8C9419-F1C0-4C6E-94DD-5C01F703B8E1}">
      <dgm:prSet/>
      <dgm:spPr/>
      <dgm:t>
        <a:bodyPr/>
        <a:lstStyle/>
        <a:p>
          <a:endParaRPr lang="en-US"/>
        </a:p>
      </dgm:t>
    </dgm:pt>
    <dgm:pt modelId="{7EC5DB64-3A1E-44C1-875D-9206B485D045}" type="pres">
      <dgm:prSet presAssocID="{636BF64F-A779-4DA0-826F-50C92A7B48B9}" presName="linear" presStyleCnt="0">
        <dgm:presLayoutVars>
          <dgm:animLvl val="lvl"/>
          <dgm:resizeHandles val="exact"/>
        </dgm:presLayoutVars>
      </dgm:prSet>
      <dgm:spPr/>
    </dgm:pt>
    <dgm:pt modelId="{CDB53AE3-EB53-40B3-BBB9-58244ABEA6CA}" type="pres">
      <dgm:prSet presAssocID="{61F81E97-A4F5-4515-BC29-2DB98C2CE14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AB65DCA-A809-4BF0-B74B-3AEFB8CDF5DD}" type="pres">
      <dgm:prSet presAssocID="{61F81E97-A4F5-4515-BC29-2DB98C2CE146}" presName="childText" presStyleLbl="revTx" presStyleIdx="0" presStyleCnt="3">
        <dgm:presLayoutVars>
          <dgm:bulletEnabled val="1"/>
        </dgm:presLayoutVars>
      </dgm:prSet>
      <dgm:spPr/>
    </dgm:pt>
    <dgm:pt modelId="{1A0B1A1A-1C88-485F-8448-ABFC92670F58}" type="pres">
      <dgm:prSet presAssocID="{B75FE670-921A-4429-9D08-EBFD9335138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7F1F3A8-F4F0-4688-A86E-659F587B689A}" type="pres">
      <dgm:prSet presAssocID="{B75FE670-921A-4429-9D08-EBFD9335138B}" presName="childText" presStyleLbl="revTx" presStyleIdx="1" presStyleCnt="3">
        <dgm:presLayoutVars>
          <dgm:bulletEnabled val="1"/>
        </dgm:presLayoutVars>
      </dgm:prSet>
      <dgm:spPr/>
    </dgm:pt>
    <dgm:pt modelId="{97B8CA68-FE3F-46F9-AD70-B14A961A7456}" type="pres">
      <dgm:prSet presAssocID="{A2DEFBBC-743E-4AE9-A086-89003331467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C878E3C-33E2-49C0-BDA5-CD33657803DB}" type="pres">
      <dgm:prSet presAssocID="{A2DEFBBC-743E-4AE9-A086-890033314672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3CC2EF01-B91F-4249-BB0E-D9246F1993F8}" srcId="{B75FE670-921A-4429-9D08-EBFD9335138B}" destId="{DE1A0A0B-4E4A-412D-BBFB-8322ACC45E20}" srcOrd="1" destOrd="0" parTransId="{E8854E87-D1E4-4598-937E-48949A97BB5F}" sibTransId="{E2A0C828-A971-44A7-88DA-16C7ECDB4F2D}"/>
    <dgm:cxn modelId="{8C8C9419-F1C0-4C6E-94DD-5C01F703B8E1}" srcId="{A2DEFBBC-743E-4AE9-A086-890033314672}" destId="{0E3EC6E1-3ADE-46CD-8D79-395B79C430A9}" srcOrd="2" destOrd="0" parTransId="{A8B07A56-0245-48DD-8BEF-66A3468641DA}" sibTransId="{533F5710-6809-44A3-8635-95C75EBC29C8}"/>
    <dgm:cxn modelId="{F4EA761C-BA36-4191-9EF2-ED9D11CDD861}" srcId="{61F81E97-A4F5-4515-BC29-2DB98C2CE146}" destId="{6EB99BBB-BC49-4DF4-B3D8-3609CA997290}" srcOrd="2" destOrd="0" parTransId="{8D67F5F0-79B2-430A-ABA0-E08C1CD44B41}" sibTransId="{EC1B2EAE-B532-463C-82BE-A163689ADCC7}"/>
    <dgm:cxn modelId="{E9F1351D-AACA-46AA-AE9A-DEB9F3E4E2AC}" type="presOf" srcId="{636BF64F-A779-4DA0-826F-50C92A7B48B9}" destId="{7EC5DB64-3A1E-44C1-875D-9206B485D045}" srcOrd="0" destOrd="0" presId="urn:microsoft.com/office/officeart/2005/8/layout/vList2"/>
    <dgm:cxn modelId="{60D04323-D96C-40D8-8DEF-5A94B7B78247}" type="presOf" srcId="{E8AA2E96-D67E-4CDB-B784-1642955B112C}" destId="{EAB65DCA-A809-4BF0-B74B-3AEFB8CDF5DD}" srcOrd="0" destOrd="0" presId="urn:microsoft.com/office/officeart/2005/8/layout/vList2"/>
    <dgm:cxn modelId="{4B455728-E3E6-497D-B3D5-0BAF2D1F8F4B}" type="presOf" srcId="{B75FE670-921A-4429-9D08-EBFD9335138B}" destId="{1A0B1A1A-1C88-485F-8448-ABFC92670F58}" srcOrd="0" destOrd="0" presId="urn:microsoft.com/office/officeart/2005/8/layout/vList2"/>
    <dgm:cxn modelId="{14C4E63D-D03E-407F-A601-A95EDEC22153}" srcId="{B75FE670-921A-4429-9D08-EBFD9335138B}" destId="{645789CD-E01D-4B5B-885E-46C1BAD40A04}" srcOrd="2" destOrd="0" parTransId="{7219F53C-9F65-4BC6-97FE-12AABE3C97B3}" sibTransId="{7E5D7EDD-4A1D-4727-90AC-9F29FB407A83}"/>
    <dgm:cxn modelId="{830A1D64-6D7C-4B26-91BD-884002478DD2}" srcId="{636BF64F-A779-4DA0-826F-50C92A7B48B9}" destId="{61F81E97-A4F5-4515-BC29-2DB98C2CE146}" srcOrd="0" destOrd="0" parTransId="{249A07CA-4320-40BE-831B-49CFE6A514C3}" sibTransId="{E56E2580-F278-46A7-AD6D-29C26A041FF4}"/>
    <dgm:cxn modelId="{EEF56147-A6A7-48C9-982C-D2297F11ACE3}" type="presOf" srcId="{9398FE3D-FCAB-48A5-AA0B-1373BB18215A}" destId="{1C878E3C-33E2-49C0-BDA5-CD33657803DB}" srcOrd="0" destOrd="0" presId="urn:microsoft.com/office/officeart/2005/8/layout/vList2"/>
    <dgm:cxn modelId="{06E66C52-3361-414B-B0D9-D3C6EA0B57F0}" srcId="{61F81E97-A4F5-4515-BC29-2DB98C2CE146}" destId="{E8AA2E96-D67E-4CDB-B784-1642955B112C}" srcOrd="0" destOrd="0" parTransId="{83DAC733-B04D-4949-8861-8029A433F364}" sibTransId="{9722A72F-07F6-4EE9-A2E4-218DBFC7E5ED}"/>
    <dgm:cxn modelId="{9FBE3155-F194-47B4-B5FD-A7A7C0385DB8}" srcId="{A2DEFBBC-743E-4AE9-A086-890033314672}" destId="{9398FE3D-FCAB-48A5-AA0B-1373BB18215A}" srcOrd="0" destOrd="0" parTransId="{91187265-1662-41DE-B3FC-09BD17F1F5D9}" sibTransId="{516E9652-3D1E-4583-A5DC-00DD084E7440}"/>
    <dgm:cxn modelId="{BCC9777E-0A66-4B3A-9DB4-E39EC36A43D8}" type="presOf" srcId="{A2DEFBBC-743E-4AE9-A086-890033314672}" destId="{97B8CA68-FE3F-46F9-AD70-B14A961A7456}" srcOrd="0" destOrd="0" presId="urn:microsoft.com/office/officeart/2005/8/layout/vList2"/>
    <dgm:cxn modelId="{8C49218E-549A-4DE5-861C-F525EA66550A}" type="presOf" srcId="{A531C344-D215-423F-A612-EC2CA75B17CB}" destId="{1C878E3C-33E2-49C0-BDA5-CD33657803DB}" srcOrd="0" destOrd="1" presId="urn:microsoft.com/office/officeart/2005/8/layout/vList2"/>
    <dgm:cxn modelId="{2B68B595-BFC1-46B7-A481-C6C687279013}" srcId="{636BF64F-A779-4DA0-826F-50C92A7B48B9}" destId="{A2DEFBBC-743E-4AE9-A086-890033314672}" srcOrd="2" destOrd="0" parTransId="{74B78E95-780E-47E1-A824-62F08CABCC63}" sibTransId="{6BAA5437-9401-4F7E-A005-14AF06CBA00D}"/>
    <dgm:cxn modelId="{8285B39D-CD04-4284-8B76-E6C0D4AA73A5}" type="presOf" srcId="{6EB99BBB-BC49-4DF4-B3D8-3609CA997290}" destId="{EAB65DCA-A809-4BF0-B74B-3AEFB8CDF5DD}" srcOrd="0" destOrd="2" presId="urn:microsoft.com/office/officeart/2005/8/layout/vList2"/>
    <dgm:cxn modelId="{D830759F-CCCA-4698-AE6C-376B1874DB0B}" type="presOf" srcId="{0E3EC6E1-3ADE-46CD-8D79-395B79C430A9}" destId="{1C878E3C-33E2-49C0-BDA5-CD33657803DB}" srcOrd="0" destOrd="2" presId="urn:microsoft.com/office/officeart/2005/8/layout/vList2"/>
    <dgm:cxn modelId="{0D2ED6AD-399F-43C2-8247-56610AAA5D7F}" type="presOf" srcId="{DE1A0A0B-4E4A-412D-BBFB-8322ACC45E20}" destId="{77F1F3A8-F4F0-4688-A86E-659F587B689A}" srcOrd="0" destOrd="1" presId="urn:microsoft.com/office/officeart/2005/8/layout/vList2"/>
    <dgm:cxn modelId="{7E4706B9-CDF2-4F5A-AA01-14527076E694}" srcId="{B75FE670-921A-4429-9D08-EBFD9335138B}" destId="{E348D47B-58F0-40E6-84C7-97352AB0DDED}" srcOrd="0" destOrd="0" parTransId="{838DCF83-39E1-4B40-A0E8-76C18705FF1D}" sibTransId="{F949A95B-0000-4611-B36C-B825FA1B1F83}"/>
    <dgm:cxn modelId="{DFEA4BBE-E25B-4F51-8003-853F465CA647}" type="presOf" srcId="{3C96E135-8FD4-4394-9785-41217F08CCEE}" destId="{EAB65DCA-A809-4BF0-B74B-3AEFB8CDF5DD}" srcOrd="0" destOrd="1" presId="urn:microsoft.com/office/officeart/2005/8/layout/vList2"/>
    <dgm:cxn modelId="{954192C8-DD02-40E0-B675-A001E88C31E9}" srcId="{A2DEFBBC-743E-4AE9-A086-890033314672}" destId="{A531C344-D215-423F-A612-EC2CA75B17CB}" srcOrd="1" destOrd="0" parTransId="{1F120E30-4252-4E03-8A01-F78EF6FB302C}" sibTransId="{1F814AF5-067C-4AA5-8DE7-276F45D6A13E}"/>
    <dgm:cxn modelId="{3FA69FCE-9B38-4A01-8A56-26CCCE4696B0}" type="presOf" srcId="{E348D47B-58F0-40E6-84C7-97352AB0DDED}" destId="{77F1F3A8-F4F0-4688-A86E-659F587B689A}" srcOrd="0" destOrd="0" presId="urn:microsoft.com/office/officeart/2005/8/layout/vList2"/>
    <dgm:cxn modelId="{FBD1CED5-E7BC-444E-A1FB-90578BFE1760}" type="presOf" srcId="{61F81E97-A4F5-4515-BC29-2DB98C2CE146}" destId="{CDB53AE3-EB53-40B3-BBB9-58244ABEA6CA}" srcOrd="0" destOrd="0" presId="urn:microsoft.com/office/officeart/2005/8/layout/vList2"/>
    <dgm:cxn modelId="{8A252FE3-0F9F-47CF-A7E4-46F46327DABB}" srcId="{61F81E97-A4F5-4515-BC29-2DB98C2CE146}" destId="{3C96E135-8FD4-4394-9785-41217F08CCEE}" srcOrd="1" destOrd="0" parTransId="{1F87C9F5-5EFF-4CCD-BE4A-F659DD4815D2}" sibTransId="{D6AE96B9-276C-4F24-BB41-236236986357}"/>
    <dgm:cxn modelId="{525C38EC-E0B6-4ADA-BC29-9017DD034589}" type="presOf" srcId="{645789CD-E01D-4B5B-885E-46C1BAD40A04}" destId="{77F1F3A8-F4F0-4688-A86E-659F587B689A}" srcOrd="0" destOrd="2" presId="urn:microsoft.com/office/officeart/2005/8/layout/vList2"/>
    <dgm:cxn modelId="{6F1968EF-C061-4989-819C-DB2C89D01DBE}" srcId="{636BF64F-A779-4DA0-826F-50C92A7B48B9}" destId="{B75FE670-921A-4429-9D08-EBFD9335138B}" srcOrd="1" destOrd="0" parTransId="{FEE7FE0A-D08A-461A-A1ED-1A28498394AC}" sibTransId="{2A8BA8C0-511D-451B-92E0-D1458A51921C}"/>
    <dgm:cxn modelId="{BCA7F8B1-214F-4A17-AC7F-4E3C40E504E8}" type="presParOf" srcId="{7EC5DB64-3A1E-44C1-875D-9206B485D045}" destId="{CDB53AE3-EB53-40B3-BBB9-58244ABEA6CA}" srcOrd="0" destOrd="0" presId="urn:microsoft.com/office/officeart/2005/8/layout/vList2"/>
    <dgm:cxn modelId="{D04383CC-3A14-486E-8158-8770DCFEB186}" type="presParOf" srcId="{7EC5DB64-3A1E-44C1-875D-9206B485D045}" destId="{EAB65DCA-A809-4BF0-B74B-3AEFB8CDF5DD}" srcOrd="1" destOrd="0" presId="urn:microsoft.com/office/officeart/2005/8/layout/vList2"/>
    <dgm:cxn modelId="{BCC8DC24-A17C-4D9A-9DED-597E289C5100}" type="presParOf" srcId="{7EC5DB64-3A1E-44C1-875D-9206B485D045}" destId="{1A0B1A1A-1C88-485F-8448-ABFC92670F58}" srcOrd="2" destOrd="0" presId="urn:microsoft.com/office/officeart/2005/8/layout/vList2"/>
    <dgm:cxn modelId="{7408881C-3564-44C1-AE81-3F5307496ACE}" type="presParOf" srcId="{7EC5DB64-3A1E-44C1-875D-9206B485D045}" destId="{77F1F3A8-F4F0-4688-A86E-659F587B689A}" srcOrd="3" destOrd="0" presId="urn:microsoft.com/office/officeart/2005/8/layout/vList2"/>
    <dgm:cxn modelId="{35642AE1-5333-4B30-9312-F54CB57326D2}" type="presParOf" srcId="{7EC5DB64-3A1E-44C1-875D-9206B485D045}" destId="{97B8CA68-FE3F-46F9-AD70-B14A961A7456}" srcOrd="4" destOrd="0" presId="urn:microsoft.com/office/officeart/2005/8/layout/vList2"/>
    <dgm:cxn modelId="{7C0654AA-8571-4E55-B213-C334D64DF280}" type="presParOf" srcId="{7EC5DB64-3A1E-44C1-875D-9206B485D045}" destId="{1C878E3C-33E2-49C0-BDA5-CD33657803D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D8F905D-8694-4789-985C-BEB23C233F1A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en-US"/>
        </a:p>
      </dgm:t>
    </dgm:pt>
    <dgm:pt modelId="{089B182D-9EAC-4AA1-B35F-65B6AD184197}">
      <dgm:prSet/>
      <dgm:spPr/>
      <dgm:t>
        <a:bodyPr/>
        <a:lstStyle/>
        <a:p>
          <a:r>
            <a:rPr lang="fi-FI"/>
            <a:t>The meaning of time</a:t>
          </a:r>
          <a:endParaRPr lang="en-US"/>
        </a:p>
      </dgm:t>
    </dgm:pt>
    <dgm:pt modelId="{BA2D3DFC-45BC-4361-9A6C-6A30D2E607FB}" type="parTrans" cxnId="{5E89698C-2A34-4B2B-9F46-B81EBF0B46B6}">
      <dgm:prSet/>
      <dgm:spPr/>
      <dgm:t>
        <a:bodyPr/>
        <a:lstStyle/>
        <a:p>
          <a:endParaRPr lang="en-US"/>
        </a:p>
      </dgm:t>
    </dgm:pt>
    <dgm:pt modelId="{3FE01C72-7404-4E88-9EBC-0F2B3DC54649}" type="sibTrans" cxnId="{5E89698C-2A34-4B2B-9F46-B81EBF0B46B6}">
      <dgm:prSet/>
      <dgm:spPr/>
      <dgm:t>
        <a:bodyPr/>
        <a:lstStyle/>
        <a:p>
          <a:endParaRPr lang="en-US"/>
        </a:p>
      </dgm:t>
    </dgm:pt>
    <dgm:pt modelId="{CF26ABBD-8B94-40E3-940A-DF9CF96AF55A}">
      <dgm:prSet/>
      <dgm:spPr/>
      <dgm:t>
        <a:bodyPr/>
        <a:lstStyle/>
        <a:p>
          <a:r>
            <a:rPr lang="fi-FI"/>
            <a:t>The source of ”similarity” between observed trajectories</a:t>
          </a:r>
          <a:endParaRPr lang="en-US"/>
        </a:p>
      </dgm:t>
    </dgm:pt>
    <dgm:pt modelId="{D3D5FED8-FE25-4223-B49E-3844B30D455F}" type="parTrans" cxnId="{32A61D59-6489-43BC-8A09-11500A93CBCF}">
      <dgm:prSet/>
      <dgm:spPr/>
      <dgm:t>
        <a:bodyPr/>
        <a:lstStyle/>
        <a:p>
          <a:endParaRPr lang="en-US"/>
        </a:p>
      </dgm:t>
    </dgm:pt>
    <dgm:pt modelId="{14003877-2CFF-421F-8339-3044E030D5EA}" type="sibTrans" cxnId="{32A61D59-6489-43BC-8A09-11500A93CBCF}">
      <dgm:prSet/>
      <dgm:spPr/>
      <dgm:t>
        <a:bodyPr/>
        <a:lstStyle/>
        <a:p>
          <a:endParaRPr lang="en-US"/>
        </a:p>
      </dgm:t>
    </dgm:pt>
    <dgm:pt modelId="{568375C3-E0D3-4064-BFD8-0590193B142B}">
      <dgm:prSet/>
      <dgm:spPr/>
      <dgm:t>
        <a:bodyPr/>
        <a:lstStyle/>
        <a:p>
          <a:r>
            <a:rPr lang="fi-FI"/>
            <a:t>The population</a:t>
          </a:r>
          <a:endParaRPr lang="en-US"/>
        </a:p>
      </dgm:t>
    </dgm:pt>
    <dgm:pt modelId="{B9B21A37-2622-4C07-872B-CA13C4CC5485}" type="parTrans" cxnId="{AFFB8DAB-4B5C-450A-8BD6-C686A2519C5E}">
      <dgm:prSet/>
      <dgm:spPr/>
      <dgm:t>
        <a:bodyPr/>
        <a:lstStyle/>
        <a:p>
          <a:endParaRPr lang="en-US"/>
        </a:p>
      </dgm:t>
    </dgm:pt>
    <dgm:pt modelId="{2C61B4F6-DDFE-4186-ABD4-6E3B6589816C}" type="sibTrans" cxnId="{AFFB8DAB-4B5C-450A-8BD6-C686A2519C5E}">
      <dgm:prSet/>
      <dgm:spPr/>
      <dgm:t>
        <a:bodyPr/>
        <a:lstStyle/>
        <a:p>
          <a:endParaRPr lang="en-US"/>
        </a:p>
      </dgm:t>
    </dgm:pt>
    <dgm:pt modelId="{91795C8F-E75E-4353-9C8C-63B5907AA206}">
      <dgm:prSet/>
      <dgm:spPr/>
      <dgm:t>
        <a:bodyPr/>
        <a:lstStyle/>
        <a:p>
          <a:r>
            <a:rPr lang="fi-FI"/>
            <a:t>The variation of interest</a:t>
          </a:r>
          <a:endParaRPr lang="en-US"/>
        </a:p>
      </dgm:t>
    </dgm:pt>
    <dgm:pt modelId="{ABC4FC2B-2957-48A6-908A-06A2FC50F1F9}" type="parTrans" cxnId="{0E958360-8C51-44AA-B813-D7743EA65113}">
      <dgm:prSet/>
      <dgm:spPr/>
      <dgm:t>
        <a:bodyPr/>
        <a:lstStyle/>
        <a:p>
          <a:endParaRPr lang="en-US"/>
        </a:p>
      </dgm:t>
    </dgm:pt>
    <dgm:pt modelId="{27A15D36-0F8A-4BC4-B555-CB48B66B1D50}" type="sibTrans" cxnId="{0E958360-8C51-44AA-B813-D7743EA65113}">
      <dgm:prSet/>
      <dgm:spPr/>
      <dgm:t>
        <a:bodyPr/>
        <a:lstStyle/>
        <a:p>
          <a:endParaRPr lang="en-US"/>
        </a:p>
      </dgm:t>
    </dgm:pt>
    <dgm:pt modelId="{190E35D0-6AD2-4105-9A87-3C90518AB88C}">
      <dgm:prSet/>
      <dgm:spPr/>
      <dgm:t>
        <a:bodyPr/>
        <a:lstStyle/>
        <a:p>
          <a:r>
            <a:rPr lang="en-US" dirty="0"/>
            <a:t>Age alignment treats </a:t>
          </a:r>
          <a:r>
            <a:rPr lang="en-US" b="1" dirty="0"/>
            <a:t>age at first birth as part of the sequence variation</a:t>
          </a:r>
          <a:r>
            <a:rPr lang="en-US" dirty="0"/>
            <a:t>.</a:t>
          </a:r>
        </a:p>
      </dgm:t>
    </dgm:pt>
    <dgm:pt modelId="{2670F62A-4B30-4B81-BA49-A0085E2DD28F}" type="parTrans" cxnId="{4A26181F-C77B-4AC3-A053-EC07F9F4F767}">
      <dgm:prSet/>
      <dgm:spPr/>
      <dgm:t>
        <a:bodyPr/>
        <a:lstStyle/>
        <a:p>
          <a:endParaRPr lang="en-US"/>
        </a:p>
      </dgm:t>
    </dgm:pt>
    <dgm:pt modelId="{ACFBA611-C2AF-48CC-8230-A22009CCA9DC}" type="sibTrans" cxnId="{4A26181F-C77B-4AC3-A053-EC07F9F4F767}">
      <dgm:prSet/>
      <dgm:spPr/>
      <dgm:t>
        <a:bodyPr/>
        <a:lstStyle/>
        <a:p>
          <a:endParaRPr lang="en-US"/>
        </a:p>
      </dgm:t>
    </dgm:pt>
    <dgm:pt modelId="{9EB7BFA4-EFC3-431A-AE94-3A68B38E1008}">
      <dgm:prSet/>
      <dgm:spPr/>
      <dgm:t>
        <a:bodyPr/>
        <a:lstStyle/>
        <a:p>
          <a:r>
            <a:rPr lang="en-US"/>
            <a:t>Event alignment removes that variation from the time axis so that the analysis can concentrate on </a:t>
          </a:r>
          <a:r>
            <a:rPr lang="en-US" b="1"/>
            <a:t>what happens around birth</a:t>
          </a:r>
          <a:r>
            <a:rPr lang="en-US"/>
            <a:t>.</a:t>
          </a:r>
        </a:p>
      </dgm:t>
    </dgm:pt>
    <dgm:pt modelId="{EAF08EE7-A050-4DD6-956E-E7C412ACC7D6}" type="parTrans" cxnId="{835F99AC-EE00-421C-8429-90C57F8B07A6}">
      <dgm:prSet/>
      <dgm:spPr/>
      <dgm:t>
        <a:bodyPr/>
        <a:lstStyle/>
        <a:p>
          <a:endParaRPr lang="en-US"/>
        </a:p>
      </dgm:t>
    </dgm:pt>
    <dgm:pt modelId="{28BC8DC1-EA46-4EB9-9FDD-5DD658A866E5}" type="sibTrans" cxnId="{835F99AC-EE00-421C-8429-90C57F8B07A6}">
      <dgm:prSet/>
      <dgm:spPr/>
      <dgm:t>
        <a:bodyPr/>
        <a:lstStyle/>
        <a:p>
          <a:endParaRPr lang="en-US"/>
        </a:p>
      </dgm:t>
    </dgm:pt>
    <dgm:pt modelId="{1B357D05-1C80-4C99-8DB4-BD2D9BDCD8AD}">
      <dgm:prSet/>
      <dgm:spPr/>
      <dgm:t>
        <a:bodyPr/>
        <a:lstStyle/>
        <a:p>
          <a:r>
            <a:rPr lang="en-US"/>
            <a:t>The interpretation</a:t>
          </a:r>
        </a:p>
      </dgm:t>
    </dgm:pt>
    <dgm:pt modelId="{ABE5684B-1789-4B26-A4FA-E935BE5F2BE0}" type="parTrans" cxnId="{8AA49C4B-1F63-492A-909C-E81119EE9797}">
      <dgm:prSet/>
      <dgm:spPr/>
      <dgm:t>
        <a:bodyPr/>
        <a:lstStyle/>
        <a:p>
          <a:endParaRPr lang="en-US"/>
        </a:p>
      </dgm:t>
    </dgm:pt>
    <dgm:pt modelId="{082EF61B-E891-4AEF-9C2F-1D97F7D434EE}" type="sibTrans" cxnId="{8AA49C4B-1F63-492A-909C-E81119EE9797}">
      <dgm:prSet/>
      <dgm:spPr/>
      <dgm:t>
        <a:bodyPr/>
        <a:lstStyle/>
        <a:p>
          <a:endParaRPr lang="en-US"/>
        </a:p>
      </dgm:t>
    </dgm:pt>
    <dgm:pt modelId="{3F7F9972-5C88-4316-8F24-AF3B00B0DC5D}" type="pres">
      <dgm:prSet presAssocID="{FD8F905D-8694-4789-985C-BEB23C233F1A}" presName="linear" presStyleCnt="0">
        <dgm:presLayoutVars>
          <dgm:animLvl val="lvl"/>
          <dgm:resizeHandles val="exact"/>
        </dgm:presLayoutVars>
      </dgm:prSet>
      <dgm:spPr/>
    </dgm:pt>
    <dgm:pt modelId="{3AA47079-4C2B-40F4-BCF3-C35797EC62C2}" type="pres">
      <dgm:prSet presAssocID="{089B182D-9EAC-4AA1-B35F-65B6AD18419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F6781CA-6AB5-490E-85F5-E8076AB73DA8}" type="pres">
      <dgm:prSet presAssocID="{3FE01C72-7404-4E88-9EBC-0F2B3DC54649}" presName="spacer" presStyleCnt="0"/>
      <dgm:spPr/>
    </dgm:pt>
    <dgm:pt modelId="{79D6916A-B02C-4F17-8329-80117C3A7A02}" type="pres">
      <dgm:prSet presAssocID="{CF26ABBD-8B94-40E3-940A-DF9CF96AF55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0AD502C-CC38-4F37-9267-718708FAC776}" type="pres">
      <dgm:prSet presAssocID="{14003877-2CFF-421F-8339-3044E030D5EA}" presName="spacer" presStyleCnt="0"/>
      <dgm:spPr/>
    </dgm:pt>
    <dgm:pt modelId="{26C19A35-7E91-4038-9DB4-667F6320A5C7}" type="pres">
      <dgm:prSet presAssocID="{568375C3-E0D3-4064-BFD8-0590193B142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5528494-3FB6-4787-8797-BB045654A2E8}" type="pres">
      <dgm:prSet presAssocID="{2C61B4F6-DDFE-4186-ABD4-6E3B6589816C}" presName="spacer" presStyleCnt="0"/>
      <dgm:spPr/>
    </dgm:pt>
    <dgm:pt modelId="{96BD5EFE-61F2-4431-92EB-52552FEF2330}" type="pres">
      <dgm:prSet presAssocID="{91795C8F-E75E-4353-9C8C-63B5907AA20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95DFDF4-7B54-420C-862B-9FC88EC7CFF0}" type="pres">
      <dgm:prSet presAssocID="{91795C8F-E75E-4353-9C8C-63B5907AA206}" presName="childText" presStyleLbl="revTx" presStyleIdx="0" presStyleCnt="1">
        <dgm:presLayoutVars>
          <dgm:bulletEnabled val="1"/>
        </dgm:presLayoutVars>
      </dgm:prSet>
      <dgm:spPr/>
    </dgm:pt>
    <dgm:pt modelId="{C63C98EF-54D6-45B0-BF14-EE66BB6C40F4}" type="pres">
      <dgm:prSet presAssocID="{1B357D05-1C80-4C99-8DB4-BD2D9BDCD8A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A26181F-C77B-4AC3-A053-EC07F9F4F767}" srcId="{91795C8F-E75E-4353-9C8C-63B5907AA206}" destId="{190E35D0-6AD2-4105-9A87-3C90518AB88C}" srcOrd="0" destOrd="0" parTransId="{2670F62A-4B30-4B81-BA49-A0085E2DD28F}" sibTransId="{ACFBA611-C2AF-48CC-8230-A22009CCA9DC}"/>
    <dgm:cxn modelId="{C7DEDD21-9FA6-4219-946D-8FB6365DE56E}" type="presOf" srcId="{089B182D-9EAC-4AA1-B35F-65B6AD184197}" destId="{3AA47079-4C2B-40F4-BCF3-C35797EC62C2}" srcOrd="0" destOrd="0" presId="urn:microsoft.com/office/officeart/2005/8/layout/vList2"/>
    <dgm:cxn modelId="{0E958360-8C51-44AA-B813-D7743EA65113}" srcId="{FD8F905D-8694-4789-985C-BEB23C233F1A}" destId="{91795C8F-E75E-4353-9C8C-63B5907AA206}" srcOrd="3" destOrd="0" parTransId="{ABC4FC2B-2957-48A6-908A-06A2FC50F1F9}" sibTransId="{27A15D36-0F8A-4BC4-B555-CB48B66B1D50}"/>
    <dgm:cxn modelId="{8AA49C4B-1F63-492A-909C-E81119EE9797}" srcId="{FD8F905D-8694-4789-985C-BEB23C233F1A}" destId="{1B357D05-1C80-4C99-8DB4-BD2D9BDCD8AD}" srcOrd="4" destOrd="0" parTransId="{ABE5684B-1789-4B26-A4FA-E935BE5F2BE0}" sibTransId="{082EF61B-E891-4AEF-9C2F-1D97F7D434EE}"/>
    <dgm:cxn modelId="{32A61D59-6489-43BC-8A09-11500A93CBCF}" srcId="{FD8F905D-8694-4789-985C-BEB23C233F1A}" destId="{CF26ABBD-8B94-40E3-940A-DF9CF96AF55A}" srcOrd="1" destOrd="0" parTransId="{D3D5FED8-FE25-4223-B49E-3844B30D455F}" sibTransId="{14003877-2CFF-421F-8339-3044E030D5EA}"/>
    <dgm:cxn modelId="{6A43347C-862E-4D2E-AC81-F2CD5FE0C501}" type="presOf" srcId="{91795C8F-E75E-4353-9C8C-63B5907AA206}" destId="{96BD5EFE-61F2-4431-92EB-52552FEF2330}" srcOrd="0" destOrd="0" presId="urn:microsoft.com/office/officeart/2005/8/layout/vList2"/>
    <dgm:cxn modelId="{5E89698C-2A34-4B2B-9F46-B81EBF0B46B6}" srcId="{FD8F905D-8694-4789-985C-BEB23C233F1A}" destId="{089B182D-9EAC-4AA1-B35F-65B6AD184197}" srcOrd="0" destOrd="0" parTransId="{BA2D3DFC-45BC-4361-9A6C-6A30D2E607FB}" sibTransId="{3FE01C72-7404-4E88-9EBC-0F2B3DC54649}"/>
    <dgm:cxn modelId="{E997B692-024C-4DD7-AE38-09B2CC7378B0}" type="presOf" srcId="{CF26ABBD-8B94-40E3-940A-DF9CF96AF55A}" destId="{79D6916A-B02C-4F17-8329-80117C3A7A02}" srcOrd="0" destOrd="0" presId="urn:microsoft.com/office/officeart/2005/8/layout/vList2"/>
    <dgm:cxn modelId="{4FB8FB9B-9BD8-4968-AF95-E7A27476E4C4}" type="presOf" srcId="{190E35D0-6AD2-4105-9A87-3C90518AB88C}" destId="{895DFDF4-7B54-420C-862B-9FC88EC7CFF0}" srcOrd="0" destOrd="0" presId="urn:microsoft.com/office/officeart/2005/8/layout/vList2"/>
    <dgm:cxn modelId="{AFFB8DAB-4B5C-450A-8BD6-C686A2519C5E}" srcId="{FD8F905D-8694-4789-985C-BEB23C233F1A}" destId="{568375C3-E0D3-4064-BFD8-0590193B142B}" srcOrd="2" destOrd="0" parTransId="{B9B21A37-2622-4C07-872B-CA13C4CC5485}" sibTransId="{2C61B4F6-DDFE-4186-ABD4-6E3B6589816C}"/>
    <dgm:cxn modelId="{835F99AC-EE00-421C-8429-90C57F8B07A6}" srcId="{91795C8F-E75E-4353-9C8C-63B5907AA206}" destId="{9EB7BFA4-EFC3-431A-AE94-3A68B38E1008}" srcOrd="1" destOrd="0" parTransId="{EAF08EE7-A050-4DD6-956E-E7C412ACC7D6}" sibTransId="{28BC8DC1-EA46-4EB9-9FDD-5DD658A866E5}"/>
    <dgm:cxn modelId="{5205B4BC-4783-4610-84F5-A5AE7A046846}" type="presOf" srcId="{568375C3-E0D3-4064-BFD8-0590193B142B}" destId="{26C19A35-7E91-4038-9DB4-667F6320A5C7}" srcOrd="0" destOrd="0" presId="urn:microsoft.com/office/officeart/2005/8/layout/vList2"/>
    <dgm:cxn modelId="{92A953D0-7BE2-4E4F-B6C0-39FFDE29BDE4}" type="presOf" srcId="{FD8F905D-8694-4789-985C-BEB23C233F1A}" destId="{3F7F9972-5C88-4316-8F24-AF3B00B0DC5D}" srcOrd="0" destOrd="0" presId="urn:microsoft.com/office/officeart/2005/8/layout/vList2"/>
    <dgm:cxn modelId="{8D79E1E8-95A6-4A9F-853B-FA3CEE5DC0AD}" type="presOf" srcId="{9EB7BFA4-EFC3-431A-AE94-3A68B38E1008}" destId="{895DFDF4-7B54-420C-862B-9FC88EC7CFF0}" srcOrd="0" destOrd="1" presId="urn:microsoft.com/office/officeart/2005/8/layout/vList2"/>
    <dgm:cxn modelId="{541EF6F2-FEEB-4BAA-9B5A-93B2B25EBE5A}" type="presOf" srcId="{1B357D05-1C80-4C99-8DB4-BD2D9BDCD8AD}" destId="{C63C98EF-54D6-45B0-BF14-EE66BB6C40F4}" srcOrd="0" destOrd="0" presId="urn:microsoft.com/office/officeart/2005/8/layout/vList2"/>
    <dgm:cxn modelId="{BFB27237-BA92-4BAB-A46E-DE5DB39565C5}" type="presParOf" srcId="{3F7F9972-5C88-4316-8F24-AF3B00B0DC5D}" destId="{3AA47079-4C2B-40F4-BCF3-C35797EC62C2}" srcOrd="0" destOrd="0" presId="urn:microsoft.com/office/officeart/2005/8/layout/vList2"/>
    <dgm:cxn modelId="{5ED6C7DB-B3B7-4DAF-B790-F3A61E6409E8}" type="presParOf" srcId="{3F7F9972-5C88-4316-8F24-AF3B00B0DC5D}" destId="{9F6781CA-6AB5-490E-85F5-E8076AB73DA8}" srcOrd="1" destOrd="0" presId="urn:microsoft.com/office/officeart/2005/8/layout/vList2"/>
    <dgm:cxn modelId="{B4DECEB8-EE60-4B08-A200-D5F2A56C5036}" type="presParOf" srcId="{3F7F9972-5C88-4316-8F24-AF3B00B0DC5D}" destId="{79D6916A-B02C-4F17-8329-80117C3A7A02}" srcOrd="2" destOrd="0" presId="urn:microsoft.com/office/officeart/2005/8/layout/vList2"/>
    <dgm:cxn modelId="{87F1A2BC-B822-40C7-8F5B-373ACA75AF52}" type="presParOf" srcId="{3F7F9972-5C88-4316-8F24-AF3B00B0DC5D}" destId="{C0AD502C-CC38-4F37-9267-718708FAC776}" srcOrd="3" destOrd="0" presId="urn:microsoft.com/office/officeart/2005/8/layout/vList2"/>
    <dgm:cxn modelId="{AC234F3C-DD95-46CB-A6EA-94EEE56ED2B1}" type="presParOf" srcId="{3F7F9972-5C88-4316-8F24-AF3B00B0DC5D}" destId="{26C19A35-7E91-4038-9DB4-667F6320A5C7}" srcOrd="4" destOrd="0" presId="urn:microsoft.com/office/officeart/2005/8/layout/vList2"/>
    <dgm:cxn modelId="{1F91BFD1-9B1B-4B6A-9B14-3AE1743298FE}" type="presParOf" srcId="{3F7F9972-5C88-4316-8F24-AF3B00B0DC5D}" destId="{75528494-3FB6-4787-8797-BB045654A2E8}" srcOrd="5" destOrd="0" presId="urn:microsoft.com/office/officeart/2005/8/layout/vList2"/>
    <dgm:cxn modelId="{0C8C0869-4AAF-4ED0-B422-E004A3F8E3BA}" type="presParOf" srcId="{3F7F9972-5C88-4316-8F24-AF3B00B0DC5D}" destId="{96BD5EFE-61F2-4431-92EB-52552FEF2330}" srcOrd="6" destOrd="0" presId="urn:microsoft.com/office/officeart/2005/8/layout/vList2"/>
    <dgm:cxn modelId="{7A258A1B-151C-4E59-B64F-6EE73D1F2DDD}" type="presParOf" srcId="{3F7F9972-5C88-4316-8F24-AF3B00B0DC5D}" destId="{895DFDF4-7B54-420C-862B-9FC88EC7CFF0}" srcOrd="7" destOrd="0" presId="urn:microsoft.com/office/officeart/2005/8/layout/vList2"/>
    <dgm:cxn modelId="{A8093268-46CC-4F01-BE60-C558B7FB1918}" type="presParOf" srcId="{3F7F9972-5C88-4316-8F24-AF3B00B0DC5D}" destId="{C63C98EF-54D6-45B0-BF14-EE66BB6C40F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64A42D4-34C4-4358-B48B-6790FF837B9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8808C5-E573-430A-A304-6B5E8E22562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Describe trajectories </a:t>
          </a:r>
        </a:p>
      </dgm:t>
    </dgm:pt>
    <dgm:pt modelId="{760AE2E8-00AC-428C-BBEB-3CF932289DE0}" type="parTrans" cxnId="{D3F9B094-60D4-40DB-AD91-66824463C9B2}">
      <dgm:prSet/>
      <dgm:spPr/>
      <dgm:t>
        <a:bodyPr/>
        <a:lstStyle/>
        <a:p>
          <a:endParaRPr lang="en-US"/>
        </a:p>
      </dgm:t>
    </dgm:pt>
    <dgm:pt modelId="{AF08FAE1-18C7-41F6-A742-06549744C8AB}" type="sibTrans" cxnId="{D3F9B094-60D4-40DB-AD91-66824463C9B2}">
      <dgm:prSet/>
      <dgm:spPr/>
      <dgm:t>
        <a:bodyPr/>
        <a:lstStyle/>
        <a:p>
          <a:endParaRPr lang="en-US"/>
        </a:p>
      </dgm:t>
    </dgm:pt>
    <dgm:pt modelId="{1AEAD137-06DB-4C7F-A943-66784209C85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Build typologies </a:t>
          </a:r>
        </a:p>
      </dgm:t>
    </dgm:pt>
    <dgm:pt modelId="{F2F71112-69B8-4EF7-9E3E-E9DD7EFEF604}" type="parTrans" cxnId="{D3097882-C9A7-47C5-9DB7-8A9011F67841}">
      <dgm:prSet/>
      <dgm:spPr/>
      <dgm:t>
        <a:bodyPr/>
        <a:lstStyle/>
        <a:p>
          <a:endParaRPr lang="en-US"/>
        </a:p>
      </dgm:t>
    </dgm:pt>
    <dgm:pt modelId="{09E0E36C-FA8E-44E7-8A4D-FAC677507BE3}" type="sibTrans" cxnId="{D3097882-C9A7-47C5-9DB7-8A9011F67841}">
      <dgm:prSet/>
      <dgm:spPr/>
      <dgm:t>
        <a:bodyPr/>
        <a:lstStyle/>
        <a:p>
          <a:endParaRPr lang="en-US"/>
        </a:p>
      </dgm:t>
    </dgm:pt>
    <dgm:pt modelId="{300396F3-62FE-4012-8FDC-F58DCC70532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Construct exposures for later analysis </a:t>
          </a:r>
        </a:p>
      </dgm:t>
    </dgm:pt>
    <dgm:pt modelId="{F00ECB0D-6F6F-493E-93D3-DFED11282834}" type="parTrans" cxnId="{3E98D55E-46F6-424E-AA27-7DC3A9FFF86F}">
      <dgm:prSet/>
      <dgm:spPr/>
      <dgm:t>
        <a:bodyPr/>
        <a:lstStyle/>
        <a:p>
          <a:endParaRPr lang="en-US"/>
        </a:p>
      </dgm:t>
    </dgm:pt>
    <dgm:pt modelId="{D49A4F61-2AA0-482F-B113-AF97987B3818}" type="sibTrans" cxnId="{3E98D55E-46F6-424E-AA27-7DC3A9FFF86F}">
      <dgm:prSet/>
      <dgm:spPr/>
      <dgm:t>
        <a:bodyPr/>
        <a:lstStyle/>
        <a:p>
          <a:endParaRPr lang="en-US"/>
        </a:p>
      </dgm:t>
    </dgm:pt>
    <dgm:pt modelId="{2506684C-BEAC-44FC-801B-786B4639671B}" type="pres">
      <dgm:prSet presAssocID="{B64A42D4-34C4-4358-B48B-6790FF837B9E}" presName="root" presStyleCnt="0">
        <dgm:presLayoutVars>
          <dgm:dir/>
          <dgm:resizeHandles val="exact"/>
        </dgm:presLayoutVars>
      </dgm:prSet>
      <dgm:spPr/>
    </dgm:pt>
    <dgm:pt modelId="{E8DABD41-7923-4629-93A1-DDC5B254E94A}" type="pres">
      <dgm:prSet presAssocID="{858808C5-E573-430A-A304-6B5E8E225625}" presName="compNode" presStyleCnt="0"/>
      <dgm:spPr/>
    </dgm:pt>
    <dgm:pt modelId="{20BA0CD6-DDEC-480D-9B0C-30E5017E0C43}" type="pres">
      <dgm:prSet presAssocID="{858808C5-E573-430A-A304-6B5E8E225625}" presName="iconBgRect" presStyleLbl="bgShp" presStyleIdx="0" presStyleCnt="3"/>
      <dgm:spPr/>
    </dgm:pt>
    <dgm:pt modelId="{9FE93EAE-6F85-46C7-A009-88B54FC6898F}" type="pres">
      <dgm:prSet presAssocID="{858808C5-E573-430A-A304-6B5E8E22562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EEA23C9-F20D-4DCE-910F-BAD21CCD00F6}" type="pres">
      <dgm:prSet presAssocID="{858808C5-E573-430A-A304-6B5E8E225625}" presName="spaceRect" presStyleCnt="0"/>
      <dgm:spPr/>
    </dgm:pt>
    <dgm:pt modelId="{A3430022-F512-4CD1-818C-3F3AAC67D42C}" type="pres">
      <dgm:prSet presAssocID="{858808C5-E573-430A-A304-6B5E8E225625}" presName="textRect" presStyleLbl="revTx" presStyleIdx="0" presStyleCnt="3">
        <dgm:presLayoutVars>
          <dgm:chMax val="1"/>
          <dgm:chPref val="1"/>
        </dgm:presLayoutVars>
      </dgm:prSet>
      <dgm:spPr/>
    </dgm:pt>
    <dgm:pt modelId="{7A442445-1A09-4742-85A3-F1902AB6A0E0}" type="pres">
      <dgm:prSet presAssocID="{AF08FAE1-18C7-41F6-A742-06549744C8AB}" presName="sibTrans" presStyleCnt="0"/>
      <dgm:spPr/>
    </dgm:pt>
    <dgm:pt modelId="{73A24C5F-7321-4F48-A178-83FF5AEBC654}" type="pres">
      <dgm:prSet presAssocID="{1AEAD137-06DB-4C7F-A943-66784209C85B}" presName="compNode" presStyleCnt="0"/>
      <dgm:spPr/>
    </dgm:pt>
    <dgm:pt modelId="{8C705881-3B7E-4062-9F1C-1E81F8BD2AAC}" type="pres">
      <dgm:prSet presAssocID="{1AEAD137-06DB-4C7F-A943-66784209C85B}" presName="iconBgRect" presStyleLbl="bgShp" presStyleIdx="1" presStyleCnt="3"/>
      <dgm:spPr/>
    </dgm:pt>
    <dgm:pt modelId="{F8FFDF5C-23E4-417F-87E3-93031251FA65}" type="pres">
      <dgm:prSet presAssocID="{1AEAD137-06DB-4C7F-A943-66784209C85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CF7C896-0012-4050-BBA7-1AF195957853}" type="pres">
      <dgm:prSet presAssocID="{1AEAD137-06DB-4C7F-A943-66784209C85B}" presName="spaceRect" presStyleCnt="0"/>
      <dgm:spPr/>
    </dgm:pt>
    <dgm:pt modelId="{0E41B9FB-65AC-4E78-B5D7-F86ADB9B51C2}" type="pres">
      <dgm:prSet presAssocID="{1AEAD137-06DB-4C7F-A943-66784209C85B}" presName="textRect" presStyleLbl="revTx" presStyleIdx="1" presStyleCnt="3">
        <dgm:presLayoutVars>
          <dgm:chMax val="1"/>
          <dgm:chPref val="1"/>
        </dgm:presLayoutVars>
      </dgm:prSet>
      <dgm:spPr/>
    </dgm:pt>
    <dgm:pt modelId="{B6B6E463-DFAA-4743-A6BF-DC8B0FB6F8D9}" type="pres">
      <dgm:prSet presAssocID="{09E0E36C-FA8E-44E7-8A4D-FAC677507BE3}" presName="sibTrans" presStyleCnt="0"/>
      <dgm:spPr/>
    </dgm:pt>
    <dgm:pt modelId="{7BC27BA1-7628-43CC-9143-F96238D32840}" type="pres">
      <dgm:prSet presAssocID="{300396F3-62FE-4012-8FDC-F58DCC70532C}" presName="compNode" presStyleCnt="0"/>
      <dgm:spPr/>
    </dgm:pt>
    <dgm:pt modelId="{03F1C077-B268-445A-AFF1-25DE7B823784}" type="pres">
      <dgm:prSet presAssocID="{300396F3-62FE-4012-8FDC-F58DCC70532C}" presName="iconBgRect" presStyleLbl="bgShp" presStyleIdx="2" presStyleCnt="3"/>
      <dgm:spPr/>
    </dgm:pt>
    <dgm:pt modelId="{5E65B473-0C40-48C3-B706-5EEF7BC135EF}" type="pres">
      <dgm:prSet presAssocID="{300396F3-62FE-4012-8FDC-F58DCC70532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008FD51-113B-4CE7-8B8D-D3E393E31A62}" type="pres">
      <dgm:prSet presAssocID="{300396F3-62FE-4012-8FDC-F58DCC70532C}" presName="spaceRect" presStyleCnt="0"/>
      <dgm:spPr/>
    </dgm:pt>
    <dgm:pt modelId="{3B955B48-54CA-4CCB-979C-87C4FEE4144D}" type="pres">
      <dgm:prSet presAssocID="{300396F3-62FE-4012-8FDC-F58DCC70532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0374720-FD7F-446E-AFE0-85A2B714FD52}" type="presOf" srcId="{1AEAD137-06DB-4C7F-A943-66784209C85B}" destId="{0E41B9FB-65AC-4E78-B5D7-F86ADB9B51C2}" srcOrd="0" destOrd="0" presId="urn:microsoft.com/office/officeart/2018/5/layout/IconCircleLabelList"/>
    <dgm:cxn modelId="{3E98D55E-46F6-424E-AA27-7DC3A9FFF86F}" srcId="{B64A42D4-34C4-4358-B48B-6790FF837B9E}" destId="{300396F3-62FE-4012-8FDC-F58DCC70532C}" srcOrd="2" destOrd="0" parTransId="{F00ECB0D-6F6F-493E-93D3-DFED11282834}" sibTransId="{D49A4F61-2AA0-482F-B113-AF97987B3818}"/>
    <dgm:cxn modelId="{D3097882-C9A7-47C5-9DB7-8A9011F67841}" srcId="{B64A42D4-34C4-4358-B48B-6790FF837B9E}" destId="{1AEAD137-06DB-4C7F-A943-66784209C85B}" srcOrd="1" destOrd="0" parTransId="{F2F71112-69B8-4EF7-9E3E-E9DD7EFEF604}" sibTransId="{09E0E36C-FA8E-44E7-8A4D-FAC677507BE3}"/>
    <dgm:cxn modelId="{D3F9B094-60D4-40DB-AD91-66824463C9B2}" srcId="{B64A42D4-34C4-4358-B48B-6790FF837B9E}" destId="{858808C5-E573-430A-A304-6B5E8E225625}" srcOrd="0" destOrd="0" parTransId="{760AE2E8-00AC-428C-BBEB-3CF932289DE0}" sibTransId="{AF08FAE1-18C7-41F6-A742-06549744C8AB}"/>
    <dgm:cxn modelId="{9DA1FC99-9D8B-475E-A1AB-4B8A2A327885}" type="presOf" srcId="{B64A42D4-34C4-4358-B48B-6790FF837B9E}" destId="{2506684C-BEAC-44FC-801B-786B4639671B}" srcOrd="0" destOrd="0" presId="urn:microsoft.com/office/officeart/2018/5/layout/IconCircleLabelList"/>
    <dgm:cxn modelId="{D05807C0-D57C-4727-B487-021D3DCA7B45}" type="presOf" srcId="{300396F3-62FE-4012-8FDC-F58DCC70532C}" destId="{3B955B48-54CA-4CCB-979C-87C4FEE4144D}" srcOrd="0" destOrd="0" presId="urn:microsoft.com/office/officeart/2018/5/layout/IconCircleLabelList"/>
    <dgm:cxn modelId="{30F659F6-7370-47BA-9E9A-36F416CD4716}" type="presOf" srcId="{858808C5-E573-430A-A304-6B5E8E225625}" destId="{A3430022-F512-4CD1-818C-3F3AAC67D42C}" srcOrd="0" destOrd="0" presId="urn:microsoft.com/office/officeart/2018/5/layout/IconCircleLabelList"/>
    <dgm:cxn modelId="{32C03A3D-6675-49B6-AD0C-A9906D69BA1C}" type="presParOf" srcId="{2506684C-BEAC-44FC-801B-786B4639671B}" destId="{E8DABD41-7923-4629-93A1-DDC5B254E94A}" srcOrd="0" destOrd="0" presId="urn:microsoft.com/office/officeart/2018/5/layout/IconCircleLabelList"/>
    <dgm:cxn modelId="{8FE81107-458C-49DE-953A-3B1FFDD0F050}" type="presParOf" srcId="{E8DABD41-7923-4629-93A1-DDC5B254E94A}" destId="{20BA0CD6-DDEC-480D-9B0C-30E5017E0C43}" srcOrd="0" destOrd="0" presId="urn:microsoft.com/office/officeart/2018/5/layout/IconCircleLabelList"/>
    <dgm:cxn modelId="{27535545-3EC6-4EEF-B8F8-A5E594A6A79C}" type="presParOf" srcId="{E8DABD41-7923-4629-93A1-DDC5B254E94A}" destId="{9FE93EAE-6F85-46C7-A009-88B54FC6898F}" srcOrd="1" destOrd="0" presId="urn:microsoft.com/office/officeart/2018/5/layout/IconCircleLabelList"/>
    <dgm:cxn modelId="{22CFA52F-ED08-4BFA-82AC-21209D50B7C2}" type="presParOf" srcId="{E8DABD41-7923-4629-93A1-DDC5B254E94A}" destId="{6EEA23C9-F20D-4DCE-910F-BAD21CCD00F6}" srcOrd="2" destOrd="0" presId="urn:microsoft.com/office/officeart/2018/5/layout/IconCircleLabelList"/>
    <dgm:cxn modelId="{6A48670B-C899-48EB-A257-EC7E27193822}" type="presParOf" srcId="{E8DABD41-7923-4629-93A1-DDC5B254E94A}" destId="{A3430022-F512-4CD1-818C-3F3AAC67D42C}" srcOrd="3" destOrd="0" presId="urn:microsoft.com/office/officeart/2018/5/layout/IconCircleLabelList"/>
    <dgm:cxn modelId="{8FCE2628-AA08-43F8-A34F-1AE146AF7A3C}" type="presParOf" srcId="{2506684C-BEAC-44FC-801B-786B4639671B}" destId="{7A442445-1A09-4742-85A3-F1902AB6A0E0}" srcOrd="1" destOrd="0" presId="urn:microsoft.com/office/officeart/2018/5/layout/IconCircleLabelList"/>
    <dgm:cxn modelId="{4DDFF493-A40F-464A-AC27-1CAA86207800}" type="presParOf" srcId="{2506684C-BEAC-44FC-801B-786B4639671B}" destId="{73A24C5F-7321-4F48-A178-83FF5AEBC654}" srcOrd="2" destOrd="0" presId="urn:microsoft.com/office/officeart/2018/5/layout/IconCircleLabelList"/>
    <dgm:cxn modelId="{10D61850-9A3F-44B8-99CF-DC103C58B731}" type="presParOf" srcId="{73A24C5F-7321-4F48-A178-83FF5AEBC654}" destId="{8C705881-3B7E-4062-9F1C-1E81F8BD2AAC}" srcOrd="0" destOrd="0" presId="urn:microsoft.com/office/officeart/2018/5/layout/IconCircleLabelList"/>
    <dgm:cxn modelId="{A30756D3-D3B6-4DCA-8CA1-D7EA6F4CF8F6}" type="presParOf" srcId="{73A24C5F-7321-4F48-A178-83FF5AEBC654}" destId="{F8FFDF5C-23E4-417F-87E3-93031251FA65}" srcOrd="1" destOrd="0" presId="urn:microsoft.com/office/officeart/2018/5/layout/IconCircleLabelList"/>
    <dgm:cxn modelId="{1EF54C2E-5697-404B-8E05-6F88D761BD09}" type="presParOf" srcId="{73A24C5F-7321-4F48-A178-83FF5AEBC654}" destId="{5CF7C896-0012-4050-BBA7-1AF195957853}" srcOrd="2" destOrd="0" presId="urn:microsoft.com/office/officeart/2018/5/layout/IconCircleLabelList"/>
    <dgm:cxn modelId="{C47CC4FE-E6BB-452E-B744-CE9895DE56C3}" type="presParOf" srcId="{73A24C5F-7321-4F48-A178-83FF5AEBC654}" destId="{0E41B9FB-65AC-4E78-B5D7-F86ADB9B51C2}" srcOrd="3" destOrd="0" presId="urn:microsoft.com/office/officeart/2018/5/layout/IconCircleLabelList"/>
    <dgm:cxn modelId="{3A9AF91B-A59F-43B6-8ADA-92341E14FA40}" type="presParOf" srcId="{2506684C-BEAC-44FC-801B-786B4639671B}" destId="{B6B6E463-DFAA-4743-A6BF-DC8B0FB6F8D9}" srcOrd="3" destOrd="0" presId="urn:microsoft.com/office/officeart/2018/5/layout/IconCircleLabelList"/>
    <dgm:cxn modelId="{2C16488D-93A9-4116-9866-D6D0D0FFE9C1}" type="presParOf" srcId="{2506684C-BEAC-44FC-801B-786B4639671B}" destId="{7BC27BA1-7628-43CC-9143-F96238D32840}" srcOrd="4" destOrd="0" presId="urn:microsoft.com/office/officeart/2018/5/layout/IconCircleLabelList"/>
    <dgm:cxn modelId="{DCDC9CE1-B247-4A65-AD8A-1684FEEABC39}" type="presParOf" srcId="{7BC27BA1-7628-43CC-9143-F96238D32840}" destId="{03F1C077-B268-445A-AFF1-25DE7B823784}" srcOrd="0" destOrd="0" presId="urn:microsoft.com/office/officeart/2018/5/layout/IconCircleLabelList"/>
    <dgm:cxn modelId="{3062CE03-66A3-4114-BBD6-76F149E0B637}" type="presParOf" srcId="{7BC27BA1-7628-43CC-9143-F96238D32840}" destId="{5E65B473-0C40-48C3-B706-5EEF7BC135EF}" srcOrd="1" destOrd="0" presId="urn:microsoft.com/office/officeart/2018/5/layout/IconCircleLabelList"/>
    <dgm:cxn modelId="{3B8FE6B6-08B7-475A-A2D8-807048796B78}" type="presParOf" srcId="{7BC27BA1-7628-43CC-9143-F96238D32840}" destId="{5008FD51-113B-4CE7-8B8D-D3E393E31A62}" srcOrd="2" destOrd="0" presId="urn:microsoft.com/office/officeart/2018/5/layout/IconCircleLabelList"/>
    <dgm:cxn modelId="{4682D592-B074-4C5B-A2E5-090050D1EB50}" type="presParOf" srcId="{7BC27BA1-7628-43CC-9143-F96238D32840}" destId="{3B955B48-54CA-4CCB-979C-87C4FEE4144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4283573-EFB0-4A5E-A80A-0EC3A4CB603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737BD60-0D5D-47B6-9F95-01B282B497B3}">
      <dgm:prSet custT="1"/>
      <dgm:spPr/>
      <dgm:t>
        <a:bodyPr/>
        <a:lstStyle/>
        <a:p>
          <a:r>
            <a:rPr lang="en-US" sz="3600"/>
            <a:t>SAn is not automatically causal </a:t>
          </a:r>
        </a:p>
      </dgm:t>
    </dgm:pt>
    <dgm:pt modelId="{00BBAAE6-C279-40EC-8981-D9B85DE8919F}" type="parTrans" cxnId="{3932906F-3BE4-4AA6-8E0C-21EF4F6A9E72}">
      <dgm:prSet/>
      <dgm:spPr/>
      <dgm:t>
        <a:bodyPr/>
        <a:lstStyle/>
        <a:p>
          <a:endParaRPr lang="en-US" sz="1400"/>
        </a:p>
      </dgm:t>
    </dgm:pt>
    <dgm:pt modelId="{D1BE7AED-627E-4CCE-AD6A-826CD1C2CE26}" type="sibTrans" cxnId="{3932906F-3BE4-4AA6-8E0C-21EF4F6A9E72}">
      <dgm:prSet/>
      <dgm:spPr/>
      <dgm:t>
        <a:bodyPr/>
        <a:lstStyle/>
        <a:p>
          <a:endParaRPr lang="en-US" sz="1400"/>
        </a:p>
      </dgm:t>
    </dgm:pt>
    <dgm:pt modelId="{9D4DFA79-5652-426F-98F4-5A2C1F195F5F}">
      <dgm:prSet custT="1"/>
      <dgm:spPr/>
      <dgm:t>
        <a:bodyPr/>
        <a:lstStyle/>
        <a:p>
          <a:r>
            <a:rPr lang="en-US" sz="3600"/>
            <a:t>Clusters are not natural groups </a:t>
          </a:r>
        </a:p>
      </dgm:t>
    </dgm:pt>
    <dgm:pt modelId="{FEC9FCF0-FD0B-4EAC-94D9-61B904A8FE26}" type="parTrans" cxnId="{51F06FD2-AF13-4467-960E-88685303187C}">
      <dgm:prSet/>
      <dgm:spPr/>
      <dgm:t>
        <a:bodyPr/>
        <a:lstStyle/>
        <a:p>
          <a:endParaRPr lang="en-US" sz="1400"/>
        </a:p>
      </dgm:t>
    </dgm:pt>
    <dgm:pt modelId="{7DC0C70E-C4FB-4DD2-9CE1-57378D828473}" type="sibTrans" cxnId="{51F06FD2-AF13-4467-960E-88685303187C}">
      <dgm:prSet/>
      <dgm:spPr/>
      <dgm:t>
        <a:bodyPr/>
        <a:lstStyle/>
        <a:p>
          <a:endParaRPr lang="en-US" sz="1400"/>
        </a:p>
      </dgm:t>
    </dgm:pt>
    <dgm:pt modelId="{94BB7285-C31A-490F-B806-61685E152CAA}">
      <dgm:prSet custT="1"/>
      <dgm:spPr/>
      <dgm:t>
        <a:bodyPr/>
        <a:lstStyle/>
        <a:p>
          <a:r>
            <a:rPr lang="en-US" sz="3600"/>
            <a:t>Nice plots do not replace theory </a:t>
          </a:r>
        </a:p>
      </dgm:t>
    </dgm:pt>
    <dgm:pt modelId="{2BA3EF78-7631-4AB6-97A3-AB9D9C730D55}" type="parTrans" cxnId="{D659F30A-3A47-439F-BA68-48CEE4EEB502}">
      <dgm:prSet/>
      <dgm:spPr/>
      <dgm:t>
        <a:bodyPr/>
        <a:lstStyle/>
        <a:p>
          <a:endParaRPr lang="en-US" sz="1400"/>
        </a:p>
      </dgm:t>
    </dgm:pt>
    <dgm:pt modelId="{B77AA0A9-33B1-48AA-9A0B-A56EFD73EC85}" type="sibTrans" cxnId="{D659F30A-3A47-439F-BA68-48CEE4EEB502}">
      <dgm:prSet/>
      <dgm:spPr/>
      <dgm:t>
        <a:bodyPr/>
        <a:lstStyle/>
        <a:p>
          <a:endParaRPr lang="en-US" sz="1400"/>
        </a:p>
      </dgm:t>
    </dgm:pt>
    <dgm:pt modelId="{0E12E4D1-56A0-48F0-AC11-93E249E3B010}">
      <dgm:prSet custT="1"/>
      <dgm:spPr/>
      <dgm:t>
        <a:bodyPr/>
        <a:lstStyle/>
        <a:p>
          <a:r>
            <a:rPr lang="en-US" sz="3600"/>
            <a:t>Interpretation depends on state definitions</a:t>
          </a:r>
        </a:p>
      </dgm:t>
    </dgm:pt>
    <dgm:pt modelId="{CD7B8995-2D57-4B8C-97A1-FA632F84F529}" type="parTrans" cxnId="{0BDBFFCD-274E-4756-A801-171077908E09}">
      <dgm:prSet/>
      <dgm:spPr/>
      <dgm:t>
        <a:bodyPr/>
        <a:lstStyle/>
        <a:p>
          <a:endParaRPr lang="en-US" sz="1400"/>
        </a:p>
      </dgm:t>
    </dgm:pt>
    <dgm:pt modelId="{32E72C58-4C1F-4AD5-A1B0-6AE6C0F7AF20}" type="sibTrans" cxnId="{0BDBFFCD-274E-4756-A801-171077908E09}">
      <dgm:prSet/>
      <dgm:spPr/>
      <dgm:t>
        <a:bodyPr/>
        <a:lstStyle/>
        <a:p>
          <a:endParaRPr lang="en-US" sz="1400"/>
        </a:p>
      </dgm:t>
    </dgm:pt>
    <dgm:pt modelId="{6E5ED641-BCC4-491F-9B45-2C703EB7DB75}" type="pres">
      <dgm:prSet presAssocID="{44283573-EFB0-4A5E-A80A-0EC3A4CB603C}" presName="vert0" presStyleCnt="0">
        <dgm:presLayoutVars>
          <dgm:dir/>
          <dgm:animOne val="branch"/>
          <dgm:animLvl val="lvl"/>
        </dgm:presLayoutVars>
      </dgm:prSet>
      <dgm:spPr/>
    </dgm:pt>
    <dgm:pt modelId="{AF0DDEF8-9D18-4DC7-8D0B-CB47E6283512}" type="pres">
      <dgm:prSet presAssocID="{D737BD60-0D5D-47B6-9F95-01B282B497B3}" presName="thickLine" presStyleLbl="alignNode1" presStyleIdx="0" presStyleCnt="4"/>
      <dgm:spPr/>
    </dgm:pt>
    <dgm:pt modelId="{75F10972-8352-4211-BAB1-816FD2F58CEF}" type="pres">
      <dgm:prSet presAssocID="{D737BD60-0D5D-47B6-9F95-01B282B497B3}" presName="horz1" presStyleCnt="0"/>
      <dgm:spPr/>
    </dgm:pt>
    <dgm:pt modelId="{5F739ED0-54B6-42DC-A85B-5F7B812CD244}" type="pres">
      <dgm:prSet presAssocID="{D737BD60-0D5D-47B6-9F95-01B282B497B3}" presName="tx1" presStyleLbl="revTx" presStyleIdx="0" presStyleCnt="4"/>
      <dgm:spPr/>
    </dgm:pt>
    <dgm:pt modelId="{EE4AD397-B9B6-48D8-967F-1A8B7DCE5A52}" type="pres">
      <dgm:prSet presAssocID="{D737BD60-0D5D-47B6-9F95-01B282B497B3}" presName="vert1" presStyleCnt="0"/>
      <dgm:spPr/>
    </dgm:pt>
    <dgm:pt modelId="{0C5DCEFB-8535-4175-BDC0-483E44ECDD76}" type="pres">
      <dgm:prSet presAssocID="{9D4DFA79-5652-426F-98F4-5A2C1F195F5F}" presName="thickLine" presStyleLbl="alignNode1" presStyleIdx="1" presStyleCnt="4"/>
      <dgm:spPr/>
    </dgm:pt>
    <dgm:pt modelId="{47010CF0-4B3E-4364-89D6-0BE0D887491C}" type="pres">
      <dgm:prSet presAssocID="{9D4DFA79-5652-426F-98F4-5A2C1F195F5F}" presName="horz1" presStyleCnt="0"/>
      <dgm:spPr/>
    </dgm:pt>
    <dgm:pt modelId="{DFC821C5-3C06-4C5E-A0C3-07F9BC597566}" type="pres">
      <dgm:prSet presAssocID="{9D4DFA79-5652-426F-98F4-5A2C1F195F5F}" presName="tx1" presStyleLbl="revTx" presStyleIdx="1" presStyleCnt="4"/>
      <dgm:spPr/>
    </dgm:pt>
    <dgm:pt modelId="{519F99E9-4AFC-474B-B217-B5F2B6BD4716}" type="pres">
      <dgm:prSet presAssocID="{9D4DFA79-5652-426F-98F4-5A2C1F195F5F}" presName="vert1" presStyleCnt="0"/>
      <dgm:spPr/>
    </dgm:pt>
    <dgm:pt modelId="{D304477C-7302-46B2-BA8D-4AE5163A4AB7}" type="pres">
      <dgm:prSet presAssocID="{94BB7285-C31A-490F-B806-61685E152CAA}" presName="thickLine" presStyleLbl="alignNode1" presStyleIdx="2" presStyleCnt="4"/>
      <dgm:spPr/>
    </dgm:pt>
    <dgm:pt modelId="{19C2C3B8-DAA9-428A-9E2B-60D17ECCCBAA}" type="pres">
      <dgm:prSet presAssocID="{94BB7285-C31A-490F-B806-61685E152CAA}" presName="horz1" presStyleCnt="0"/>
      <dgm:spPr/>
    </dgm:pt>
    <dgm:pt modelId="{1945F626-4C34-4444-B2A3-E510707FE03F}" type="pres">
      <dgm:prSet presAssocID="{94BB7285-C31A-490F-B806-61685E152CAA}" presName="tx1" presStyleLbl="revTx" presStyleIdx="2" presStyleCnt="4"/>
      <dgm:spPr/>
    </dgm:pt>
    <dgm:pt modelId="{1B81D0AE-4C37-4C92-9B86-26E5C2A03565}" type="pres">
      <dgm:prSet presAssocID="{94BB7285-C31A-490F-B806-61685E152CAA}" presName="vert1" presStyleCnt="0"/>
      <dgm:spPr/>
    </dgm:pt>
    <dgm:pt modelId="{E4BCB1DF-2514-404A-9277-C9EC47CC7C72}" type="pres">
      <dgm:prSet presAssocID="{0E12E4D1-56A0-48F0-AC11-93E249E3B010}" presName="thickLine" presStyleLbl="alignNode1" presStyleIdx="3" presStyleCnt="4"/>
      <dgm:spPr/>
    </dgm:pt>
    <dgm:pt modelId="{7BC58C70-9AB7-42BB-A60C-1B0C0FA005B5}" type="pres">
      <dgm:prSet presAssocID="{0E12E4D1-56A0-48F0-AC11-93E249E3B010}" presName="horz1" presStyleCnt="0"/>
      <dgm:spPr/>
    </dgm:pt>
    <dgm:pt modelId="{915A6EAD-9516-4D24-82E3-74065D75314C}" type="pres">
      <dgm:prSet presAssocID="{0E12E4D1-56A0-48F0-AC11-93E249E3B010}" presName="tx1" presStyleLbl="revTx" presStyleIdx="3" presStyleCnt="4"/>
      <dgm:spPr/>
    </dgm:pt>
    <dgm:pt modelId="{17C0C30D-96B0-4F83-8AFA-246DADAAEAC8}" type="pres">
      <dgm:prSet presAssocID="{0E12E4D1-56A0-48F0-AC11-93E249E3B010}" presName="vert1" presStyleCnt="0"/>
      <dgm:spPr/>
    </dgm:pt>
  </dgm:ptLst>
  <dgm:cxnLst>
    <dgm:cxn modelId="{D659F30A-3A47-439F-BA68-48CEE4EEB502}" srcId="{44283573-EFB0-4A5E-A80A-0EC3A4CB603C}" destId="{94BB7285-C31A-490F-B806-61685E152CAA}" srcOrd="2" destOrd="0" parTransId="{2BA3EF78-7631-4AB6-97A3-AB9D9C730D55}" sibTransId="{B77AA0A9-33B1-48AA-9A0B-A56EFD73EC85}"/>
    <dgm:cxn modelId="{CA9D721C-FE81-48DB-9470-532D63FE3681}" type="presOf" srcId="{44283573-EFB0-4A5E-A80A-0EC3A4CB603C}" destId="{6E5ED641-BCC4-491F-9B45-2C703EB7DB75}" srcOrd="0" destOrd="0" presId="urn:microsoft.com/office/officeart/2008/layout/LinedList"/>
    <dgm:cxn modelId="{82D5B534-4713-4E8D-87F1-390103EB75CC}" type="presOf" srcId="{D737BD60-0D5D-47B6-9F95-01B282B497B3}" destId="{5F739ED0-54B6-42DC-A85B-5F7B812CD244}" srcOrd="0" destOrd="0" presId="urn:microsoft.com/office/officeart/2008/layout/LinedList"/>
    <dgm:cxn modelId="{3932906F-3BE4-4AA6-8E0C-21EF4F6A9E72}" srcId="{44283573-EFB0-4A5E-A80A-0EC3A4CB603C}" destId="{D737BD60-0D5D-47B6-9F95-01B282B497B3}" srcOrd="0" destOrd="0" parTransId="{00BBAAE6-C279-40EC-8981-D9B85DE8919F}" sibTransId="{D1BE7AED-627E-4CCE-AD6A-826CD1C2CE26}"/>
    <dgm:cxn modelId="{DF7F2FBF-2DF3-4F9D-908B-2202FCE5864B}" type="presOf" srcId="{94BB7285-C31A-490F-B806-61685E152CAA}" destId="{1945F626-4C34-4444-B2A3-E510707FE03F}" srcOrd="0" destOrd="0" presId="urn:microsoft.com/office/officeart/2008/layout/LinedList"/>
    <dgm:cxn modelId="{0BDBFFCD-274E-4756-A801-171077908E09}" srcId="{44283573-EFB0-4A5E-A80A-0EC3A4CB603C}" destId="{0E12E4D1-56A0-48F0-AC11-93E249E3B010}" srcOrd="3" destOrd="0" parTransId="{CD7B8995-2D57-4B8C-97A1-FA632F84F529}" sibTransId="{32E72C58-4C1F-4AD5-A1B0-6AE6C0F7AF20}"/>
    <dgm:cxn modelId="{51F06FD2-AF13-4467-960E-88685303187C}" srcId="{44283573-EFB0-4A5E-A80A-0EC3A4CB603C}" destId="{9D4DFA79-5652-426F-98F4-5A2C1F195F5F}" srcOrd="1" destOrd="0" parTransId="{FEC9FCF0-FD0B-4EAC-94D9-61B904A8FE26}" sibTransId="{7DC0C70E-C4FB-4DD2-9CE1-57378D828473}"/>
    <dgm:cxn modelId="{94D86AD7-FE49-4232-AFFB-7EAC9BC9AC66}" type="presOf" srcId="{9D4DFA79-5652-426F-98F4-5A2C1F195F5F}" destId="{DFC821C5-3C06-4C5E-A0C3-07F9BC597566}" srcOrd="0" destOrd="0" presId="urn:microsoft.com/office/officeart/2008/layout/LinedList"/>
    <dgm:cxn modelId="{6D8E91D9-BD9D-4C1A-A16C-F1BE7AB86328}" type="presOf" srcId="{0E12E4D1-56A0-48F0-AC11-93E249E3B010}" destId="{915A6EAD-9516-4D24-82E3-74065D75314C}" srcOrd="0" destOrd="0" presId="urn:microsoft.com/office/officeart/2008/layout/LinedList"/>
    <dgm:cxn modelId="{18B27224-2198-41C3-98C6-909CBC1B1270}" type="presParOf" srcId="{6E5ED641-BCC4-491F-9B45-2C703EB7DB75}" destId="{AF0DDEF8-9D18-4DC7-8D0B-CB47E6283512}" srcOrd="0" destOrd="0" presId="urn:microsoft.com/office/officeart/2008/layout/LinedList"/>
    <dgm:cxn modelId="{F6471091-0C25-45C3-8CEA-C6EEA4870127}" type="presParOf" srcId="{6E5ED641-BCC4-491F-9B45-2C703EB7DB75}" destId="{75F10972-8352-4211-BAB1-816FD2F58CEF}" srcOrd="1" destOrd="0" presId="urn:microsoft.com/office/officeart/2008/layout/LinedList"/>
    <dgm:cxn modelId="{EB5203F0-04F0-4B9B-8156-BEEE4C69BB2A}" type="presParOf" srcId="{75F10972-8352-4211-BAB1-816FD2F58CEF}" destId="{5F739ED0-54B6-42DC-A85B-5F7B812CD244}" srcOrd="0" destOrd="0" presId="urn:microsoft.com/office/officeart/2008/layout/LinedList"/>
    <dgm:cxn modelId="{B1ED66B6-706A-49CE-83E8-95A38B70D46A}" type="presParOf" srcId="{75F10972-8352-4211-BAB1-816FD2F58CEF}" destId="{EE4AD397-B9B6-48D8-967F-1A8B7DCE5A52}" srcOrd="1" destOrd="0" presId="urn:microsoft.com/office/officeart/2008/layout/LinedList"/>
    <dgm:cxn modelId="{25B451C6-4F7C-46C2-A8C0-AA649B98E60A}" type="presParOf" srcId="{6E5ED641-BCC4-491F-9B45-2C703EB7DB75}" destId="{0C5DCEFB-8535-4175-BDC0-483E44ECDD76}" srcOrd="2" destOrd="0" presId="urn:microsoft.com/office/officeart/2008/layout/LinedList"/>
    <dgm:cxn modelId="{0CDB1BB4-756D-47BC-AE41-86D47D9E138E}" type="presParOf" srcId="{6E5ED641-BCC4-491F-9B45-2C703EB7DB75}" destId="{47010CF0-4B3E-4364-89D6-0BE0D887491C}" srcOrd="3" destOrd="0" presId="urn:microsoft.com/office/officeart/2008/layout/LinedList"/>
    <dgm:cxn modelId="{582DA263-4056-44F4-B5EC-A8818A237D54}" type="presParOf" srcId="{47010CF0-4B3E-4364-89D6-0BE0D887491C}" destId="{DFC821C5-3C06-4C5E-A0C3-07F9BC597566}" srcOrd="0" destOrd="0" presId="urn:microsoft.com/office/officeart/2008/layout/LinedList"/>
    <dgm:cxn modelId="{B62AD968-B13A-4CB8-A29A-0D3147791D98}" type="presParOf" srcId="{47010CF0-4B3E-4364-89D6-0BE0D887491C}" destId="{519F99E9-4AFC-474B-B217-B5F2B6BD4716}" srcOrd="1" destOrd="0" presId="urn:microsoft.com/office/officeart/2008/layout/LinedList"/>
    <dgm:cxn modelId="{AD5BA7D8-0020-44BA-85BC-731BD7161676}" type="presParOf" srcId="{6E5ED641-BCC4-491F-9B45-2C703EB7DB75}" destId="{D304477C-7302-46B2-BA8D-4AE5163A4AB7}" srcOrd="4" destOrd="0" presId="urn:microsoft.com/office/officeart/2008/layout/LinedList"/>
    <dgm:cxn modelId="{0D200AB0-914F-4E37-B72E-AF3FBA93296F}" type="presParOf" srcId="{6E5ED641-BCC4-491F-9B45-2C703EB7DB75}" destId="{19C2C3B8-DAA9-428A-9E2B-60D17ECCCBAA}" srcOrd="5" destOrd="0" presId="urn:microsoft.com/office/officeart/2008/layout/LinedList"/>
    <dgm:cxn modelId="{D9E40300-35F9-4AB2-A4C5-55CB0B10869D}" type="presParOf" srcId="{19C2C3B8-DAA9-428A-9E2B-60D17ECCCBAA}" destId="{1945F626-4C34-4444-B2A3-E510707FE03F}" srcOrd="0" destOrd="0" presId="urn:microsoft.com/office/officeart/2008/layout/LinedList"/>
    <dgm:cxn modelId="{19EB33CE-0B41-42E8-9A95-53C3DC8DFC10}" type="presParOf" srcId="{19C2C3B8-DAA9-428A-9E2B-60D17ECCCBAA}" destId="{1B81D0AE-4C37-4C92-9B86-26E5C2A03565}" srcOrd="1" destOrd="0" presId="urn:microsoft.com/office/officeart/2008/layout/LinedList"/>
    <dgm:cxn modelId="{72E06218-3E13-428A-A3EB-B7C2500CD6FD}" type="presParOf" srcId="{6E5ED641-BCC4-491F-9B45-2C703EB7DB75}" destId="{E4BCB1DF-2514-404A-9277-C9EC47CC7C72}" srcOrd="6" destOrd="0" presId="urn:microsoft.com/office/officeart/2008/layout/LinedList"/>
    <dgm:cxn modelId="{90DE1254-B2F4-47E7-8AC5-60FE9D291C20}" type="presParOf" srcId="{6E5ED641-BCC4-491F-9B45-2C703EB7DB75}" destId="{7BC58C70-9AB7-42BB-A60C-1B0C0FA005B5}" srcOrd="7" destOrd="0" presId="urn:microsoft.com/office/officeart/2008/layout/LinedList"/>
    <dgm:cxn modelId="{0CD981F6-2156-4804-8D6F-979966A31200}" type="presParOf" srcId="{7BC58C70-9AB7-42BB-A60C-1B0C0FA005B5}" destId="{915A6EAD-9516-4D24-82E3-74065D75314C}" srcOrd="0" destOrd="0" presId="urn:microsoft.com/office/officeart/2008/layout/LinedList"/>
    <dgm:cxn modelId="{DB2DF88C-748E-450D-B9D9-2EC10E664757}" type="presParOf" srcId="{7BC58C70-9AB7-42BB-A60C-1B0C0FA005B5}" destId="{17C0C30D-96B0-4F83-8AFA-246DADAAEA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7A56D65-E8D3-4C69-A2FE-20840BFBBCAE}" type="doc">
      <dgm:prSet loTypeId="urn:microsoft.com/office/officeart/2005/8/layout/process2" loCatId="process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fr-FR"/>
        </a:p>
      </dgm:t>
    </dgm:pt>
    <dgm:pt modelId="{F0E04432-DA48-4ACF-B69B-F5A7CD294CFB}">
      <dgm:prSet/>
      <dgm:spPr/>
      <dgm:t>
        <a:bodyPr/>
        <a:lstStyle/>
        <a:p>
          <a:r>
            <a:rPr lang="fr-FR" dirty="0"/>
            <a:t>Population </a:t>
          </a:r>
        </a:p>
      </dgm:t>
    </dgm:pt>
    <dgm:pt modelId="{FC3B3D9E-438B-4FC3-8903-C199B0DBA248}" type="parTrans" cxnId="{4645E796-067B-448C-B0A3-38A059998F0E}">
      <dgm:prSet/>
      <dgm:spPr/>
      <dgm:t>
        <a:bodyPr/>
        <a:lstStyle/>
        <a:p>
          <a:endParaRPr lang="fr-FR"/>
        </a:p>
      </dgm:t>
    </dgm:pt>
    <dgm:pt modelId="{D2E69C85-F529-4A6C-9125-051410821DBD}" type="sibTrans" cxnId="{4645E796-067B-448C-B0A3-38A059998F0E}">
      <dgm:prSet/>
      <dgm:spPr/>
      <dgm:t>
        <a:bodyPr/>
        <a:lstStyle/>
        <a:p>
          <a:endParaRPr lang="fr-FR"/>
        </a:p>
      </dgm:t>
    </dgm:pt>
    <dgm:pt modelId="{020B3DAB-CAA3-48C7-8711-AF09275F62B8}">
      <dgm:prSet/>
      <dgm:spPr/>
      <dgm:t>
        <a:bodyPr/>
        <a:lstStyle/>
        <a:p>
          <a:r>
            <a:rPr lang="fr-FR"/>
            <a:t>Period </a:t>
          </a:r>
        </a:p>
      </dgm:t>
    </dgm:pt>
    <dgm:pt modelId="{F0781F7C-1D0B-46D7-BF05-50893CB85437}" type="parTrans" cxnId="{822F0A58-77D5-4FBC-90E3-68580CD85E3E}">
      <dgm:prSet/>
      <dgm:spPr/>
      <dgm:t>
        <a:bodyPr/>
        <a:lstStyle/>
        <a:p>
          <a:endParaRPr lang="fr-FR"/>
        </a:p>
      </dgm:t>
    </dgm:pt>
    <dgm:pt modelId="{909C4412-2E61-4F6C-A11E-07A0AEB80DF6}" type="sibTrans" cxnId="{822F0A58-77D5-4FBC-90E3-68580CD85E3E}">
      <dgm:prSet/>
      <dgm:spPr/>
      <dgm:t>
        <a:bodyPr/>
        <a:lstStyle/>
        <a:p>
          <a:endParaRPr lang="fr-FR"/>
        </a:p>
      </dgm:t>
    </dgm:pt>
    <dgm:pt modelId="{34212257-524E-4BB5-ADE3-D9F3934BCF0C}">
      <dgm:prSet/>
      <dgm:spPr/>
      <dgm:t>
        <a:bodyPr/>
        <a:lstStyle/>
        <a:p>
          <a:r>
            <a:rPr lang="fr-FR"/>
            <a:t>Time axis </a:t>
          </a:r>
        </a:p>
      </dgm:t>
    </dgm:pt>
    <dgm:pt modelId="{ED5769FF-CCE3-4850-A5B6-C1B716F97AA5}" type="parTrans" cxnId="{991547AF-5A53-4C71-8987-EC08538AF6E4}">
      <dgm:prSet/>
      <dgm:spPr/>
      <dgm:t>
        <a:bodyPr/>
        <a:lstStyle/>
        <a:p>
          <a:endParaRPr lang="fr-FR"/>
        </a:p>
      </dgm:t>
    </dgm:pt>
    <dgm:pt modelId="{56F5F1A1-22A2-4003-9922-2E42AAA43D7E}" type="sibTrans" cxnId="{991547AF-5A53-4C71-8987-EC08538AF6E4}">
      <dgm:prSet/>
      <dgm:spPr/>
      <dgm:t>
        <a:bodyPr/>
        <a:lstStyle/>
        <a:p>
          <a:endParaRPr lang="fr-FR"/>
        </a:p>
      </dgm:t>
    </dgm:pt>
    <dgm:pt modelId="{75FC1304-866E-42FC-B5D1-BFB8FA9B6003}">
      <dgm:prSet/>
      <dgm:spPr/>
      <dgm:t>
        <a:bodyPr/>
        <a:lstStyle/>
        <a:p>
          <a:r>
            <a:rPr lang="fr-FR"/>
            <a:t>Time unit </a:t>
          </a:r>
        </a:p>
      </dgm:t>
    </dgm:pt>
    <dgm:pt modelId="{B434D5B6-CEDB-4FAE-8AA0-8BBC8C96666A}" type="parTrans" cxnId="{680CD1FD-D81C-4A3F-9AA2-FEDFADD8E463}">
      <dgm:prSet/>
      <dgm:spPr/>
      <dgm:t>
        <a:bodyPr/>
        <a:lstStyle/>
        <a:p>
          <a:endParaRPr lang="fr-FR"/>
        </a:p>
      </dgm:t>
    </dgm:pt>
    <dgm:pt modelId="{E5C04E28-AF4A-40C2-B495-A3C7906362D8}" type="sibTrans" cxnId="{680CD1FD-D81C-4A3F-9AA2-FEDFADD8E463}">
      <dgm:prSet/>
      <dgm:spPr/>
      <dgm:t>
        <a:bodyPr/>
        <a:lstStyle/>
        <a:p>
          <a:endParaRPr lang="fr-FR"/>
        </a:p>
      </dgm:t>
    </dgm:pt>
    <dgm:pt modelId="{4D70A526-E701-4226-A190-4A3F93CCEDD6}">
      <dgm:prSet/>
      <dgm:spPr/>
      <dgm:t>
        <a:bodyPr/>
        <a:lstStyle/>
        <a:p>
          <a:r>
            <a:rPr lang="fr-FR"/>
            <a:t>States </a:t>
          </a:r>
        </a:p>
      </dgm:t>
    </dgm:pt>
    <dgm:pt modelId="{B2329057-1616-48ED-8115-55CBBA76CF67}" type="parTrans" cxnId="{F1238584-7C28-4F70-AD6A-B932E745C61C}">
      <dgm:prSet/>
      <dgm:spPr/>
      <dgm:t>
        <a:bodyPr/>
        <a:lstStyle/>
        <a:p>
          <a:endParaRPr lang="fr-FR"/>
        </a:p>
      </dgm:t>
    </dgm:pt>
    <dgm:pt modelId="{0AC1A7DC-1011-4F34-9690-39BF8279B69C}" type="sibTrans" cxnId="{F1238584-7C28-4F70-AD6A-B932E745C61C}">
      <dgm:prSet/>
      <dgm:spPr/>
      <dgm:t>
        <a:bodyPr/>
        <a:lstStyle/>
        <a:p>
          <a:endParaRPr lang="fr-FR"/>
        </a:p>
      </dgm:t>
    </dgm:pt>
    <dgm:pt modelId="{D3D45B85-8B87-4546-8D7E-07E5CC8205FE}">
      <dgm:prSet/>
      <dgm:spPr/>
      <dgm:t>
        <a:bodyPr/>
        <a:lstStyle/>
        <a:p>
          <a:r>
            <a:rPr lang="fr-FR"/>
            <a:t>Missingness </a:t>
          </a:r>
        </a:p>
      </dgm:t>
    </dgm:pt>
    <dgm:pt modelId="{259BAAA3-383B-4DB7-A13E-26BE7BBB2A14}" type="parTrans" cxnId="{9FA01789-B6AB-4DD4-843E-E42212103DA6}">
      <dgm:prSet/>
      <dgm:spPr/>
      <dgm:t>
        <a:bodyPr/>
        <a:lstStyle/>
        <a:p>
          <a:endParaRPr lang="fr-FR"/>
        </a:p>
      </dgm:t>
    </dgm:pt>
    <dgm:pt modelId="{98377A00-B394-4547-B055-8C222C80248E}" type="sibTrans" cxnId="{9FA01789-B6AB-4DD4-843E-E42212103DA6}">
      <dgm:prSet/>
      <dgm:spPr/>
      <dgm:t>
        <a:bodyPr/>
        <a:lstStyle/>
        <a:p>
          <a:endParaRPr lang="fr-FR"/>
        </a:p>
      </dgm:t>
    </dgm:pt>
    <dgm:pt modelId="{69CFC8C8-37AF-493D-BB30-4A89A8C23E8F}">
      <dgm:prSet/>
      <dgm:spPr/>
      <dgm:t>
        <a:bodyPr/>
        <a:lstStyle/>
        <a:p>
          <a:r>
            <a:rPr lang="fr-FR"/>
            <a:t>Plots</a:t>
          </a:r>
        </a:p>
      </dgm:t>
    </dgm:pt>
    <dgm:pt modelId="{152A04B2-E75B-46C5-BB6B-569664671B42}" type="parTrans" cxnId="{A9089CA8-C969-4CE7-9CEB-1F33325EECCF}">
      <dgm:prSet/>
      <dgm:spPr/>
      <dgm:t>
        <a:bodyPr/>
        <a:lstStyle/>
        <a:p>
          <a:endParaRPr lang="fr-FR"/>
        </a:p>
      </dgm:t>
    </dgm:pt>
    <dgm:pt modelId="{1326C9AA-F207-43E8-BF83-FB61A65E0B59}" type="sibTrans" cxnId="{A9089CA8-C969-4CE7-9CEB-1F33325EECCF}">
      <dgm:prSet/>
      <dgm:spPr/>
      <dgm:t>
        <a:bodyPr/>
        <a:lstStyle/>
        <a:p>
          <a:endParaRPr lang="fr-FR"/>
        </a:p>
      </dgm:t>
    </dgm:pt>
    <dgm:pt modelId="{5221C6F1-D26F-477A-A423-5D013FE3BA68}" type="pres">
      <dgm:prSet presAssocID="{57A56D65-E8D3-4C69-A2FE-20840BFBBCAE}" presName="linearFlow" presStyleCnt="0">
        <dgm:presLayoutVars>
          <dgm:resizeHandles val="exact"/>
        </dgm:presLayoutVars>
      </dgm:prSet>
      <dgm:spPr/>
    </dgm:pt>
    <dgm:pt modelId="{6456E6D8-1DE8-4827-A056-1444AE95FA4C}" type="pres">
      <dgm:prSet presAssocID="{F0E04432-DA48-4ACF-B69B-F5A7CD294CFB}" presName="node" presStyleLbl="node1" presStyleIdx="0" presStyleCnt="7">
        <dgm:presLayoutVars>
          <dgm:bulletEnabled val="1"/>
        </dgm:presLayoutVars>
      </dgm:prSet>
      <dgm:spPr/>
    </dgm:pt>
    <dgm:pt modelId="{0800F9F3-D79A-4644-B610-1FD3A92EB2B8}" type="pres">
      <dgm:prSet presAssocID="{D2E69C85-F529-4A6C-9125-051410821DBD}" presName="sibTrans" presStyleLbl="sibTrans2D1" presStyleIdx="0" presStyleCnt="6"/>
      <dgm:spPr/>
    </dgm:pt>
    <dgm:pt modelId="{52787E7F-6697-4224-A982-2B786D2E3130}" type="pres">
      <dgm:prSet presAssocID="{D2E69C85-F529-4A6C-9125-051410821DBD}" presName="connectorText" presStyleLbl="sibTrans2D1" presStyleIdx="0" presStyleCnt="6"/>
      <dgm:spPr/>
    </dgm:pt>
    <dgm:pt modelId="{4A72E4D3-214A-4902-886D-1F5A54527762}" type="pres">
      <dgm:prSet presAssocID="{020B3DAB-CAA3-48C7-8711-AF09275F62B8}" presName="node" presStyleLbl="node1" presStyleIdx="1" presStyleCnt="7">
        <dgm:presLayoutVars>
          <dgm:bulletEnabled val="1"/>
        </dgm:presLayoutVars>
      </dgm:prSet>
      <dgm:spPr/>
    </dgm:pt>
    <dgm:pt modelId="{EC25F7B6-B664-4EC0-B264-8DE87C0AD54B}" type="pres">
      <dgm:prSet presAssocID="{909C4412-2E61-4F6C-A11E-07A0AEB80DF6}" presName="sibTrans" presStyleLbl="sibTrans2D1" presStyleIdx="1" presStyleCnt="6"/>
      <dgm:spPr/>
    </dgm:pt>
    <dgm:pt modelId="{38C3CA7D-02C6-4994-9FB1-019463BAE237}" type="pres">
      <dgm:prSet presAssocID="{909C4412-2E61-4F6C-A11E-07A0AEB80DF6}" presName="connectorText" presStyleLbl="sibTrans2D1" presStyleIdx="1" presStyleCnt="6"/>
      <dgm:spPr/>
    </dgm:pt>
    <dgm:pt modelId="{7C85662D-B03B-470D-B440-F2E86716EC39}" type="pres">
      <dgm:prSet presAssocID="{34212257-524E-4BB5-ADE3-D9F3934BCF0C}" presName="node" presStyleLbl="node1" presStyleIdx="2" presStyleCnt="7">
        <dgm:presLayoutVars>
          <dgm:bulletEnabled val="1"/>
        </dgm:presLayoutVars>
      </dgm:prSet>
      <dgm:spPr/>
    </dgm:pt>
    <dgm:pt modelId="{10F3B229-74F1-41D5-9E16-5DAC73F5E054}" type="pres">
      <dgm:prSet presAssocID="{56F5F1A1-22A2-4003-9922-2E42AAA43D7E}" presName="sibTrans" presStyleLbl="sibTrans2D1" presStyleIdx="2" presStyleCnt="6"/>
      <dgm:spPr/>
    </dgm:pt>
    <dgm:pt modelId="{3EB16A12-E1D8-428E-BA2D-E62E00F3FF56}" type="pres">
      <dgm:prSet presAssocID="{56F5F1A1-22A2-4003-9922-2E42AAA43D7E}" presName="connectorText" presStyleLbl="sibTrans2D1" presStyleIdx="2" presStyleCnt="6"/>
      <dgm:spPr/>
    </dgm:pt>
    <dgm:pt modelId="{45E5AE8B-1DC8-4A5C-9FC6-8DC48232984F}" type="pres">
      <dgm:prSet presAssocID="{75FC1304-866E-42FC-B5D1-BFB8FA9B6003}" presName="node" presStyleLbl="node1" presStyleIdx="3" presStyleCnt="7">
        <dgm:presLayoutVars>
          <dgm:bulletEnabled val="1"/>
        </dgm:presLayoutVars>
      </dgm:prSet>
      <dgm:spPr/>
    </dgm:pt>
    <dgm:pt modelId="{92A45386-ACA4-417C-BB01-8FD1A947807D}" type="pres">
      <dgm:prSet presAssocID="{E5C04E28-AF4A-40C2-B495-A3C7906362D8}" presName="sibTrans" presStyleLbl="sibTrans2D1" presStyleIdx="3" presStyleCnt="6"/>
      <dgm:spPr/>
    </dgm:pt>
    <dgm:pt modelId="{51A8B063-209D-4179-987E-14FAE67A73B6}" type="pres">
      <dgm:prSet presAssocID="{E5C04E28-AF4A-40C2-B495-A3C7906362D8}" presName="connectorText" presStyleLbl="sibTrans2D1" presStyleIdx="3" presStyleCnt="6"/>
      <dgm:spPr/>
    </dgm:pt>
    <dgm:pt modelId="{433F05B2-02E6-4FE9-8CA9-2F07C8A30306}" type="pres">
      <dgm:prSet presAssocID="{4D70A526-E701-4226-A190-4A3F93CCEDD6}" presName="node" presStyleLbl="node1" presStyleIdx="4" presStyleCnt="7">
        <dgm:presLayoutVars>
          <dgm:bulletEnabled val="1"/>
        </dgm:presLayoutVars>
      </dgm:prSet>
      <dgm:spPr/>
    </dgm:pt>
    <dgm:pt modelId="{5AA9AC41-85B1-468E-985E-EF73FEB19ECF}" type="pres">
      <dgm:prSet presAssocID="{0AC1A7DC-1011-4F34-9690-39BF8279B69C}" presName="sibTrans" presStyleLbl="sibTrans2D1" presStyleIdx="4" presStyleCnt="6"/>
      <dgm:spPr/>
    </dgm:pt>
    <dgm:pt modelId="{044359C8-2C1D-48FB-9CCE-C41663B0AB7F}" type="pres">
      <dgm:prSet presAssocID="{0AC1A7DC-1011-4F34-9690-39BF8279B69C}" presName="connectorText" presStyleLbl="sibTrans2D1" presStyleIdx="4" presStyleCnt="6"/>
      <dgm:spPr/>
    </dgm:pt>
    <dgm:pt modelId="{B7BA68BC-F67C-40C0-9346-1FDF54CA7B1C}" type="pres">
      <dgm:prSet presAssocID="{D3D45B85-8B87-4546-8D7E-07E5CC8205FE}" presName="node" presStyleLbl="node1" presStyleIdx="5" presStyleCnt="7">
        <dgm:presLayoutVars>
          <dgm:bulletEnabled val="1"/>
        </dgm:presLayoutVars>
      </dgm:prSet>
      <dgm:spPr/>
    </dgm:pt>
    <dgm:pt modelId="{BC2B95B9-12D2-432A-BD2E-65BEF7E0C5D6}" type="pres">
      <dgm:prSet presAssocID="{98377A00-B394-4547-B055-8C222C80248E}" presName="sibTrans" presStyleLbl="sibTrans2D1" presStyleIdx="5" presStyleCnt="6"/>
      <dgm:spPr/>
    </dgm:pt>
    <dgm:pt modelId="{84E5BD5C-9BC9-40E3-8DB0-9DA6863AD816}" type="pres">
      <dgm:prSet presAssocID="{98377A00-B394-4547-B055-8C222C80248E}" presName="connectorText" presStyleLbl="sibTrans2D1" presStyleIdx="5" presStyleCnt="6"/>
      <dgm:spPr/>
    </dgm:pt>
    <dgm:pt modelId="{41E65C7B-EA0E-4CCA-9120-79D25BD7D376}" type="pres">
      <dgm:prSet presAssocID="{69CFC8C8-37AF-493D-BB30-4A89A8C23E8F}" presName="node" presStyleLbl="node1" presStyleIdx="6" presStyleCnt="7">
        <dgm:presLayoutVars>
          <dgm:bulletEnabled val="1"/>
        </dgm:presLayoutVars>
      </dgm:prSet>
      <dgm:spPr/>
    </dgm:pt>
  </dgm:ptLst>
  <dgm:cxnLst>
    <dgm:cxn modelId="{69146B01-96E2-409A-9B5C-023E2633EE0E}" type="presOf" srcId="{909C4412-2E61-4F6C-A11E-07A0AEB80DF6}" destId="{EC25F7B6-B664-4EC0-B264-8DE87C0AD54B}" srcOrd="0" destOrd="0" presId="urn:microsoft.com/office/officeart/2005/8/layout/process2"/>
    <dgm:cxn modelId="{4380DD0E-29F8-4BD4-A072-D3753E7D8C24}" type="presOf" srcId="{98377A00-B394-4547-B055-8C222C80248E}" destId="{84E5BD5C-9BC9-40E3-8DB0-9DA6863AD816}" srcOrd="1" destOrd="0" presId="urn:microsoft.com/office/officeart/2005/8/layout/process2"/>
    <dgm:cxn modelId="{8D4BF513-BE22-41B2-81F6-9343E88DA3AF}" type="presOf" srcId="{020B3DAB-CAA3-48C7-8711-AF09275F62B8}" destId="{4A72E4D3-214A-4902-886D-1F5A54527762}" srcOrd="0" destOrd="0" presId="urn:microsoft.com/office/officeart/2005/8/layout/process2"/>
    <dgm:cxn modelId="{79666B14-1EA5-4291-8C77-DA371CFEDB37}" type="presOf" srcId="{E5C04E28-AF4A-40C2-B495-A3C7906362D8}" destId="{51A8B063-209D-4179-987E-14FAE67A73B6}" srcOrd="1" destOrd="0" presId="urn:microsoft.com/office/officeart/2005/8/layout/process2"/>
    <dgm:cxn modelId="{2259AF1E-36E6-486B-BD46-96DB0B79CEA9}" type="presOf" srcId="{E5C04E28-AF4A-40C2-B495-A3C7906362D8}" destId="{92A45386-ACA4-417C-BB01-8FD1A947807D}" srcOrd="0" destOrd="0" presId="urn:microsoft.com/office/officeart/2005/8/layout/process2"/>
    <dgm:cxn modelId="{C9178235-B596-49E5-B782-C778DC8C5708}" type="presOf" srcId="{98377A00-B394-4547-B055-8C222C80248E}" destId="{BC2B95B9-12D2-432A-BD2E-65BEF7E0C5D6}" srcOrd="0" destOrd="0" presId="urn:microsoft.com/office/officeart/2005/8/layout/process2"/>
    <dgm:cxn modelId="{198E313E-C614-4AEA-AA84-A4A98D1BE362}" type="presOf" srcId="{75FC1304-866E-42FC-B5D1-BFB8FA9B6003}" destId="{45E5AE8B-1DC8-4A5C-9FC6-8DC48232984F}" srcOrd="0" destOrd="0" presId="urn:microsoft.com/office/officeart/2005/8/layout/process2"/>
    <dgm:cxn modelId="{AE22505E-B7D8-4BFE-A6A9-3D11B9555738}" type="presOf" srcId="{34212257-524E-4BB5-ADE3-D9F3934BCF0C}" destId="{7C85662D-B03B-470D-B440-F2E86716EC39}" srcOrd="0" destOrd="0" presId="urn:microsoft.com/office/officeart/2005/8/layout/process2"/>
    <dgm:cxn modelId="{05F6186C-11E6-4B70-976D-9AEAC2CE0849}" type="presOf" srcId="{57A56D65-E8D3-4C69-A2FE-20840BFBBCAE}" destId="{5221C6F1-D26F-477A-A423-5D013FE3BA68}" srcOrd="0" destOrd="0" presId="urn:microsoft.com/office/officeart/2005/8/layout/process2"/>
    <dgm:cxn modelId="{20C2CE6C-ED91-44EB-A1CC-E0595ED967A9}" type="presOf" srcId="{D3D45B85-8B87-4546-8D7E-07E5CC8205FE}" destId="{B7BA68BC-F67C-40C0-9346-1FDF54CA7B1C}" srcOrd="0" destOrd="0" presId="urn:microsoft.com/office/officeart/2005/8/layout/process2"/>
    <dgm:cxn modelId="{0B27C750-2B42-4577-96D6-0DEFD8B68DEE}" type="presOf" srcId="{0AC1A7DC-1011-4F34-9690-39BF8279B69C}" destId="{5AA9AC41-85B1-468E-985E-EF73FEB19ECF}" srcOrd="0" destOrd="0" presId="urn:microsoft.com/office/officeart/2005/8/layout/process2"/>
    <dgm:cxn modelId="{DBF56474-F7CC-4107-A7FC-E8D365D279DD}" type="presOf" srcId="{0AC1A7DC-1011-4F34-9690-39BF8279B69C}" destId="{044359C8-2C1D-48FB-9CCE-C41663B0AB7F}" srcOrd="1" destOrd="0" presId="urn:microsoft.com/office/officeart/2005/8/layout/process2"/>
    <dgm:cxn modelId="{822F0A58-77D5-4FBC-90E3-68580CD85E3E}" srcId="{57A56D65-E8D3-4C69-A2FE-20840BFBBCAE}" destId="{020B3DAB-CAA3-48C7-8711-AF09275F62B8}" srcOrd="1" destOrd="0" parTransId="{F0781F7C-1D0B-46D7-BF05-50893CB85437}" sibTransId="{909C4412-2E61-4F6C-A11E-07A0AEB80DF6}"/>
    <dgm:cxn modelId="{1FFA1781-A637-452E-A10A-47BE6C0DC05D}" type="presOf" srcId="{4D70A526-E701-4226-A190-4A3F93CCEDD6}" destId="{433F05B2-02E6-4FE9-8CA9-2F07C8A30306}" srcOrd="0" destOrd="0" presId="urn:microsoft.com/office/officeart/2005/8/layout/process2"/>
    <dgm:cxn modelId="{F1238584-7C28-4F70-AD6A-B932E745C61C}" srcId="{57A56D65-E8D3-4C69-A2FE-20840BFBBCAE}" destId="{4D70A526-E701-4226-A190-4A3F93CCEDD6}" srcOrd="4" destOrd="0" parTransId="{B2329057-1616-48ED-8115-55CBBA76CF67}" sibTransId="{0AC1A7DC-1011-4F34-9690-39BF8279B69C}"/>
    <dgm:cxn modelId="{7EC47E86-B628-4A8C-A998-5DADAE68D28B}" type="presOf" srcId="{909C4412-2E61-4F6C-A11E-07A0AEB80DF6}" destId="{38C3CA7D-02C6-4994-9FB1-019463BAE237}" srcOrd="1" destOrd="0" presId="urn:microsoft.com/office/officeart/2005/8/layout/process2"/>
    <dgm:cxn modelId="{9FA01789-B6AB-4DD4-843E-E42212103DA6}" srcId="{57A56D65-E8D3-4C69-A2FE-20840BFBBCAE}" destId="{D3D45B85-8B87-4546-8D7E-07E5CC8205FE}" srcOrd="5" destOrd="0" parTransId="{259BAAA3-383B-4DB7-A13E-26BE7BBB2A14}" sibTransId="{98377A00-B394-4547-B055-8C222C80248E}"/>
    <dgm:cxn modelId="{4645E796-067B-448C-B0A3-38A059998F0E}" srcId="{57A56D65-E8D3-4C69-A2FE-20840BFBBCAE}" destId="{F0E04432-DA48-4ACF-B69B-F5A7CD294CFB}" srcOrd="0" destOrd="0" parTransId="{FC3B3D9E-438B-4FC3-8903-C199B0DBA248}" sibTransId="{D2E69C85-F529-4A6C-9125-051410821DBD}"/>
    <dgm:cxn modelId="{99135D98-6268-4E8A-81AB-DC96CC3D5753}" type="presOf" srcId="{D2E69C85-F529-4A6C-9125-051410821DBD}" destId="{52787E7F-6697-4224-A982-2B786D2E3130}" srcOrd="1" destOrd="0" presId="urn:microsoft.com/office/officeart/2005/8/layout/process2"/>
    <dgm:cxn modelId="{A9089CA8-C969-4CE7-9CEB-1F33325EECCF}" srcId="{57A56D65-E8D3-4C69-A2FE-20840BFBBCAE}" destId="{69CFC8C8-37AF-493D-BB30-4A89A8C23E8F}" srcOrd="6" destOrd="0" parTransId="{152A04B2-E75B-46C5-BB6B-569664671B42}" sibTransId="{1326C9AA-F207-43E8-BF83-FB61A65E0B59}"/>
    <dgm:cxn modelId="{320D31AD-4823-468D-BC50-66E048194C33}" type="presOf" srcId="{F0E04432-DA48-4ACF-B69B-F5A7CD294CFB}" destId="{6456E6D8-1DE8-4827-A056-1444AE95FA4C}" srcOrd="0" destOrd="0" presId="urn:microsoft.com/office/officeart/2005/8/layout/process2"/>
    <dgm:cxn modelId="{991547AF-5A53-4C71-8987-EC08538AF6E4}" srcId="{57A56D65-E8D3-4C69-A2FE-20840BFBBCAE}" destId="{34212257-524E-4BB5-ADE3-D9F3934BCF0C}" srcOrd="2" destOrd="0" parTransId="{ED5769FF-CCE3-4850-A5B6-C1B716F97AA5}" sibTransId="{56F5F1A1-22A2-4003-9922-2E42AAA43D7E}"/>
    <dgm:cxn modelId="{670626B8-303E-46AC-B8BE-9F2F44DC5897}" type="presOf" srcId="{69CFC8C8-37AF-493D-BB30-4A89A8C23E8F}" destId="{41E65C7B-EA0E-4CCA-9120-79D25BD7D376}" srcOrd="0" destOrd="0" presId="urn:microsoft.com/office/officeart/2005/8/layout/process2"/>
    <dgm:cxn modelId="{DCEDB9D4-0A76-407A-BF21-2A22A1D7A69C}" type="presOf" srcId="{56F5F1A1-22A2-4003-9922-2E42AAA43D7E}" destId="{3EB16A12-E1D8-428E-BA2D-E62E00F3FF56}" srcOrd="1" destOrd="0" presId="urn:microsoft.com/office/officeart/2005/8/layout/process2"/>
    <dgm:cxn modelId="{DB8E5DDA-8548-47A5-9274-B6B16495AE21}" type="presOf" srcId="{D2E69C85-F529-4A6C-9125-051410821DBD}" destId="{0800F9F3-D79A-4644-B610-1FD3A92EB2B8}" srcOrd="0" destOrd="0" presId="urn:microsoft.com/office/officeart/2005/8/layout/process2"/>
    <dgm:cxn modelId="{7403A9ED-A074-40BC-A7C8-1F91F1DEA2A7}" type="presOf" srcId="{56F5F1A1-22A2-4003-9922-2E42AAA43D7E}" destId="{10F3B229-74F1-41D5-9E16-5DAC73F5E054}" srcOrd="0" destOrd="0" presId="urn:microsoft.com/office/officeart/2005/8/layout/process2"/>
    <dgm:cxn modelId="{680CD1FD-D81C-4A3F-9AA2-FEDFADD8E463}" srcId="{57A56D65-E8D3-4C69-A2FE-20840BFBBCAE}" destId="{75FC1304-866E-42FC-B5D1-BFB8FA9B6003}" srcOrd="3" destOrd="0" parTransId="{B434D5B6-CEDB-4FAE-8AA0-8BBC8C96666A}" sibTransId="{E5C04E28-AF4A-40C2-B495-A3C7906362D8}"/>
    <dgm:cxn modelId="{80DD7397-9245-4F95-93D9-D5F5B2519C17}" type="presParOf" srcId="{5221C6F1-D26F-477A-A423-5D013FE3BA68}" destId="{6456E6D8-1DE8-4827-A056-1444AE95FA4C}" srcOrd="0" destOrd="0" presId="urn:microsoft.com/office/officeart/2005/8/layout/process2"/>
    <dgm:cxn modelId="{CBABCACB-8E42-4AC9-A415-00AB4C4CB681}" type="presParOf" srcId="{5221C6F1-D26F-477A-A423-5D013FE3BA68}" destId="{0800F9F3-D79A-4644-B610-1FD3A92EB2B8}" srcOrd="1" destOrd="0" presId="urn:microsoft.com/office/officeart/2005/8/layout/process2"/>
    <dgm:cxn modelId="{4A8F7782-199C-436C-BEC3-62DA1E70F59A}" type="presParOf" srcId="{0800F9F3-D79A-4644-B610-1FD3A92EB2B8}" destId="{52787E7F-6697-4224-A982-2B786D2E3130}" srcOrd="0" destOrd="0" presId="urn:microsoft.com/office/officeart/2005/8/layout/process2"/>
    <dgm:cxn modelId="{671C5E10-A26E-4A89-8975-2E1066FF231D}" type="presParOf" srcId="{5221C6F1-D26F-477A-A423-5D013FE3BA68}" destId="{4A72E4D3-214A-4902-886D-1F5A54527762}" srcOrd="2" destOrd="0" presId="urn:microsoft.com/office/officeart/2005/8/layout/process2"/>
    <dgm:cxn modelId="{2F36AB76-FB44-4AB3-B5E0-5D7F55BBF8C9}" type="presParOf" srcId="{5221C6F1-D26F-477A-A423-5D013FE3BA68}" destId="{EC25F7B6-B664-4EC0-B264-8DE87C0AD54B}" srcOrd="3" destOrd="0" presId="urn:microsoft.com/office/officeart/2005/8/layout/process2"/>
    <dgm:cxn modelId="{66DDCA05-5ECD-482D-AA86-8177D3C15CF1}" type="presParOf" srcId="{EC25F7B6-B664-4EC0-B264-8DE87C0AD54B}" destId="{38C3CA7D-02C6-4994-9FB1-019463BAE237}" srcOrd="0" destOrd="0" presId="urn:microsoft.com/office/officeart/2005/8/layout/process2"/>
    <dgm:cxn modelId="{2472F879-539F-48D9-97F7-C19EDDD57A23}" type="presParOf" srcId="{5221C6F1-D26F-477A-A423-5D013FE3BA68}" destId="{7C85662D-B03B-470D-B440-F2E86716EC39}" srcOrd="4" destOrd="0" presId="urn:microsoft.com/office/officeart/2005/8/layout/process2"/>
    <dgm:cxn modelId="{466350BD-8DD9-4A2C-8007-6485AB326F0D}" type="presParOf" srcId="{5221C6F1-D26F-477A-A423-5D013FE3BA68}" destId="{10F3B229-74F1-41D5-9E16-5DAC73F5E054}" srcOrd="5" destOrd="0" presId="urn:microsoft.com/office/officeart/2005/8/layout/process2"/>
    <dgm:cxn modelId="{7FA66586-D261-46E8-9EB2-D653A73760CC}" type="presParOf" srcId="{10F3B229-74F1-41D5-9E16-5DAC73F5E054}" destId="{3EB16A12-E1D8-428E-BA2D-E62E00F3FF56}" srcOrd="0" destOrd="0" presId="urn:microsoft.com/office/officeart/2005/8/layout/process2"/>
    <dgm:cxn modelId="{4D342D98-8C12-41EE-A2F6-5A26C43D0BCC}" type="presParOf" srcId="{5221C6F1-D26F-477A-A423-5D013FE3BA68}" destId="{45E5AE8B-1DC8-4A5C-9FC6-8DC48232984F}" srcOrd="6" destOrd="0" presId="urn:microsoft.com/office/officeart/2005/8/layout/process2"/>
    <dgm:cxn modelId="{6C1E481D-B009-41D8-A1EF-4D13510DC622}" type="presParOf" srcId="{5221C6F1-D26F-477A-A423-5D013FE3BA68}" destId="{92A45386-ACA4-417C-BB01-8FD1A947807D}" srcOrd="7" destOrd="0" presId="urn:microsoft.com/office/officeart/2005/8/layout/process2"/>
    <dgm:cxn modelId="{EBBB91BE-22D0-48DE-9823-273B5361A349}" type="presParOf" srcId="{92A45386-ACA4-417C-BB01-8FD1A947807D}" destId="{51A8B063-209D-4179-987E-14FAE67A73B6}" srcOrd="0" destOrd="0" presId="urn:microsoft.com/office/officeart/2005/8/layout/process2"/>
    <dgm:cxn modelId="{6D6544BD-1DD6-4874-AD1D-159B9D81E438}" type="presParOf" srcId="{5221C6F1-D26F-477A-A423-5D013FE3BA68}" destId="{433F05B2-02E6-4FE9-8CA9-2F07C8A30306}" srcOrd="8" destOrd="0" presId="urn:microsoft.com/office/officeart/2005/8/layout/process2"/>
    <dgm:cxn modelId="{E4F36D3B-C59F-4A5A-8E29-B77F6CC6A96A}" type="presParOf" srcId="{5221C6F1-D26F-477A-A423-5D013FE3BA68}" destId="{5AA9AC41-85B1-468E-985E-EF73FEB19ECF}" srcOrd="9" destOrd="0" presId="urn:microsoft.com/office/officeart/2005/8/layout/process2"/>
    <dgm:cxn modelId="{DACDA5F7-BE60-410A-9A96-9287F79EC015}" type="presParOf" srcId="{5AA9AC41-85B1-468E-985E-EF73FEB19ECF}" destId="{044359C8-2C1D-48FB-9CCE-C41663B0AB7F}" srcOrd="0" destOrd="0" presId="urn:microsoft.com/office/officeart/2005/8/layout/process2"/>
    <dgm:cxn modelId="{0AE88305-1FAD-4663-B324-8E57384A5B96}" type="presParOf" srcId="{5221C6F1-D26F-477A-A423-5D013FE3BA68}" destId="{B7BA68BC-F67C-40C0-9346-1FDF54CA7B1C}" srcOrd="10" destOrd="0" presId="urn:microsoft.com/office/officeart/2005/8/layout/process2"/>
    <dgm:cxn modelId="{FD2320D1-7CAD-4663-B0B0-4DEA773A100B}" type="presParOf" srcId="{5221C6F1-D26F-477A-A423-5D013FE3BA68}" destId="{BC2B95B9-12D2-432A-BD2E-65BEF7E0C5D6}" srcOrd="11" destOrd="0" presId="urn:microsoft.com/office/officeart/2005/8/layout/process2"/>
    <dgm:cxn modelId="{328C6F1B-3D8B-455B-B369-81B24651767F}" type="presParOf" srcId="{BC2B95B9-12D2-432A-BD2E-65BEF7E0C5D6}" destId="{84E5BD5C-9BC9-40E3-8DB0-9DA6863AD816}" srcOrd="0" destOrd="0" presId="urn:microsoft.com/office/officeart/2005/8/layout/process2"/>
    <dgm:cxn modelId="{80C0376F-5E27-47BD-A207-F5BFE666FE62}" type="presParOf" srcId="{5221C6F1-D26F-477A-A423-5D013FE3BA68}" destId="{41E65C7B-EA0E-4CCA-9120-79D25BD7D376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C7D6CE3-ADD0-41D6-8B8A-DCF0547746EB}" type="doc">
      <dgm:prSet loTypeId="urn:microsoft.com/office/officeart/2005/8/layout/hProcess9" loCatId="process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fr-FR"/>
        </a:p>
      </dgm:t>
    </dgm:pt>
    <dgm:pt modelId="{3B484D24-5074-41E6-9D8D-62A109DDCA8E}">
      <dgm:prSet/>
      <dgm:spPr/>
      <dgm:t>
        <a:bodyPr/>
        <a:lstStyle/>
        <a:p>
          <a:r>
            <a:rPr lang="en-US"/>
            <a:t>Today: build and describe </a:t>
          </a:r>
          <a:endParaRPr lang="fr-FR"/>
        </a:p>
      </dgm:t>
    </dgm:pt>
    <dgm:pt modelId="{A5D0D888-3B9D-4EA9-94DB-FBD97C4C26A3}" type="parTrans" cxnId="{62952E38-BE6E-4842-AA1F-4284F7530C96}">
      <dgm:prSet/>
      <dgm:spPr/>
      <dgm:t>
        <a:bodyPr/>
        <a:lstStyle/>
        <a:p>
          <a:endParaRPr lang="fr-FR"/>
        </a:p>
      </dgm:t>
    </dgm:pt>
    <dgm:pt modelId="{21613644-280E-4487-A469-667DD298F16A}" type="sibTrans" cxnId="{62952E38-BE6E-4842-AA1F-4284F7530C96}">
      <dgm:prSet/>
      <dgm:spPr/>
      <dgm:t>
        <a:bodyPr/>
        <a:lstStyle/>
        <a:p>
          <a:endParaRPr lang="fr-FR"/>
        </a:p>
      </dgm:t>
    </dgm:pt>
    <dgm:pt modelId="{D0D3328F-0EB1-4B07-9ED6-484BED8D36A2}">
      <dgm:prSet/>
      <dgm:spPr/>
      <dgm:t>
        <a:bodyPr/>
        <a:lstStyle/>
        <a:p>
          <a:r>
            <a:rPr lang="en-US"/>
            <a:t>Next: distance between sequences </a:t>
          </a:r>
          <a:endParaRPr lang="fr-FR"/>
        </a:p>
      </dgm:t>
    </dgm:pt>
    <dgm:pt modelId="{CE9B52F3-ED09-46CA-81FE-E063C1991383}" type="parTrans" cxnId="{75064C5B-E2ED-4DEB-B4E1-9959447CBC68}">
      <dgm:prSet/>
      <dgm:spPr/>
      <dgm:t>
        <a:bodyPr/>
        <a:lstStyle/>
        <a:p>
          <a:endParaRPr lang="fr-FR"/>
        </a:p>
      </dgm:t>
    </dgm:pt>
    <dgm:pt modelId="{67902C64-0E32-46AA-B552-3CF05FEDDBE3}" type="sibTrans" cxnId="{75064C5B-E2ED-4DEB-B4E1-9959447CBC68}">
      <dgm:prSet/>
      <dgm:spPr/>
      <dgm:t>
        <a:bodyPr/>
        <a:lstStyle/>
        <a:p>
          <a:endParaRPr lang="fr-FR"/>
        </a:p>
      </dgm:t>
    </dgm:pt>
    <dgm:pt modelId="{E8754F5B-C6B8-40E5-AEAD-57299A1C0054}">
      <dgm:prSet/>
      <dgm:spPr/>
      <dgm:t>
        <a:bodyPr/>
        <a:lstStyle/>
        <a:p>
          <a:r>
            <a:rPr lang="en-US"/>
            <a:t>Then: clustering </a:t>
          </a:r>
          <a:endParaRPr lang="fr-FR"/>
        </a:p>
      </dgm:t>
    </dgm:pt>
    <dgm:pt modelId="{7534B909-56C0-40F0-ACE9-ED46007B61FF}" type="parTrans" cxnId="{5ACC5DAC-AE10-4417-87E2-A76E6E336852}">
      <dgm:prSet/>
      <dgm:spPr/>
      <dgm:t>
        <a:bodyPr/>
        <a:lstStyle/>
        <a:p>
          <a:endParaRPr lang="fr-FR"/>
        </a:p>
      </dgm:t>
    </dgm:pt>
    <dgm:pt modelId="{F0C6A666-70E0-4297-A427-01A6F3A5C834}" type="sibTrans" cxnId="{5ACC5DAC-AE10-4417-87E2-A76E6E336852}">
      <dgm:prSet/>
      <dgm:spPr/>
      <dgm:t>
        <a:bodyPr/>
        <a:lstStyle/>
        <a:p>
          <a:endParaRPr lang="fr-FR"/>
        </a:p>
      </dgm:t>
    </dgm:pt>
    <dgm:pt modelId="{5B847AC4-A3D8-46AE-B32B-450D01E266FA}">
      <dgm:prSet/>
      <dgm:spPr/>
      <dgm:t>
        <a:bodyPr/>
        <a:lstStyle/>
        <a:p>
          <a:r>
            <a:rPr lang="en-US"/>
            <a:t>Final: interpretation and student projects</a:t>
          </a:r>
          <a:endParaRPr lang="fr-FR"/>
        </a:p>
      </dgm:t>
    </dgm:pt>
    <dgm:pt modelId="{6A8F46FB-1773-4F41-B773-5E8EB9D15833}" type="parTrans" cxnId="{4847C68F-7B75-4BCF-B875-C15D4C90438B}">
      <dgm:prSet/>
      <dgm:spPr/>
      <dgm:t>
        <a:bodyPr/>
        <a:lstStyle/>
        <a:p>
          <a:endParaRPr lang="fr-FR"/>
        </a:p>
      </dgm:t>
    </dgm:pt>
    <dgm:pt modelId="{BEED5D25-6425-471F-B2F2-314E4BA733D0}" type="sibTrans" cxnId="{4847C68F-7B75-4BCF-B875-C15D4C90438B}">
      <dgm:prSet/>
      <dgm:spPr/>
      <dgm:t>
        <a:bodyPr/>
        <a:lstStyle/>
        <a:p>
          <a:endParaRPr lang="fr-FR"/>
        </a:p>
      </dgm:t>
    </dgm:pt>
    <dgm:pt modelId="{8C3AE6E4-63C0-4981-B1F9-D7B2F53A8520}" type="pres">
      <dgm:prSet presAssocID="{3C7D6CE3-ADD0-41D6-8B8A-DCF0547746EB}" presName="CompostProcess" presStyleCnt="0">
        <dgm:presLayoutVars>
          <dgm:dir/>
          <dgm:resizeHandles val="exact"/>
        </dgm:presLayoutVars>
      </dgm:prSet>
      <dgm:spPr/>
    </dgm:pt>
    <dgm:pt modelId="{6E7AF97F-37C0-489E-B617-F8E511C7A876}" type="pres">
      <dgm:prSet presAssocID="{3C7D6CE3-ADD0-41D6-8B8A-DCF0547746EB}" presName="arrow" presStyleLbl="bgShp" presStyleIdx="0" presStyleCnt="1"/>
      <dgm:spPr/>
    </dgm:pt>
    <dgm:pt modelId="{1B9EC722-E7B7-4993-A3D0-F8E974B9D75A}" type="pres">
      <dgm:prSet presAssocID="{3C7D6CE3-ADD0-41D6-8B8A-DCF0547746EB}" presName="linearProcess" presStyleCnt="0"/>
      <dgm:spPr/>
    </dgm:pt>
    <dgm:pt modelId="{95AB6A0F-7EBE-41A2-840A-AC2B35B988EC}" type="pres">
      <dgm:prSet presAssocID="{3B484D24-5074-41E6-9D8D-62A109DDCA8E}" presName="textNode" presStyleLbl="node1" presStyleIdx="0" presStyleCnt="4">
        <dgm:presLayoutVars>
          <dgm:bulletEnabled val="1"/>
        </dgm:presLayoutVars>
      </dgm:prSet>
      <dgm:spPr/>
    </dgm:pt>
    <dgm:pt modelId="{8C0A4686-91BD-4A54-8A62-F77E79058B81}" type="pres">
      <dgm:prSet presAssocID="{21613644-280E-4487-A469-667DD298F16A}" presName="sibTrans" presStyleCnt="0"/>
      <dgm:spPr/>
    </dgm:pt>
    <dgm:pt modelId="{D0480226-CD00-4AB9-B7A5-E5785FA0121C}" type="pres">
      <dgm:prSet presAssocID="{D0D3328F-0EB1-4B07-9ED6-484BED8D36A2}" presName="textNode" presStyleLbl="node1" presStyleIdx="1" presStyleCnt="4">
        <dgm:presLayoutVars>
          <dgm:bulletEnabled val="1"/>
        </dgm:presLayoutVars>
      </dgm:prSet>
      <dgm:spPr/>
    </dgm:pt>
    <dgm:pt modelId="{010AFDBE-135C-44D3-B996-BA9767A87FC1}" type="pres">
      <dgm:prSet presAssocID="{67902C64-0E32-46AA-B552-3CF05FEDDBE3}" presName="sibTrans" presStyleCnt="0"/>
      <dgm:spPr/>
    </dgm:pt>
    <dgm:pt modelId="{142FF5EB-A4FC-4ACC-ACFE-C128C827DCD1}" type="pres">
      <dgm:prSet presAssocID="{E8754F5B-C6B8-40E5-AEAD-57299A1C0054}" presName="textNode" presStyleLbl="node1" presStyleIdx="2" presStyleCnt="4">
        <dgm:presLayoutVars>
          <dgm:bulletEnabled val="1"/>
        </dgm:presLayoutVars>
      </dgm:prSet>
      <dgm:spPr/>
    </dgm:pt>
    <dgm:pt modelId="{5521036D-0240-4881-A5D7-CA6F6FC8608E}" type="pres">
      <dgm:prSet presAssocID="{F0C6A666-70E0-4297-A427-01A6F3A5C834}" presName="sibTrans" presStyleCnt="0"/>
      <dgm:spPr/>
    </dgm:pt>
    <dgm:pt modelId="{F0C8D25A-E050-41D9-84A0-7DC9740D5957}" type="pres">
      <dgm:prSet presAssocID="{5B847AC4-A3D8-46AE-B32B-450D01E266FA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A88BBE1D-A475-4798-B560-4901E99EABE5}" type="presOf" srcId="{3B484D24-5074-41E6-9D8D-62A109DDCA8E}" destId="{95AB6A0F-7EBE-41A2-840A-AC2B35B988EC}" srcOrd="0" destOrd="0" presId="urn:microsoft.com/office/officeart/2005/8/layout/hProcess9"/>
    <dgm:cxn modelId="{62952E38-BE6E-4842-AA1F-4284F7530C96}" srcId="{3C7D6CE3-ADD0-41D6-8B8A-DCF0547746EB}" destId="{3B484D24-5074-41E6-9D8D-62A109DDCA8E}" srcOrd="0" destOrd="0" parTransId="{A5D0D888-3B9D-4EA9-94DB-FBD97C4C26A3}" sibTransId="{21613644-280E-4487-A469-667DD298F16A}"/>
    <dgm:cxn modelId="{75064C5B-E2ED-4DEB-B4E1-9959447CBC68}" srcId="{3C7D6CE3-ADD0-41D6-8B8A-DCF0547746EB}" destId="{D0D3328F-0EB1-4B07-9ED6-484BED8D36A2}" srcOrd="1" destOrd="0" parTransId="{CE9B52F3-ED09-46CA-81FE-E063C1991383}" sibTransId="{67902C64-0E32-46AA-B552-3CF05FEDDBE3}"/>
    <dgm:cxn modelId="{F0DE6178-3BB1-4DF6-B0B0-9470295FFC73}" type="presOf" srcId="{5B847AC4-A3D8-46AE-B32B-450D01E266FA}" destId="{F0C8D25A-E050-41D9-84A0-7DC9740D5957}" srcOrd="0" destOrd="0" presId="urn:microsoft.com/office/officeart/2005/8/layout/hProcess9"/>
    <dgm:cxn modelId="{4847C68F-7B75-4BCF-B875-C15D4C90438B}" srcId="{3C7D6CE3-ADD0-41D6-8B8A-DCF0547746EB}" destId="{5B847AC4-A3D8-46AE-B32B-450D01E266FA}" srcOrd="3" destOrd="0" parTransId="{6A8F46FB-1773-4F41-B773-5E8EB9D15833}" sibTransId="{BEED5D25-6425-471F-B2F2-314E4BA733D0}"/>
    <dgm:cxn modelId="{C9DAB19F-6F2E-4A33-B8FB-9E3CD9B6A04C}" type="presOf" srcId="{D0D3328F-0EB1-4B07-9ED6-484BED8D36A2}" destId="{D0480226-CD00-4AB9-B7A5-E5785FA0121C}" srcOrd="0" destOrd="0" presId="urn:microsoft.com/office/officeart/2005/8/layout/hProcess9"/>
    <dgm:cxn modelId="{CC1340AB-B819-4917-807C-8D228E06BCC0}" type="presOf" srcId="{3C7D6CE3-ADD0-41D6-8B8A-DCF0547746EB}" destId="{8C3AE6E4-63C0-4981-B1F9-D7B2F53A8520}" srcOrd="0" destOrd="0" presId="urn:microsoft.com/office/officeart/2005/8/layout/hProcess9"/>
    <dgm:cxn modelId="{5ACC5DAC-AE10-4417-87E2-A76E6E336852}" srcId="{3C7D6CE3-ADD0-41D6-8B8A-DCF0547746EB}" destId="{E8754F5B-C6B8-40E5-AEAD-57299A1C0054}" srcOrd="2" destOrd="0" parTransId="{7534B909-56C0-40F0-ACE9-ED46007B61FF}" sibTransId="{F0C6A666-70E0-4297-A427-01A6F3A5C834}"/>
    <dgm:cxn modelId="{805A10D6-8559-418F-94E4-396A6A980E63}" type="presOf" srcId="{E8754F5B-C6B8-40E5-AEAD-57299A1C0054}" destId="{142FF5EB-A4FC-4ACC-ACFE-C128C827DCD1}" srcOrd="0" destOrd="0" presId="urn:microsoft.com/office/officeart/2005/8/layout/hProcess9"/>
    <dgm:cxn modelId="{09D6DFA2-887A-429E-BEEE-2F1328CDE924}" type="presParOf" srcId="{8C3AE6E4-63C0-4981-B1F9-D7B2F53A8520}" destId="{6E7AF97F-37C0-489E-B617-F8E511C7A876}" srcOrd="0" destOrd="0" presId="urn:microsoft.com/office/officeart/2005/8/layout/hProcess9"/>
    <dgm:cxn modelId="{BD0F3B25-374D-4ECF-9AE2-B1CAEE70C627}" type="presParOf" srcId="{8C3AE6E4-63C0-4981-B1F9-D7B2F53A8520}" destId="{1B9EC722-E7B7-4993-A3D0-F8E974B9D75A}" srcOrd="1" destOrd="0" presId="urn:microsoft.com/office/officeart/2005/8/layout/hProcess9"/>
    <dgm:cxn modelId="{277F706C-16D3-4D96-A5E5-06FE531FFC4B}" type="presParOf" srcId="{1B9EC722-E7B7-4993-A3D0-F8E974B9D75A}" destId="{95AB6A0F-7EBE-41A2-840A-AC2B35B988EC}" srcOrd="0" destOrd="0" presId="urn:microsoft.com/office/officeart/2005/8/layout/hProcess9"/>
    <dgm:cxn modelId="{A3371B2F-D1C8-4045-ACD9-0D18684E721F}" type="presParOf" srcId="{1B9EC722-E7B7-4993-A3D0-F8E974B9D75A}" destId="{8C0A4686-91BD-4A54-8A62-F77E79058B81}" srcOrd="1" destOrd="0" presId="urn:microsoft.com/office/officeart/2005/8/layout/hProcess9"/>
    <dgm:cxn modelId="{80B41EA6-7F4F-4055-B819-644D93924139}" type="presParOf" srcId="{1B9EC722-E7B7-4993-A3D0-F8E974B9D75A}" destId="{D0480226-CD00-4AB9-B7A5-E5785FA0121C}" srcOrd="2" destOrd="0" presId="urn:microsoft.com/office/officeart/2005/8/layout/hProcess9"/>
    <dgm:cxn modelId="{1BAE5FA6-12A9-4B06-A496-2222EB59D518}" type="presParOf" srcId="{1B9EC722-E7B7-4993-A3D0-F8E974B9D75A}" destId="{010AFDBE-135C-44D3-B996-BA9767A87FC1}" srcOrd="3" destOrd="0" presId="urn:microsoft.com/office/officeart/2005/8/layout/hProcess9"/>
    <dgm:cxn modelId="{A0B960C1-345A-40F9-82D6-B9D52EF4F114}" type="presParOf" srcId="{1B9EC722-E7B7-4993-A3D0-F8E974B9D75A}" destId="{142FF5EB-A4FC-4ACC-ACFE-C128C827DCD1}" srcOrd="4" destOrd="0" presId="urn:microsoft.com/office/officeart/2005/8/layout/hProcess9"/>
    <dgm:cxn modelId="{D6EF1415-6090-489B-87CD-E9B0FC5FEBA8}" type="presParOf" srcId="{1B9EC722-E7B7-4993-A3D0-F8E974B9D75A}" destId="{5521036D-0240-4881-A5D7-CA6F6FC8608E}" srcOrd="5" destOrd="0" presId="urn:microsoft.com/office/officeart/2005/8/layout/hProcess9"/>
    <dgm:cxn modelId="{E533264D-6DE4-4C99-B35C-5642CC9BC55E}" type="presParOf" srcId="{1B9EC722-E7B7-4993-A3D0-F8E974B9D75A}" destId="{F0C8D25A-E050-41D9-84A0-7DC9740D5957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D5E47308-59F8-4B25-BF96-4AD2D4E3D3AB}" type="doc">
      <dgm:prSet loTypeId="urn:microsoft.com/office/officeart/2005/8/layout/hList1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fr-FR"/>
        </a:p>
      </dgm:t>
    </dgm:pt>
    <dgm:pt modelId="{F3431B0C-65ED-4344-AB23-EF40BE96703B}">
      <dgm:prSet/>
      <dgm:spPr/>
      <dgm:t>
        <a:bodyPr/>
        <a:lstStyle/>
        <a:p>
          <a:r>
            <a:rPr lang="fi-FI"/>
            <a:t>Phase A: guided analysis</a:t>
          </a:r>
          <a:endParaRPr lang="fr-FR"/>
        </a:p>
      </dgm:t>
    </dgm:pt>
    <dgm:pt modelId="{478EACAB-7092-4C4B-8005-1E980834D4F9}" type="parTrans" cxnId="{4F6D9A83-9003-424B-B5A2-6C94A3F7C4CA}">
      <dgm:prSet/>
      <dgm:spPr/>
      <dgm:t>
        <a:bodyPr/>
        <a:lstStyle/>
        <a:p>
          <a:endParaRPr lang="fr-FR"/>
        </a:p>
      </dgm:t>
    </dgm:pt>
    <dgm:pt modelId="{46BFB97A-A389-4A29-86EF-C99B0F7A01FE}" type="sibTrans" cxnId="{4F6D9A83-9003-424B-B5A2-6C94A3F7C4CA}">
      <dgm:prSet/>
      <dgm:spPr/>
      <dgm:t>
        <a:bodyPr/>
        <a:lstStyle/>
        <a:p>
          <a:endParaRPr lang="fr-FR"/>
        </a:p>
      </dgm:t>
    </dgm:pt>
    <dgm:pt modelId="{17975E0F-CA32-476A-B518-B429450BE9CF}">
      <dgm:prSet/>
      <dgm:spPr/>
      <dgm:t>
        <a:bodyPr/>
        <a:lstStyle/>
        <a:p>
          <a:r>
            <a:rPr lang="fi-FI" dirty="0" err="1"/>
            <a:t>Example</a:t>
          </a:r>
          <a:r>
            <a:rPr lang="fi-FI" dirty="0"/>
            <a:t>: </a:t>
          </a:r>
          <a:r>
            <a:rPr lang="fi-FI" dirty="0" err="1"/>
            <a:t>employment</a:t>
          </a:r>
          <a:r>
            <a:rPr lang="fi-FI" dirty="0"/>
            <a:t> </a:t>
          </a:r>
          <a:r>
            <a:rPr lang="fi-FI" dirty="0" err="1"/>
            <a:t>sequences</a:t>
          </a:r>
          <a:endParaRPr lang="fr-FR" dirty="0"/>
        </a:p>
      </dgm:t>
    </dgm:pt>
    <dgm:pt modelId="{C5252EAF-BD1A-4363-92D9-B4092F1FF602}" type="parTrans" cxnId="{206589A4-43C4-4ABC-B8F0-F408EEE76482}">
      <dgm:prSet/>
      <dgm:spPr/>
      <dgm:t>
        <a:bodyPr/>
        <a:lstStyle/>
        <a:p>
          <a:endParaRPr lang="fr-FR"/>
        </a:p>
      </dgm:t>
    </dgm:pt>
    <dgm:pt modelId="{1F66C13D-BBB4-4A83-9436-FDA9A745FBD1}" type="sibTrans" cxnId="{206589A4-43C4-4ABC-B8F0-F408EEE76482}">
      <dgm:prSet/>
      <dgm:spPr/>
      <dgm:t>
        <a:bodyPr/>
        <a:lstStyle/>
        <a:p>
          <a:endParaRPr lang="fr-FR"/>
        </a:p>
      </dgm:t>
    </dgm:pt>
    <dgm:pt modelId="{99C3D328-6301-4413-B487-8701D689C0CC}">
      <dgm:prSet/>
      <dgm:spPr/>
      <dgm:t>
        <a:bodyPr/>
        <a:lstStyle/>
        <a:p>
          <a:r>
            <a:rPr lang="fi-FI" dirty="0" err="1"/>
            <a:t>We</a:t>
          </a:r>
          <a:r>
            <a:rPr lang="fi-FI" dirty="0"/>
            <a:t> </a:t>
          </a:r>
          <a:r>
            <a:rPr lang="fi-FI" dirty="0" err="1"/>
            <a:t>run</a:t>
          </a:r>
          <a:r>
            <a:rPr lang="fi-FI" dirty="0"/>
            <a:t> </a:t>
          </a:r>
          <a:r>
            <a:rPr lang="fi-FI" dirty="0" err="1"/>
            <a:t>the</a:t>
          </a:r>
          <a:r>
            <a:rPr lang="fi-FI" dirty="0"/>
            <a:t> </a:t>
          </a:r>
          <a:r>
            <a:rPr lang="fi-FI" dirty="0" err="1"/>
            <a:t>code</a:t>
          </a:r>
          <a:r>
            <a:rPr lang="fi-FI" dirty="0"/>
            <a:t> </a:t>
          </a:r>
          <a:r>
            <a:rPr lang="fi-FI" dirty="0" err="1"/>
            <a:t>together</a:t>
          </a:r>
          <a:r>
            <a:rPr lang="fi-FI" dirty="0"/>
            <a:t>, </a:t>
          </a:r>
          <a:r>
            <a:rPr lang="fi-FI" dirty="0" err="1"/>
            <a:t>we</a:t>
          </a:r>
          <a:r>
            <a:rPr lang="fi-FI" dirty="0"/>
            <a:t> </a:t>
          </a:r>
          <a:r>
            <a:rPr lang="fi-FI" dirty="0" err="1"/>
            <a:t>check</a:t>
          </a:r>
          <a:r>
            <a:rPr lang="fi-FI" dirty="0"/>
            <a:t> </a:t>
          </a:r>
          <a:r>
            <a:rPr lang="fi-FI" dirty="0" err="1"/>
            <a:t>the</a:t>
          </a:r>
          <a:r>
            <a:rPr lang="fi-FI" dirty="0"/>
            <a:t> </a:t>
          </a:r>
          <a:r>
            <a:rPr lang="fi-FI" dirty="0" err="1"/>
            <a:t>outputs</a:t>
          </a:r>
          <a:r>
            <a:rPr lang="fi-FI" dirty="0"/>
            <a:t> and </a:t>
          </a:r>
          <a:r>
            <a:rPr lang="fi-FI" dirty="0" err="1"/>
            <a:t>discuss</a:t>
          </a:r>
          <a:r>
            <a:rPr lang="fi-FI" dirty="0"/>
            <a:t> </a:t>
          </a:r>
          <a:r>
            <a:rPr lang="fi-FI" dirty="0" err="1"/>
            <a:t>interpretation</a:t>
          </a:r>
          <a:r>
            <a:rPr lang="fi-FI" dirty="0"/>
            <a:t> and </a:t>
          </a:r>
          <a:r>
            <a:rPr lang="fi-FI" dirty="0" err="1"/>
            <a:t>meaning</a:t>
          </a:r>
          <a:r>
            <a:rPr lang="fi-FI" dirty="0"/>
            <a:t> of </a:t>
          </a:r>
          <a:r>
            <a:rPr lang="fi-FI" dirty="0" err="1"/>
            <a:t>the</a:t>
          </a:r>
          <a:r>
            <a:rPr lang="fi-FI" dirty="0"/>
            <a:t> </a:t>
          </a:r>
          <a:r>
            <a:rPr lang="fi-FI" dirty="0" err="1"/>
            <a:t>analysis</a:t>
          </a:r>
          <a:endParaRPr lang="fr-FR" dirty="0"/>
        </a:p>
      </dgm:t>
    </dgm:pt>
    <dgm:pt modelId="{9FBFF466-EBF7-40E3-B108-530DDB28CC3F}" type="parTrans" cxnId="{62009382-7DA2-4ED4-9676-97A531828C63}">
      <dgm:prSet/>
      <dgm:spPr/>
      <dgm:t>
        <a:bodyPr/>
        <a:lstStyle/>
        <a:p>
          <a:endParaRPr lang="fr-FR"/>
        </a:p>
      </dgm:t>
    </dgm:pt>
    <dgm:pt modelId="{DA684650-2C15-44BE-91CC-A3F67B6A9FE6}" type="sibTrans" cxnId="{62009382-7DA2-4ED4-9676-97A531828C63}">
      <dgm:prSet/>
      <dgm:spPr/>
      <dgm:t>
        <a:bodyPr/>
        <a:lstStyle/>
        <a:p>
          <a:endParaRPr lang="fr-FR"/>
        </a:p>
      </dgm:t>
    </dgm:pt>
    <dgm:pt modelId="{63205015-E709-464F-A3C2-E3DF66EB77C8}">
      <dgm:prSet/>
      <dgm:spPr/>
      <dgm:t>
        <a:bodyPr/>
        <a:lstStyle/>
        <a:p>
          <a:r>
            <a:rPr lang="fi-FI"/>
            <a:t>Phase B: your turn</a:t>
          </a:r>
          <a:endParaRPr lang="fr-FR"/>
        </a:p>
      </dgm:t>
    </dgm:pt>
    <dgm:pt modelId="{68F0ACDC-8A19-48B8-8F51-C3C93CCE5CE7}" type="parTrans" cxnId="{3EA7ECB2-B7B4-4B6E-8A42-8F9583C2CA3B}">
      <dgm:prSet/>
      <dgm:spPr/>
      <dgm:t>
        <a:bodyPr/>
        <a:lstStyle/>
        <a:p>
          <a:endParaRPr lang="fr-FR"/>
        </a:p>
      </dgm:t>
    </dgm:pt>
    <dgm:pt modelId="{9E0D0CB2-EC86-4537-A81E-D5A45D0926F6}" type="sibTrans" cxnId="{3EA7ECB2-B7B4-4B6E-8A42-8F9583C2CA3B}">
      <dgm:prSet/>
      <dgm:spPr/>
      <dgm:t>
        <a:bodyPr/>
        <a:lstStyle/>
        <a:p>
          <a:endParaRPr lang="fr-FR"/>
        </a:p>
      </dgm:t>
    </dgm:pt>
    <dgm:pt modelId="{71D5F027-1B51-45DB-B6B8-98A86380C778}">
      <dgm:prSet/>
      <dgm:spPr/>
      <dgm:t>
        <a:bodyPr/>
        <a:lstStyle/>
        <a:p>
          <a:r>
            <a:rPr lang="fi-FI"/>
            <a:t>You do exactly the sam estep for your own research question</a:t>
          </a:r>
          <a:endParaRPr lang="fr-FR"/>
        </a:p>
      </dgm:t>
    </dgm:pt>
    <dgm:pt modelId="{051F8074-E23E-48BB-8F07-FFA07AACBC14}" type="parTrans" cxnId="{76956237-549F-4F91-858D-D06AC50E778D}">
      <dgm:prSet/>
      <dgm:spPr/>
      <dgm:t>
        <a:bodyPr/>
        <a:lstStyle/>
        <a:p>
          <a:endParaRPr lang="fr-FR"/>
        </a:p>
      </dgm:t>
    </dgm:pt>
    <dgm:pt modelId="{F1D006A6-9749-4309-948E-6F1A46D6022B}" type="sibTrans" cxnId="{76956237-549F-4F91-858D-D06AC50E778D}">
      <dgm:prSet/>
      <dgm:spPr/>
      <dgm:t>
        <a:bodyPr/>
        <a:lstStyle/>
        <a:p>
          <a:endParaRPr lang="fr-FR"/>
        </a:p>
      </dgm:t>
    </dgm:pt>
    <dgm:pt modelId="{FFFAA97C-146A-448A-8076-810E0611DD09}">
      <dgm:prSet/>
      <dgm:spPr/>
      <dgm:t>
        <a:bodyPr/>
        <a:lstStyle/>
        <a:p>
          <a:r>
            <a:rPr lang="fi-FI"/>
            <a:t>You may change: </a:t>
          </a:r>
          <a:endParaRPr lang="fr-FR"/>
        </a:p>
      </dgm:t>
    </dgm:pt>
    <dgm:pt modelId="{EBB6A945-309F-439F-8824-23DFEB2CC987}" type="parTrans" cxnId="{0D4E4663-F561-490F-BAAE-B38EF81F7641}">
      <dgm:prSet/>
      <dgm:spPr/>
      <dgm:t>
        <a:bodyPr/>
        <a:lstStyle/>
        <a:p>
          <a:endParaRPr lang="fr-FR"/>
        </a:p>
      </dgm:t>
    </dgm:pt>
    <dgm:pt modelId="{C5EA512B-A314-48A8-B215-5CF90D702840}" type="sibTrans" cxnId="{0D4E4663-F561-490F-BAAE-B38EF81F7641}">
      <dgm:prSet/>
      <dgm:spPr/>
      <dgm:t>
        <a:bodyPr/>
        <a:lstStyle/>
        <a:p>
          <a:endParaRPr lang="fr-FR"/>
        </a:p>
      </dgm:t>
    </dgm:pt>
    <dgm:pt modelId="{118EA612-1AF2-404B-875A-F29D890384CE}">
      <dgm:prSet/>
      <dgm:spPr/>
      <dgm:t>
        <a:bodyPr/>
        <a:lstStyle/>
        <a:p>
          <a:r>
            <a:rPr lang="fr-FR"/>
            <a:t>Sequence domain</a:t>
          </a:r>
        </a:p>
      </dgm:t>
    </dgm:pt>
    <dgm:pt modelId="{73A04CA8-8C34-4DA4-ACCA-93DECB306A4D}" type="parTrans" cxnId="{008AE9F5-64ED-4EC2-BD49-F691FCB6F784}">
      <dgm:prSet/>
      <dgm:spPr/>
      <dgm:t>
        <a:bodyPr/>
        <a:lstStyle/>
        <a:p>
          <a:endParaRPr lang="fr-FR"/>
        </a:p>
      </dgm:t>
    </dgm:pt>
    <dgm:pt modelId="{DFAF6133-0A8A-4C01-94DF-E2DC30F1F5D3}" type="sibTrans" cxnId="{008AE9F5-64ED-4EC2-BD49-F691FCB6F784}">
      <dgm:prSet/>
      <dgm:spPr/>
      <dgm:t>
        <a:bodyPr/>
        <a:lstStyle/>
        <a:p>
          <a:endParaRPr lang="fr-FR"/>
        </a:p>
      </dgm:t>
    </dgm:pt>
    <dgm:pt modelId="{45A19071-F9DE-477B-B9B4-028D1B2982C2}">
      <dgm:prSet/>
      <dgm:spPr/>
      <dgm:t>
        <a:bodyPr/>
        <a:lstStyle/>
        <a:p>
          <a:r>
            <a:rPr lang="fr-FR"/>
            <a:t>Subgroup comparison</a:t>
          </a:r>
        </a:p>
      </dgm:t>
    </dgm:pt>
    <dgm:pt modelId="{75CD0F04-9A23-4937-B2B0-96E73EAF98DA}" type="parTrans" cxnId="{28DD22E7-8407-44D1-979B-B5B3852F8297}">
      <dgm:prSet/>
      <dgm:spPr/>
      <dgm:t>
        <a:bodyPr/>
        <a:lstStyle/>
        <a:p>
          <a:endParaRPr lang="fr-FR"/>
        </a:p>
      </dgm:t>
    </dgm:pt>
    <dgm:pt modelId="{55E526D2-7614-4F86-BBC5-A237F712386A}" type="sibTrans" cxnId="{28DD22E7-8407-44D1-979B-B5B3852F8297}">
      <dgm:prSet/>
      <dgm:spPr/>
      <dgm:t>
        <a:bodyPr/>
        <a:lstStyle/>
        <a:p>
          <a:endParaRPr lang="fr-FR"/>
        </a:p>
      </dgm:t>
    </dgm:pt>
    <dgm:pt modelId="{07DE3B39-C86B-4949-9E86-2C6F022CDFE4}">
      <dgm:prSet/>
      <dgm:spPr/>
      <dgm:t>
        <a:bodyPr/>
        <a:lstStyle/>
        <a:p>
          <a:r>
            <a:rPr lang="fr-FR"/>
            <a:t>Distance settings</a:t>
          </a:r>
        </a:p>
      </dgm:t>
    </dgm:pt>
    <dgm:pt modelId="{BEBD5CBF-F3AC-482C-B46A-69E8FFC5ECA3}" type="parTrans" cxnId="{69C136B0-246C-4D05-8979-EFDAC563CB05}">
      <dgm:prSet/>
      <dgm:spPr/>
      <dgm:t>
        <a:bodyPr/>
        <a:lstStyle/>
        <a:p>
          <a:endParaRPr lang="fr-FR"/>
        </a:p>
      </dgm:t>
    </dgm:pt>
    <dgm:pt modelId="{186D6C47-D9E2-4FE9-B7A0-5483D59660E3}" type="sibTrans" cxnId="{69C136B0-246C-4D05-8979-EFDAC563CB05}">
      <dgm:prSet/>
      <dgm:spPr/>
      <dgm:t>
        <a:bodyPr/>
        <a:lstStyle/>
        <a:p>
          <a:endParaRPr lang="fr-FR"/>
        </a:p>
      </dgm:t>
    </dgm:pt>
    <dgm:pt modelId="{80674893-9E01-44ED-9590-AA9FD0AEE696}">
      <dgm:prSet/>
      <dgm:spPr/>
      <dgm:t>
        <a:bodyPr/>
        <a:lstStyle/>
        <a:p>
          <a:r>
            <a:rPr lang="fr-FR"/>
            <a:t>Cluster solution</a:t>
          </a:r>
        </a:p>
      </dgm:t>
    </dgm:pt>
    <dgm:pt modelId="{79DA48D7-EEB4-41D6-B9B4-9F4CE2E620CE}" type="parTrans" cxnId="{32BC14BB-A6B3-4AF5-857A-1BB878A238C8}">
      <dgm:prSet/>
      <dgm:spPr/>
      <dgm:t>
        <a:bodyPr/>
        <a:lstStyle/>
        <a:p>
          <a:endParaRPr lang="fr-FR"/>
        </a:p>
      </dgm:t>
    </dgm:pt>
    <dgm:pt modelId="{5C34CB6A-B487-4D88-BACC-3918D13E1BDD}" type="sibTrans" cxnId="{32BC14BB-A6B3-4AF5-857A-1BB878A238C8}">
      <dgm:prSet/>
      <dgm:spPr/>
      <dgm:t>
        <a:bodyPr/>
        <a:lstStyle/>
        <a:p>
          <a:endParaRPr lang="fr-FR"/>
        </a:p>
      </dgm:t>
    </dgm:pt>
    <dgm:pt modelId="{21E1850C-6D98-4C94-BDB4-FE7049FDF26B}">
      <dgm:prSet/>
      <dgm:spPr/>
      <dgm:t>
        <a:bodyPr/>
        <a:lstStyle/>
        <a:p>
          <a:r>
            <a:rPr lang="fr-FR"/>
            <a:t>Later outcome.</a:t>
          </a:r>
        </a:p>
      </dgm:t>
    </dgm:pt>
    <dgm:pt modelId="{3AA65971-B2BE-442B-8B3A-D37B31EA4E7C}" type="parTrans" cxnId="{4194F3F4-D0FF-4805-826B-DAB8C9384BF3}">
      <dgm:prSet/>
      <dgm:spPr/>
      <dgm:t>
        <a:bodyPr/>
        <a:lstStyle/>
        <a:p>
          <a:endParaRPr lang="fr-FR"/>
        </a:p>
      </dgm:t>
    </dgm:pt>
    <dgm:pt modelId="{5BAF9327-5DBC-41FE-BBEF-CB0D303898BD}" type="sibTrans" cxnId="{4194F3F4-D0FF-4805-826B-DAB8C9384BF3}">
      <dgm:prSet/>
      <dgm:spPr/>
      <dgm:t>
        <a:bodyPr/>
        <a:lstStyle/>
        <a:p>
          <a:endParaRPr lang="fr-FR"/>
        </a:p>
      </dgm:t>
    </dgm:pt>
    <dgm:pt modelId="{F47BCB10-6181-4056-BC29-4D5B0515BED7}">
      <dgm:prSet/>
      <dgm:spPr/>
      <dgm:t>
        <a:bodyPr/>
        <a:lstStyle/>
        <a:p>
          <a:r>
            <a:rPr lang="fr-FR"/>
            <a:t>What you can do:</a:t>
          </a:r>
        </a:p>
      </dgm:t>
    </dgm:pt>
    <dgm:pt modelId="{74C055B3-70C0-493B-9ECD-554945821680}" type="parTrans" cxnId="{36176785-45D8-4724-9FB9-90E9A19011E4}">
      <dgm:prSet/>
      <dgm:spPr/>
      <dgm:t>
        <a:bodyPr/>
        <a:lstStyle/>
        <a:p>
          <a:endParaRPr lang="fr-FR"/>
        </a:p>
      </dgm:t>
    </dgm:pt>
    <dgm:pt modelId="{91691228-328C-4213-AD7F-A759D6BC78E6}" type="sibTrans" cxnId="{36176785-45D8-4724-9FB9-90E9A19011E4}">
      <dgm:prSet/>
      <dgm:spPr/>
      <dgm:t>
        <a:bodyPr/>
        <a:lstStyle/>
        <a:p>
          <a:endParaRPr lang="fr-FR"/>
        </a:p>
      </dgm:t>
    </dgm:pt>
    <dgm:pt modelId="{D84AC6C8-A0D3-4F86-AEDF-8B7E21EE9969}">
      <dgm:prSet/>
      <dgm:spPr/>
      <dgm:t>
        <a:bodyPr/>
        <a:lstStyle/>
        <a:p>
          <a:r>
            <a:rPr lang="fr-FR"/>
            <a:t>Run the guided example first </a:t>
          </a:r>
        </a:p>
      </dgm:t>
    </dgm:pt>
    <dgm:pt modelId="{81DDB9DE-83C4-43DE-98D6-E9E372D64395}" type="parTrans" cxnId="{9F6BB57B-9B49-4869-9BCD-F4AED0C7A790}">
      <dgm:prSet/>
      <dgm:spPr/>
      <dgm:t>
        <a:bodyPr/>
        <a:lstStyle/>
        <a:p>
          <a:endParaRPr lang="fr-FR"/>
        </a:p>
      </dgm:t>
    </dgm:pt>
    <dgm:pt modelId="{B7D823DA-2772-4EAD-AE96-6CE798547A6C}" type="sibTrans" cxnId="{9F6BB57B-9B49-4869-9BCD-F4AED0C7A790}">
      <dgm:prSet/>
      <dgm:spPr/>
      <dgm:t>
        <a:bodyPr/>
        <a:lstStyle/>
        <a:p>
          <a:endParaRPr lang="fr-FR"/>
        </a:p>
      </dgm:t>
    </dgm:pt>
    <dgm:pt modelId="{43E30663-5D96-41B0-A670-50C5A4229A40}">
      <dgm:prSet/>
      <dgm:spPr/>
      <dgm:t>
        <a:bodyPr/>
        <a:lstStyle/>
        <a:p>
          <a:r>
            <a:rPr lang="fr-FR"/>
            <a:t>Ask conceptual questions, not only coding questions </a:t>
          </a:r>
        </a:p>
      </dgm:t>
    </dgm:pt>
    <dgm:pt modelId="{046E322F-1E4F-4800-8688-5D0742C54ABB}" type="parTrans" cxnId="{854A4A48-04E4-4F1C-B595-CF980F62BDFE}">
      <dgm:prSet/>
      <dgm:spPr/>
      <dgm:t>
        <a:bodyPr/>
        <a:lstStyle/>
        <a:p>
          <a:endParaRPr lang="fr-FR"/>
        </a:p>
      </dgm:t>
    </dgm:pt>
    <dgm:pt modelId="{56F65C81-8836-4D9E-A1A9-7FB962B8554E}" type="sibTrans" cxnId="{854A4A48-04E4-4F1C-B595-CF980F62BDFE}">
      <dgm:prSet/>
      <dgm:spPr/>
      <dgm:t>
        <a:bodyPr/>
        <a:lstStyle/>
        <a:p>
          <a:endParaRPr lang="fr-FR"/>
        </a:p>
      </dgm:t>
    </dgm:pt>
    <dgm:pt modelId="{6C505F93-2500-44BE-80EE-5628F540A16D}">
      <dgm:prSet/>
      <dgm:spPr/>
      <dgm:t>
        <a:bodyPr/>
        <a:lstStyle/>
        <a:p>
          <a:r>
            <a:rPr lang="fr-FR"/>
            <a:t>Then adapt the code to your own mini-project </a:t>
          </a:r>
        </a:p>
      </dgm:t>
    </dgm:pt>
    <dgm:pt modelId="{8DCB8A0D-F92B-4EB5-8F21-981D56B48046}" type="parTrans" cxnId="{09C657BB-CE7A-454F-9EBE-EA8367F55372}">
      <dgm:prSet/>
      <dgm:spPr/>
      <dgm:t>
        <a:bodyPr/>
        <a:lstStyle/>
        <a:p>
          <a:endParaRPr lang="fr-FR"/>
        </a:p>
      </dgm:t>
    </dgm:pt>
    <dgm:pt modelId="{6D0A1872-C9B5-4F65-822C-CC15D999FF26}" type="sibTrans" cxnId="{09C657BB-CE7A-454F-9EBE-EA8367F55372}">
      <dgm:prSet/>
      <dgm:spPr/>
      <dgm:t>
        <a:bodyPr/>
        <a:lstStyle/>
        <a:p>
          <a:endParaRPr lang="fr-FR"/>
        </a:p>
      </dgm:t>
    </dgm:pt>
    <dgm:pt modelId="{0513F337-C6F8-4437-88DB-0D822B5974A5}">
      <dgm:prSet/>
      <dgm:spPr/>
      <dgm:t>
        <a:bodyPr/>
        <a:lstStyle/>
        <a:p>
          <a:r>
            <a:rPr lang="fr-FR"/>
            <a:t>Keep notes in your passport/checklist </a:t>
          </a:r>
        </a:p>
      </dgm:t>
    </dgm:pt>
    <dgm:pt modelId="{17EFDDA0-E475-4FFD-8D49-9FA80A03DFE2}" type="parTrans" cxnId="{A063466A-F4FD-4A6C-A0FA-8C6C72ED52F6}">
      <dgm:prSet/>
      <dgm:spPr/>
      <dgm:t>
        <a:bodyPr/>
        <a:lstStyle/>
        <a:p>
          <a:endParaRPr lang="fr-FR"/>
        </a:p>
      </dgm:t>
    </dgm:pt>
    <dgm:pt modelId="{B8E1CBB5-0865-48F5-8BDA-B1FDACBFBE78}" type="sibTrans" cxnId="{A063466A-F4FD-4A6C-A0FA-8C6C72ED52F6}">
      <dgm:prSet/>
      <dgm:spPr/>
      <dgm:t>
        <a:bodyPr/>
        <a:lstStyle/>
        <a:p>
          <a:endParaRPr lang="fr-FR"/>
        </a:p>
      </dgm:t>
    </dgm:pt>
    <dgm:pt modelId="{1FD3FEC1-EC23-49E3-908A-6607A9B6F9CD}">
      <dgm:prSet/>
      <dgm:spPr/>
      <dgm:t>
        <a:bodyPr/>
        <a:lstStyle/>
        <a:p>
          <a:r>
            <a:rPr lang="fr-FR"/>
            <a:t>Save your script every session</a:t>
          </a:r>
        </a:p>
      </dgm:t>
    </dgm:pt>
    <dgm:pt modelId="{D258ED00-CD94-4817-BDD8-961DFA140551}" type="parTrans" cxnId="{28D0FD3C-10FA-4471-9AFB-4BFCE173B395}">
      <dgm:prSet/>
      <dgm:spPr/>
      <dgm:t>
        <a:bodyPr/>
        <a:lstStyle/>
        <a:p>
          <a:endParaRPr lang="fr-FR"/>
        </a:p>
      </dgm:t>
    </dgm:pt>
    <dgm:pt modelId="{8452B358-378E-4F1D-904E-D33579CBF855}" type="sibTrans" cxnId="{28D0FD3C-10FA-4471-9AFB-4BFCE173B395}">
      <dgm:prSet/>
      <dgm:spPr/>
      <dgm:t>
        <a:bodyPr/>
        <a:lstStyle/>
        <a:p>
          <a:endParaRPr lang="fr-FR"/>
        </a:p>
      </dgm:t>
    </dgm:pt>
    <dgm:pt modelId="{2097ACC0-09B9-4783-901C-0521228CCFC3}">
      <dgm:prSet/>
      <dgm:spPr/>
      <dgm:t>
        <a:bodyPr/>
        <a:lstStyle/>
        <a:p>
          <a:r>
            <a:rPr lang="fi-FI" dirty="0" err="1"/>
            <a:t>Script</a:t>
          </a:r>
          <a:r>
            <a:rPr lang="fi-FI" dirty="0"/>
            <a:t> + </a:t>
          </a:r>
          <a:r>
            <a:rPr lang="fi-FI" dirty="0" err="1"/>
            <a:t>sheet</a:t>
          </a:r>
          <a:endParaRPr lang="fr-FR" dirty="0"/>
        </a:p>
      </dgm:t>
    </dgm:pt>
    <dgm:pt modelId="{3E803C13-A678-4155-97EA-A8D3406074A6}" type="parTrans" cxnId="{3D965258-AFFD-4131-8379-F3FDC0EB0424}">
      <dgm:prSet/>
      <dgm:spPr/>
    </dgm:pt>
    <dgm:pt modelId="{9A86FB82-0C3F-489D-83FA-4175CE6F57CD}" type="sibTrans" cxnId="{3D965258-AFFD-4131-8379-F3FDC0EB0424}">
      <dgm:prSet/>
      <dgm:spPr/>
    </dgm:pt>
    <dgm:pt modelId="{241883D3-47A2-402D-B9BC-983F0D02E308}" type="pres">
      <dgm:prSet presAssocID="{D5E47308-59F8-4B25-BF96-4AD2D4E3D3AB}" presName="Name0" presStyleCnt="0">
        <dgm:presLayoutVars>
          <dgm:dir/>
          <dgm:animLvl val="lvl"/>
          <dgm:resizeHandles val="exact"/>
        </dgm:presLayoutVars>
      </dgm:prSet>
      <dgm:spPr/>
    </dgm:pt>
    <dgm:pt modelId="{3D7A8344-003F-4933-ADE1-5E02128B14F6}" type="pres">
      <dgm:prSet presAssocID="{F3431B0C-65ED-4344-AB23-EF40BE96703B}" presName="composite" presStyleCnt="0"/>
      <dgm:spPr/>
    </dgm:pt>
    <dgm:pt modelId="{A886A2EC-34F2-4DDB-9430-B3F74BB53124}" type="pres">
      <dgm:prSet presAssocID="{F3431B0C-65ED-4344-AB23-EF40BE96703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0741480-EA2A-4268-B6EE-AF3F84E8A76F}" type="pres">
      <dgm:prSet presAssocID="{F3431B0C-65ED-4344-AB23-EF40BE96703B}" presName="desTx" presStyleLbl="alignAccFollowNode1" presStyleIdx="0" presStyleCnt="3">
        <dgm:presLayoutVars>
          <dgm:bulletEnabled val="1"/>
        </dgm:presLayoutVars>
      </dgm:prSet>
      <dgm:spPr/>
    </dgm:pt>
    <dgm:pt modelId="{489707FA-9EE9-42B1-AD78-3D9FCAEB37AC}" type="pres">
      <dgm:prSet presAssocID="{46BFB97A-A389-4A29-86EF-C99B0F7A01FE}" presName="space" presStyleCnt="0"/>
      <dgm:spPr/>
    </dgm:pt>
    <dgm:pt modelId="{9E55172A-CD53-4F09-B239-C5960BB8595E}" type="pres">
      <dgm:prSet presAssocID="{63205015-E709-464F-A3C2-E3DF66EB77C8}" presName="composite" presStyleCnt="0"/>
      <dgm:spPr/>
    </dgm:pt>
    <dgm:pt modelId="{FBA7FB5E-74B3-4F1F-9D1C-5BD42B86274C}" type="pres">
      <dgm:prSet presAssocID="{63205015-E709-464F-A3C2-E3DF66EB77C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F4B401C-FACE-4F55-86FD-87C571989DBA}" type="pres">
      <dgm:prSet presAssocID="{63205015-E709-464F-A3C2-E3DF66EB77C8}" presName="desTx" presStyleLbl="alignAccFollowNode1" presStyleIdx="1" presStyleCnt="3">
        <dgm:presLayoutVars>
          <dgm:bulletEnabled val="1"/>
        </dgm:presLayoutVars>
      </dgm:prSet>
      <dgm:spPr/>
    </dgm:pt>
    <dgm:pt modelId="{8F07F0B0-B2B8-451C-AE27-404CD10B427C}" type="pres">
      <dgm:prSet presAssocID="{9E0D0CB2-EC86-4537-A81E-D5A45D0926F6}" presName="space" presStyleCnt="0"/>
      <dgm:spPr/>
    </dgm:pt>
    <dgm:pt modelId="{D3253B7F-4700-4F69-BF88-40A2FC5C4841}" type="pres">
      <dgm:prSet presAssocID="{F47BCB10-6181-4056-BC29-4D5B0515BED7}" presName="composite" presStyleCnt="0"/>
      <dgm:spPr/>
    </dgm:pt>
    <dgm:pt modelId="{5D6743ED-D986-4E15-8F15-63586EE0090D}" type="pres">
      <dgm:prSet presAssocID="{F47BCB10-6181-4056-BC29-4D5B0515BED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3C30B56-4ADF-42CA-A1B6-488176C86C13}" type="pres">
      <dgm:prSet presAssocID="{F47BCB10-6181-4056-BC29-4D5B0515BED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1B2750D-1541-4CDC-95E2-CFA7772378A2}" type="presOf" srcId="{FFFAA97C-146A-448A-8076-810E0611DD09}" destId="{1F4B401C-FACE-4F55-86FD-87C571989DBA}" srcOrd="0" destOrd="1" presId="urn:microsoft.com/office/officeart/2005/8/layout/hList1"/>
    <dgm:cxn modelId="{58D23B12-4CA7-4FCD-B52D-A3341EABE6C3}" type="presOf" srcId="{63205015-E709-464F-A3C2-E3DF66EB77C8}" destId="{FBA7FB5E-74B3-4F1F-9D1C-5BD42B86274C}" srcOrd="0" destOrd="0" presId="urn:microsoft.com/office/officeart/2005/8/layout/hList1"/>
    <dgm:cxn modelId="{9F12F81D-2B57-4936-B64A-A59BF2BC294F}" type="presOf" srcId="{21E1850C-6D98-4C94-BDB4-FE7049FDF26B}" destId="{1F4B401C-FACE-4F55-86FD-87C571989DBA}" srcOrd="0" destOrd="6" presId="urn:microsoft.com/office/officeart/2005/8/layout/hList1"/>
    <dgm:cxn modelId="{F93D0F2E-5379-4A92-885E-20CCCA103EDE}" type="presOf" srcId="{118EA612-1AF2-404B-875A-F29D890384CE}" destId="{1F4B401C-FACE-4F55-86FD-87C571989DBA}" srcOrd="0" destOrd="2" presId="urn:microsoft.com/office/officeart/2005/8/layout/hList1"/>
    <dgm:cxn modelId="{76956237-549F-4F91-858D-D06AC50E778D}" srcId="{63205015-E709-464F-A3C2-E3DF66EB77C8}" destId="{71D5F027-1B51-45DB-B6B8-98A86380C778}" srcOrd="0" destOrd="0" parTransId="{051F8074-E23E-48BB-8F07-FFA07AACBC14}" sibTransId="{F1D006A6-9749-4309-948E-6F1A46D6022B}"/>
    <dgm:cxn modelId="{C4A94138-0816-4A89-BF9C-639DB7435A4E}" type="presOf" srcId="{1FD3FEC1-EC23-49E3-908A-6607A9B6F9CD}" destId="{43C30B56-4ADF-42CA-A1B6-488176C86C13}" srcOrd="0" destOrd="4" presId="urn:microsoft.com/office/officeart/2005/8/layout/hList1"/>
    <dgm:cxn modelId="{28D0FD3C-10FA-4471-9AFB-4BFCE173B395}" srcId="{F47BCB10-6181-4056-BC29-4D5B0515BED7}" destId="{1FD3FEC1-EC23-49E3-908A-6607A9B6F9CD}" srcOrd="4" destOrd="0" parTransId="{D258ED00-CD94-4817-BDD8-961DFA140551}" sibTransId="{8452B358-378E-4F1D-904E-D33579CBF855}"/>
    <dgm:cxn modelId="{3D476A5D-2865-46EC-905E-A88832CB5CB9}" type="presOf" srcId="{D84AC6C8-A0D3-4F86-AEDF-8B7E21EE9969}" destId="{43C30B56-4ADF-42CA-A1B6-488176C86C13}" srcOrd="0" destOrd="0" presId="urn:microsoft.com/office/officeart/2005/8/layout/hList1"/>
    <dgm:cxn modelId="{0D4E4663-F561-490F-BAAE-B38EF81F7641}" srcId="{63205015-E709-464F-A3C2-E3DF66EB77C8}" destId="{FFFAA97C-146A-448A-8076-810E0611DD09}" srcOrd="1" destOrd="0" parTransId="{EBB6A945-309F-439F-8824-23DFEB2CC987}" sibTransId="{C5EA512B-A314-48A8-B215-5CF90D702840}"/>
    <dgm:cxn modelId="{854A4A48-04E4-4F1C-B595-CF980F62BDFE}" srcId="{F47BCB10-6181-4056-BC29-4D5B0515BED7}" destId="{43E30663-5D96-41B0-A670-50C5A4229A40}" srcOrd="1" destOrd="0" parTransId="{046E322F-1E4F-4800-8688-5D0742C54ABB}" sibTransId="{56F65C81-8836-4D9E-A1A9-7FB962B8554E}"/>
    <dgm:cxn modelId="{A063466A-F4FD-4A6C-A0FA-8C6C72ED52F6}" srcId="{F47BCB10-6181-4056-BC29-4D5B0515BED7}" destId="{0513F337-C6F8-4437-88DB-0D822B5974A5}" srcOrd="3" destOrd="0" parTransId="{17EFDDA0-E475-4FFD-8D49-9FA80A03DFE2}" sibTransId="{B8E1CBB5-0865-48F5-8BDA-B1FDACBFBE78}"/>
    <dgm:cxn modelId="{F0EBF750-25F8-4E6A-AE8A-18C8E1CD03F6}" type="presOf" srcId="{99C3D328-6301-4413-B487-8701D689C0CC}" destId="{80741480-EA2A-4268-B6EE-AF3F84E8A76F}" srcOrd="0" destOrd="1" presId="urn:microsoft.com/office/officeart/2005/8/layout/hList1"/>
    <dgm:cxn modelId="{3D965258-AFFD-4131-8379-F3FDC0EB0424}" srcId="{F3431B0C-65ED-4344-AB23-EF40BE96703B}" destId="{2097ACC0-09B9-4783-901C-0521228CCFC3}" srcOrd="2" destOrd="0" parTransId="{3E803C13-A678-4155-97EA-A8D3406074A6}" sibTransId="{9A86FB82-0C3F-489D-83FA-4175CE6F57CD}"/>
    <dgm:cxn modelId="{9F6BB57B-9B49-4869-9BCD-F4AED0C7A790}" srcId="{F47BCB10-6181-4056-BC29-4D5B0515BED7}" destId="{D84AC6C8-A0D3-4F86-AEDF-8B7E21EE9969}" srcOrd="0" destOrd="0" parTransId="{81DDB9DE-83C4-43DE-98D6-E9E372D64395}" sibTransId="{B7D823DA-2772-4EAD-AE96-6CE798547A6C}"/>
    <dgm:cxn modelId="{1C6E1F7C-4364-4AB1-8725-F44A14933F92}" type="presOf" srcId="{F47BCB10-6181-4056-BC29-4D5B0515BED7}" destId="{5D6743ED-D986-4E15-8F15-63586EE0090D}" srcOrd="0" destOrd="0" presId="urn:microsoft.com/office/officeart/2005/8/layout/hList1"/>
    <dgm:cxn modelId="{62009382-7DA2-4ED4-9676-97A531828C63}" srcId="{F3431B0C-65ED-4344-AB23-EF40BE96703B}" destId="{99C3D328-6301-4413-B487-8701D689C0CC}" srcOrd="1" destOrd="0" parTransId="{9FBFF466-EBF7-40E3-B108-530DDB28CC3F}" sibTransId="{DA684650-2C15-44BE-91CC-A3F67B6A9FE6}"/>
    <dgm:cxn modelId="{4F6D9A83-9003-424B-B5A2-6C94A3F7C4CA}" srcId="{D5E47308-59F8-4B25-BF96-4AD2D4E3D3AB}" destId="{F3431B0C-65ED-4344-AB23-EF40BE96703B}" srcOrd="0" destOrd="0" parTransId="{478EACAB-7092-4C4B-8005-1E980834D4F9}" sibTransId="{46BFB97A-A389-4A29-86EF-C99B0F7A01FE}"/>
    <dgm:cxn modelId="{36176785-45D8-4724-9FB9-90E9A19011E4}" srcId="{D5E47308-59F8-4B25-BF96-4AD2D4E3D3AB}" destId="{F47BCB10-6181-4056-BC29-4D5B0515BED7}" srcOrd="2" destOrd="0" parTransId="{74C055B3-70C0-493B-9ECD-554945821680}" sibTransId="{91691228-328C-4213-AD7F-A759D6BC78E6}"/>
    <dgm:cxn modelId="{0530F992-B3E8-4958-916B-EC71444D051F}" type="presOf" srcId="{43E30663-5D96-41B0-A670-50C5A4229A40}" destId="{43C30B56-4ADF-42CA-A1B6-488176C86C13}" srcOrd="0" destOrd="1" presId="urn:microsoft.com/office/officeart/2005/8/layout/hList1"/>
    <dgm:cxn modelId="{D2CDC59D-ADE9-4D59-B940-88792E3ABDE8}" type="presOf" srcId="{F3431B0C-65ED-4344-AB23-EF40BE96703B}" destId="{A886A2EC-34F2-4DDB-9430-B3F74BB53124}" srcOrd="0" destOrd="0" presId="urn:microsoft.com/office/officeart/2005/8/layout/hList1"/>
    <dgm:cxn modelId="{206589A4-43C4-4ABC-B8F0-F408EEE76482}" srcId="{F3431B0C-65ED-4344-AB23-EF40BE96703B}" destId="{17975E0F-CA32-476A-B518-B429450BE9CF}" srcOrd="0" destOrd="0" parTransId="{C5252EAF-BD1A-4363-92D9-B4092F1FF602}" sibTransId="{1F66C13D-BBB4-4A83-9436-FDA9A745FBD1}"/>
    <dgm:cxn modelId="{962840A5-042D-46FF-B283-E048E3C798D1}" type="presOf" srcId="{17975E0F-CA32-476A-B518-B429450BE9CF}" destId="{80741480-EA2A-4268-B6EE-AF3F84E8A76F}" srcOrd="0" destOrd="0" presId="urn:microsoft.com/office/officeart/2005/8/layout/hList1"/>
    <dgm:cxn modelId="{69C136B0-246C-4D05-8979-EFDAC563CB05}" srcId="{FFFAA97C-146A-448A-8076-810E0611DD09}" destId="{07DE3B39-C86B-4949-9E86-2C6F022CDFE4}" srcOrd="2" destOrd="0" parTransId="{BEBD5CBF-F3AC-482C-B46A-69E8FFC5ECA3}" sibTransId="{186D6C47-D9E2-4FE9-B7A0-5483D59660E3}"/>
    <dgm:cxn modelId="{3EA7ECB2-B7B4-4B6E-8A42-8F9583C2CA3B}" srcId="{D5E47308-59F8-4B25-BF96-4AD2D4E3D3AB}" destId="{63205015-E709-464F-A3C2-E3DF66EB77C8}" srcOrd="1" destOrd="0" parTransId="{68F0ACDC-8A19-48B8-8F51-C3C93CCE5CE7}" sibTransId="{9E0D0CB2-EC86-4537-A81E-D5A45D0926F6}"/>
    <dgm:cxn modelId="{32BC14BB-A6B3-4AF5-857A-1BB878A238C8}" srcId="{FFFAA97C-146A-448A-8076-810E0611DD09}" destId="{80674893-9E01-44ED-9590-AA9FD0AEE696}" srcOrd="3" destOrd="0" parTransId="{79DA48D7-EEB4-41D6-B9B4-9F4CE2E620CE}" sibTransId="{5C34CB6A-B487-4D88-BACC-3918D13E1BDD}"/>
    <dgm:cxn modelId="{09C657BB-CE7A-454F-9EBE-EA8367F55372}" srcId="{F47BCB10-6181-4056-BC29-4D5B0515BED7}" destId="{6C505F93-2500-44BE-80EE-5628F540A16D}" srcOrd="2" destOrd="0" parTransId="{8DCB8A0D-F92B-4EB5-8F21-981D56B48046}" sibTransId="{6D0A1872-C9B5-4F65-822C-CC15D999FF26}"/>
    <dgm:cxn modelId="{2D8F81BE-53D9-4373-A673-F6DCC346F13E}" type="presOf" srcId="{71D5F027-1B51-45DB-B6B8-98A86380C778}" destId="{1F4B401C-FACE-4F55-86FD-87C571989DBA}" srcOrd="0" destOrd="0" presId="urn:microsoft.com/office/officeart/2005/8/layout/hList1"/>
    <dgm:cxn modelId="{B67BE6CA-9DA3-46FE-8CD8-9C52DF042A60}" type="presOf" srcId="{0513F337-C6F8-4437-88DB-0D822B5974A5}" destId="{43C30B56-4ADF-42CA-A1B6-488176C86C13}" srcOrd="0" destOrd="3" presId="urn:microsoft.com/office/officeart/2005/8/layout/hList1"/>
    <dgm:cxn modelId="{1003E2D0-0B61-484D-824F-C63B5B986B0B}" type="presOf" srcId="{07DE3B39-C86B-4949-9E86-2C6F022CDFE4}" destId="{1F4B401C-FACE-4F55-86FD-87C571989DBA}" srcOrd="0" destOrd="4" presId="urn:microsoft.com/office/officeart/2005/8/layout/hList1"/>
    <dgm:cxn modelId="{4293B4D1-7000-4CA9-9FBB-93F36EDB7D99}" type="presOf" srcId="{6C505F93-2500-44BE-80EE-5628F540A16D}" destId="{43C30B56-4ADF-42CA-A1B6-488176C86C13}" srcOrd="0" destOrd="2" presId="urn:microsoft.com/office/officeart/2005/8/layout/hList1"/>
    <dgm:cxn modelId="{97A37EDE-B518-42EE-B958-212A49351AA7}" type="presOf" srcId="{2097ACC0-09B9-4783-901C-0521228CCFC3}" destId="{80741480-EA2A-4268-B6EE-AF3F84E8A76F}" srcOrd="0" destOrd="2" presId="urn:microsoft.com/office/officeart/2005/8/layout/hList1"/>
    <dgm:cxn modelId="{58A60FE5-D030-4E98-B305-518E29FBA59F}" type="presOf" srcId="{D5E47308-59F8-4B25-BF96-4AD2D4E3D3AB}" destId="{241883D3-47A2-402D-B9BC-983F0D02E308}" srcOrd="0" destOrd="0" presId="urn:microsoft.com/office/officeart/2005/8/layout/hList1"/>
    <dgm:cxn modelId="{28DD22E7-8407-44D1-979B-B5B3852F8297}" srcId="{FFFAA97C-146A-448A-8076-810E0611DD09}" destId="{45A19071-F9DE-477B-B9B4-028D1B2982C2}" srcOrd="1" destOrd="0" parTransId="{75CD0F04-9A23-4937-B2B0-96E73EAF98DA}" sibTransId="{55E526D2-7614-4F86-BBC5-A237F712386A}"/>
    <dgm:cxn modelId="{AE4D85F2-DA82-4664-A944-17BBF37FBB83}" type="presOf" srcId="{80674893-9E01-44ED-9590-AA9FD0AEE696}" destId="{1F4B401C-FACE-4F55-86FD-87C571989DBA}" srcOrd="0" destOrd="5" presId="urn:microsoft.com/office/officeart/2005/8/layout/hList1"/>
    <dgm:cxn modelId="{4194F3F4-D0FF-4805-826B-DAB8C9384BF3}" srcId="{FFFAA97C-146A-448A-8076-810E0611DD09}" destId="{21E1850C-6D98-4C94-BDB4-FE7049FDF26B}" srcOrd="4" destOrd="0" parTransId="{3AA65971-B2BE-442B-8B3A-D37B31EA4E7C}" sibTransId="{5BAF9327-5DBC-41FE-BBEF-CB0D303898BD}"/>
    <dgm:cxn modelId="{008AE9F5-64ED-4EC2-BD49-F691FCB6F784}" srcId="{FFFAA97C-146A-448A-8076-810E0611DD09}" destId="{118EA612-1AF2-404B-875A-F29D890384CE}" srcOrd="0" destOrd="0" parTransId="{73A04CA8-8C34-4DA4-ACCA-93DECB306A4D}" sibTransId="{DFAF6133-0A8A-4C01-94DF-E2DC30F1F5D3}"/>
    <dgm:cxn modelId="{490A49FB-CE80-4F84-A6E3-907471D9B803}" type="presOf" srcId="{45A19071-F9DE-477B-B9B4-028D1B2982C2}" destId="{1F4B401C-FACE-4F55-86FD-87C571989DBA}" srcOrd="0" destOrd="3" presId="urn:microsoft.com/office/officeart/2005/8/layout/hList1"/>
    <dgm:cxn modelId="{5426FB27-691D-4DB4-90A9-04F9EE3E35C0}" type="presParOf" srcId="{241883D3-47A2-402D-B9BC-983F0D02E308}" destId="{3D7A8344-003F-4933-ADE1-5E02128B14F6}" srcOrd="0" destOrd="0" presId="urn:microsoft.com/office/officeart/2005/8/layout/hList1"/>
    <dgm:cxn modelId="{196F382F-BF95-42F2-945F-3E3200A32C2A}" type="presParOf" srcId="{3D7A8344-003F-4933-ADE1-5E02128B14F6}" destId="{A886A2EC-34F2-4DDB-9430-B3F74BB53124}" srcOrd="0" destOrd="0" presId="urn:microsoft.com/office/officeart/2005/8/layout/hList1"/>
    <dgm:cxn modelId="{4404BF0A-AB2A-4927-B0B8-D5D0E684E5D5}" type="presParOf" srcId="{3D7A8344-003F-4933-ADE1-5E02128B14F6}" destId="{80741480-EA2A-4268-B6EE-AF3F84E8A76F}" srcOrd="1" destOrd="0" presId="urn:microsoft.com/office/officeart/2005/8/layout/hList1"/>
    <dgm:cxn modelId="{A3E37BEA-A6DE-4B61-9617-466A34D4B370}" type="presParOf" srcId="{241883D3-47A2-402D-B9BC-983F0D02E308}" destId="{489707FA-9EE9-42B1-AD78-3D9FCAEB37AC}" srcOrd="1" destOrd="0" presId="urn:microsoft.com/office/officeart/2005/8/layout/hList1"/>
    <dgm:cxn modelId="{4058960A-A880-43B4-AA5F-22DD79A2A1FE}" type="presParOf" srcId="{241883D3-47A2-402D-B9BC-983F0D02E308}" destId="{9E55172A-CD53-4F09-B239-C5960BB8595E}" srcOrd="2" destOrd="0" presId="urn:microsoft.com/office/officeart/2005/8/layout/hList1"/>
    <dgm:cxn modelId="{B6657C57-7D8E-4963-A9B8-67257554E643}" type="presParOf" srcId="{9E55172A-CD53-4F09-B239-C5960BB8595E}" destId="{FBA7FB5E-74B3-4F1F-9D1C-5BD42B86274C}" srcOrd="0" destOrd="0" presId="urn:microsoft.com/office/officeart/2005/8/layout/hList1"/>
    <dgm:cxn modelId="{4FCBD9DE-0371-468E-9309-393C587531E2}" type="presParOf" srcId="{9E55172A-CD53-4F09-B239-C5960BB8595E}" destId="{1F4B401C-FACE-4F55-86FD-87C571989DBA}" srcOrd="1" destOrd="0" presId="urn:microsoft.com/office/officeart/2005/8/layout/hList1"/>
    <dgm:cxn modelId="{C4D71389-15F9-41F3-A9D9-49B3790B5F12}" type="presParOf" srcId="{241883D3-47A2-402D-B9BC-983F0D02E308}" destId="{8F07F0B0-B2B8-451C-AE27-404CD10B427C}" srcOrd="3" destOrd="0" presId="urn:microsoft.com/office/officeart/2005/8/layout/hList1"/>
    <dgm:cxn modelId="{263FE311-0611-41B1-BD6E-35ECDF88D162}" type="presParOf" srcId="{241883D3-47A2-402D-B9BC-983F0D02E308}" destId="{D3253B7F-4700-4F69-BF88-40A2FC5C4841}" srcOrd="4" destOrd="0" presId="urn:microsoft.com/office/officeart/2005/8/layout/hList1"/>
    <dgm:cxn modelId="{9DEE6D9F-919F-4820-9B8A-A223F1EDECD2}" type="presParOf" srcId="{D3253B7F-4700-4F69-BF88-40A2FC5C4841}" destId="{5D6743ED-D986-4E15-8F15-63586EE0090D}" srcOrd="0" destOrd="0" presId="urn:microsoft.com/office/officeart/2005/8/layout/hList1"/>
    <dgm:cxn modelId="{9CFB31A4-975C-4C55-85B5-CD134B832923}" type="presParOf" srcId="{D3253B7F-4700-4F69-BF88-40A2FC5C4841}" destId="{43C30B56-4ADF-42CA-A1B6-488176C86C1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5861421E-E000-4721-B754-27FC5F24494E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fr-FR"/>
        </a:p>
      </dgm:t>
    </dgm:pt>
    <dgm:pt modelId="{A0AD94F2-5A8E-476D-B171-F32AE2874316}">
      <dgm:prSet/>
      <dgm:spPr/>
      <dgm:t>
        <a:bodyPr/>
        <a:lstStyle/>
        <a:p>
          <a:r>
            <a:rPr lang="fr-FR"/>
            <a:t>Each student decides:</a:t>
          </a:r>
        </a:p>
      </dgm:t>
    </dgm:pt>
    <dgm:pt modelId="{5966E65F-135A-4A3E-A4F7-45DAF2F001DE}" type="parTrans" cxnId="{0CFA47D4-BF5F-4DB3-A2D1-8FF12CA99491}">
      <dgm:prSet/>
      <dgm:spPr/>
      <dgm:t>
        <a:bodyPr/>
        <a:lstStyle/>
        <a:p>
          <a:endParaRPr lang="fr-FR"/>
        </a:p>
      </dgm:t>
    </dgm:pt>
    <dgm:pt modelId="{EAC39570-DED9-4FFD-B56F-16E0BBC5EF76}" type="sibTrans" cxnId="{0CFA47D4-BF5F-4DB3-A2D1-8FF12CA99491}">
      <dgm:prSet/>
      <dgm:spPr/>
      <dgm:t>
        <a:bodyPr/>
        <a:lstStyle/>
        <a:p>
          <a:endParaRPr lang="fr-FR"/>
        </a:p>
      </dgm:t>
    </dgm:pt>
    <dgm:pt modelId="{F111527E-62F0-4326-A56B-22A0AD87019C}">
      <dgm:prSet/>
      <dgm:spPr/>
      <dgm:t>
        <a:bodyPr/>
        <a:lstStyle/>
        <a:p>
          <a:r>
            <a:rPr lang="fr-FR" dirty="0"/>
            <a:t>Research question </a:t>
          </a:r>
        </a:p>
      </dgm:t>
    </dgm:pt>
    <dgm:pt modelId="{F34C825E-2BD3-499D-A094-CE53022456B5}" type="parTrans" cxnId="{DD1C1B4B-340B-4E9E-8AD4-E1EB635CCED8}">
      <dgm:prSet/>
      <dgm:spPr/>
      <dgm:t>
        <a:bodyPr/>
        <a:lstStyle/>
        <a:p>
          <a:endParaRPr lang="fr-FR"/>
        </a:p>
      </dgm:t>
    </dgm:pt>
    <dgm:pt modelId="{C2AC0CCD-F700-4A7B-AC69-2A6558C0E13D}" type="sibTrans" cxnId="{DD1C1B4B-340B-4E9E-8AD4-E1EB635CCED8}">
      <dgm:prSet/>
      <dgm:spPr/>
      <dgm:t>
        <a:bodyPr/>
        <a:lstStyle/>
        <a:p>
          <a:endParaRPr lang="fr-FR"/>
        </a:p>
      </dgm:t>
    </dgm:pt>
    <dgm:pt modelId="{8C0EC618-6871-42B3-B43C-3ACFEFA7A70C}">
      <dgm:prSet/>
      <dgm:spPr/>
      <dgm:t>
        <a:bodyPr/>
        <a:lstStyle/>
        <a:p>
          <a:r>
            <a:rPr lang="fr-FR" dirty="0"/>
            <a:t>Population</a:t>
          </a:r>
        </a:p>
      </dgm:t>
    </dgm:pt>
    <dgm:pt modelId="{7829F50B-0C4D-4AA0-B2B8-84AABC665886}" type="parTrans" cxnId="{001EB54E-9909-4885-855D-97619D0C9840}">
      <dgm:prSet/>
      <dgm:spPr/>
      <dgm:t>
        <a:bodyPr/>
        <a:lstStyle/>
        <a:p>
          <a:endParaRPr lang="fr-FR"/>
        </a:p>
      </dgm:t>
    </dgm:pt>
    <dgm:pt modelId="{8C8A5FD4-8830-45D6-9EBC-0407F472AE2B}" type="sibTrans" cxnId="{001EB54E-9909-4885-855D-97619D0C9840}">
      <dgm:prSet/>
      <dgm:spPr/>
      <dgm:t>
        <a:bodyPr/>
        <a:lstStyle/>
        <a:p>
          <a:endParaRPr lang="fr-FR"/>
        </a:p>
      </dgm:t>
    </dgm:pt>
    <dgm:pt modelId="{34B6E4B9-4F92-4868-B812-0C91D4ED5509}">
      <dgm:prSet/>
      <dgm:spPr/>
      <dgm:t>
        <a:bodyPr/>
        <a:lstStyle/>
        <a:p>
          <a:r>
            <a:rPr lang="fr-FR" dirty="0" err="1"/>
            <a:t>Sequence</a:t>
          </a:r>
          <a:r>
            <a:rPr lang="fr-FR" dirty="0"/>
            <a:t> </a:t>
          </a:r>
          <a:r>
            <a:rPr lang="fr-FR" dirty="0" err="1"/>
            <a:t>domain</a:t>
          </a:r>
          <a:r>
            <a:rPr lang="fr-FR" dirty="0"/>
            <a:t> </a:t>
          </a:r>
        </a:p>
      </dgm:t>
    </dgm:pt>
    <dgm:pt modelId="{3CA06DDB-C7A1-424D-BF4A-C554F1528F51}" type="parTrans" cxnId="{9D8A05BE-31C0-45D1-A83E-34BB2AFD65B6}">
      <dgm:prSet/>
      <dgm:spPr/>
      <dgm:t>
        <a:bodyPr/>
        <a:lstStyle/>
        <a:p>
          <a:endParaRPr lang="fr-FR"/>
        </a:p>
      </dgm:t>
    </dgm:pt>
    <dgm:pt modelId="{6A41AFCC-6FF9-4F3A-AB11-E15CB8CBD0A3}" type="sibTrans" cxnId="{9D8A05BE-31C0-45D1-A83E-34BB2AFD65B6}">
      <dgm:prSet/>
      <dgm:spPr/>
      <dgm:t>
        <a:bodyPr/>
        <a:lstStyle/>
        <a:p>
          <a:endParaRPr lang="fr-FR"/>
        </a:p>
      </dgm:t>
    </dgm:pt>
    <dgm:pt modelId="{4DFF836F-59C9-49FE-8529-2758BDAC61BC}">
      <dgm:prSet/>
      <dgm:spPr/>
      <dgm:t>
        <a:bodyPr/>
        <a:lstStyle/>
        <a:p>
          <a:r>
            <a:rPr lang="fr-FR" dirty="0"/>
            <a:t>Time axis</a:t>
          </a:r>
        </a:p>
      </dgm:t>
    </dgm:pt>
    <dgm:pt modelId="{29253CDA-65C4-4281-9EE0-B0E9C7B2781B}" type="parTrans" cxnId="{46C3E4DA-5CE5-46CC-ACA1-872C02507E53}">
      <dgm:prSet/>
      <dgm:spPr/>
      <dgm:t>
        <a:bodyPr/>
        <a:lstStyle/>
        <a:p>
          <a:endParaRPr lang="fr-FR"/>
        </a:p>
      </dgm:t>
    </dgm:pt>
    <dgm:pt modelId="{C29F7B8E-B587-4ACA-BCAD-C84C1F67BA11}" type="sibTrans" cxnId="{46C3E4DA-5CE5-46CC-ACA1-872C02507E53}">
      <dgm:prSet/>
      <dgm:spPr/>
      <dgm:t>
        <a:bodyPr/>
        <a:lstStyle/>
        <a:p>
          <a:endParaRPr lang="fr-FR"/>
        </a:p>
      </dgm:t>
    </dgm:pt>
    <dgm:pt modelId="{E0ADB312-B755-4439-BDB6-62A884307C5F}">
      <dgm:prSet/>
      <dgm:spPr/>
      <dgm:t>
        <a:bodyPr/>
        <a:lstStyle/>
        <a:p>
          <a:r>
            <a:rPr lang="fr-FR" dirty="0"/>
            <a:t>Time unit </a:t>
          </a:r>
        </a:p>
      </dgm:t>
    </dgm:pt>
    <dgm:pt modelId="{0C9688DD-F6EE-48CD-AE5A-13FB7A18D64D}" type="parTrans" cxnId="{8F376B3F-BE74-481F-8DC5-2DC9AF42A74C}">
      <dgm:prSet/>
      <dgm:spPr/>
      <dgm:t>
        <a:bodyPr/>
        <a:lstStyle/>
        <a:p>
          <a:endParaRPr lang="fr-FR"/>
        </a:p>
      </dgm:t>
    </dgm:pt>
    <dgm:pt modelId="{22043D62-506E-4DD8-9966-D88D393CC423}" type="sibTrans" cxnId="{8F376B3F-BE74-481F-8DC5-2DC9AF42A74C}">
      <dgm:prSet/>
      <dgm:spPr/>
      <dgm:t>
        <a:bodyPr/>
        <a:lstStyle/>
        <a:p>
          <a:endParaRPr lang="fr-FR"/>
        </a:p>
      </dgm:t>
    </dgm:pt>
    <dgm:pt modelId="{C9D25E0C-9B92-4DFE-A3A9-38FA3DD1A255}">
      <dgm:prSet/>
      <dgm:spPr/>
      <dgm:t>
        <a:bodyPr/>
        <a:lstStyle/>
        <a:p>
          <a:r>
            <a:rPr lang="fr-FR" dirty="0"/>
            <a:t>State alphabet. </a:t>
          </a:r>
        </a:p>
      </dgm:t>
    </dgm:pt>
    <dgm:pt modelId="{B9569E60-99BB-4BF9-9F93-4A9CEED4F45F}" type="parTrans" cxnId="{0E63FD47-5CC8-4993-9460-2227CFE5C7C1}">
      <dgm:prSet/>
      <dgm:spPr/>
      <dgm:t>
        <a:bodyPr/>
        <a:lstStyle/>
        <a:p>
          <a:endParaRPr lang="fr-FR"/>
        </a:p>
      </dgm:t>
    </dgm:pt>
    <dgm:pt modelId="{93B2E112-FC92-49FF-8F2F-2BA963FA7AB0}" type="sibTrans" cxnId="{0E63FD47-5CC8-4993-9460-2227CFE5C7C1}">
      <dgm:prSet/>
      <dgm:spPr/>
      <dgm:t>
        <a:bodyPr/>
        <a:lstStyle/>
        <a:p>
          <a:endParaRPr lang="fr-FR"/>
        </a:p>
      </dgm:t>
    </dgm:pt>
    <dgm:pt modelId="{6A0F382F-1FAF-47C3-AF0C-4198F16A5085}">
      <dgm:prSet/>
      <dgm:spPr/>
      <dgm:t>
        <a:bodyPr/>
        <a:lstStyle/>
        <a:p>
          <a:r>
            <a:rPr lang="fr-FR"/>
            <a:t>Then produces:</a:t>
          </a:r>
        </a:p>
      </dgm:t>
    </dgm:pt>
    <dgm:pt modelId="{CB243A4C-8942-4D08-B253-349EDF152DA5}" type="parTrans" cxnId="{610CC38E-0304-4009-BFAE-ED78EB076E76}">
      <dgm:prSet/>
      <dgm:spPr/>
      <dgm:t>
        <a:bodyPr/>
        <a:lstStyle/>
        <a:p>
          <a:endParaRPr lang="fr-FR"/>
        </a:p>
      </dgm:t>
    </dgm:pt>
    <dgm:pt modelId="{D0B7E87B-A241-4CE6-A08D-A1A9E4A4D00B}" type="sibTrans" cxnId="{610CC38E-0304-4009-BFAE-ED78EB076E76}">
      <dgm:prSet/>
      <dgm:spPr/>
      <dgm:t>
        <a:bodyPr/>
        <a:lstStyle/>
        <a:p>
          <a:endParaRPr lang="fr-FR"/>
        </a:p>
      </dgm:t>
    </dgm:pt>
    <dgm:pt modelId="{65CCF508-78ED-4B7D-A119-D9761457377E}">
      <dgm:prSet/>
      <dgm:spPr/>
      <dgm:t>
        <a:bodyPr/>
        <a:lstStyle/>
        <a:p>
          <a:r>
            <a:rPr lang="fr-FR" dirty="0"/>
            <a:t>One descriptive </a:t>
          </a:r>
          <a:r>
            <a:rPr lang="fr-FR" dirty="0" err="1"/>
            <a:t>sequence</a:t>
          </a:r>
          <a:r>
            <a:rPr lang="fr-FR" dirty="0"/>
            <a:t> plot </a:t>
          </a:r>
        </a:p>
      </dgm:t>
    </dgm:pt>
    <dgm:pt modelId="{7747FA6A-8145-4F04-B43C-E61E6809B108}" type="parTrans" cxnId="{2CB3C74A-3E8B-4E48-9C9D-E8D03BD8E223}">
      <dgm:prSet/>
      <dgm:spPr/>
      <dgm:t>
        <a:bodyPr/>
        <a:lstStyle/>
        <a:p>
          <a:endParaRPr lang="fr-FR"/>
        </a:p>
      </dgm:t>
    </dgm:pt>
    <dgm:pt modelId="{9632B3D2-C817-4909-9E9B-C5DAB875BA7B}" type="sibTrans" cxnId="{2CB3C74A-3E8B-4E48-9C9D-E8D03BD8E223}">
      <dgm:prSet/>
      <dgm:spPr/>
      <dgm:t>
        <a:bodyPr/>
        <a:lstStyle/>
        <a:p>
          <a:endParaRPr lang="fr-FR"/>
        </a:p>
      </dgm:t>
    </dgm:pt>
    <dgm:pt modelId="{32747AEA-5810-45D3-8E2A-6CD4662A2164}">
      <dgm:prSet/>
      <dgm:spPr/>
      <dgm:t>
        <a:bodyPr/>
        <a:lstStyle/>
        <a:p>
          <a:r>
            <a:rPr lang="fr-FR" dirty="0"/>
            <a:t>2-3 sentences </a:t>
          </a:r>
          <a:r>
            <a:rPr lang="fr-FR" dirty="0" err="1"/>
            <a:t>interpreting</a:t>
          </a:r>
          <a:r>
            <a:rPr lang="fr-FR" dirty="0"/>
            <a:t> </a:t>
          </a:r>
          <a:r>
            <a:rPr lang="fr-FR" dirty="0" err="1"/>
            <a:t>it</a:t>
          </a:r>
          <a:r>
            <a:rPr lang="fr-FR" dirty="0"/>
            <a:t>. </a:t>
          </a:r>
        </a:p>
      </dgm:t>
    </dgm:pt>
    <dgm:pt modelId="{82FD0768-314B-49B9-AD01-A0408D44FD75}" type="parTrans" cxnId="{880F58B1-4A59-4730-8C1D-7647E076B960}">
      <dgm:prSet/>
      <dgm:spPr/>
      <dgm:t>
        <a:bodyPr/>
        <a:lstStyle/>
        <a:p>
          <a:endParaRPr lang="fr-FR"/>
        </a:p>
      </dgm:t>
    </dgm:pt>
    <dgm:pt modelId="{2965302E-07D5-4625-821A-CCF119BD57E9}" type="sibTrans" cxnId="{880F58B1-4A59-4730-8C1D-7647E076B960}">
      <dgm:prSet/>
      <dgm:spPr/>
      <dgm:t>
        <a:bodyPr/>
        <a:lstStyle/>
        <a:p>
          <a:endParaRPr lang="fr-FR"/>
        </a:p>
      </dgm:t>
    </dgm:pt>
    <dgm:pt modelId="{587B0294-75D3-48F6-9CC1-3F582E54156A}">
      <dgm:prSet/>
      <dgm:spPr/>
      <dgm:t>
        <a:bodyPr/>
        <a:lstStyle/>
        <a:p>
          <a:r>
            <a:rPr lang="fr-FR"/>
            <a:t>From the report:</a:t>
          </a:r>
        </a:p>
      </dgm:t>
    </dgm:pt>
    <dgm:pt modelId="{E10E7AA7-EC1D-47BD-B0F8-B28A336B53FD}" type="parTrans" cxnId="{BE4BB580-FA53-4E6E-B095-B2C73F7F363A}">
      <dgm:prSet/>
      <dgm:spPr/>
      <dgm:t>
        <a:bodyPr/>
        <a:lstStyle/>
        <a:p>
          <a:endParaRPr lang="fr-FR"/>
        </a:p>
      </dgm:t>
    </dgm:pt>
    <dgm:pt modelId="{E455602E-9767-4759-9500-77B367673302}" type="sibTrans" cxnId="{BE4BB580-FA53-4E6E-B095-B2C73F7F363A}">
      <dgm:prSet/>
      <dgm:spPr/>
      <dgm:t>
        <a:bodyPr/>
        <a:lstStyle/>
        <a:p>
          <a:endParaRPr lang="fr-FR"/>
        </a:p>
      </dgm:t>
    </dgm:pt>
    <dgm:pt modelId="{228DA301-DFBE-4F8A-8AB8-1B256809FD6D}">
      <dgm:prSet/>
      <dgm:spPr/>
      <dgm:t>
        <a:bodyPr/>
        <a:lstStyle/>
        <a:p>
          <a:r>
            <a:rPr lang="fr-FR" b="1"/>
            <a:t>Research question + Data and sequence construction</a:t>
          </a:r>
          <a:endParaRPr lang="fr-FR"/>
        </a:p>
      </dgm:t>
    </dgm:pt>
    <dgm:pt modelId="{BF2E62A7-3093-4984-88E0-54A1375A4492}" type="parTrans" cxnId="{598AF52C-A294-4A80-9F8E-129DC1D9C103}">
      <dgm:prSet/>
      <dgm:spPr/>
      <dgm:t>
        <a:bodyPr/>
        <a:lstStyle/>
        <a:p>
          <a:endParaRPr lang="fr-FR"/>
        </a:p>
      </dgm:t>
    </dgm:pt>
    <dgm:pt modelId="{D2AE1544-B74F-434F-9808-94A6ED3BB8E6}" type="sibTrans" cxnId="{598AF52C-A294-4A80-9F8E-129DC1D9C103}">
      <dgm:prSet/>
      <dgm:spPr/>
      <dgm:t>
        <a:bodyPr/>
        <a:lstStyle/>
        <a:p>
          <a:endParaRPr lang="fr-FR"/>
        </a:p>
      </dgm:t>
    </dgm:pt>
    <dgm:pt modelId="{CFEBFE06-0389-4B7D-8C91-E759802C3E76}" type="pres">
      <dgm:prSet presAssocID="{5861421E-E000-4721-B754-27FC5F24494E}" presName="Name0" presStyleCnt="0">
        <dgm:presLayoutVars>
          <dgm:dir/>
          <dgm:animLvl val="lvl"/>
          <dgm:resizeHandles val="exact"/>
        </dgm:presLayoutVars>
      </dgm:prSet>
      <dgm:spPr/>
    </dgm:pt>
    <dgm:pt modelId="{0A26D8AD-B8D1-49A5-88B6-1FF3E58432D0}" type="pres">
      <dgm:prSet presAssocID="{A0AD94F2-5A8E-476D-B171-F32AE2874316}" presName="composite" presStyleCnt="0"/>
      <dgm:spPr/>
    </dgm:pt>
    <dgm:pt modelId="{858DDE5D-CD68-4E12-9A46-5E7186F81CDB}" type="pres">
      <dgm:prSet presAssocID="{A0AD94F2-5A8E-476D-B171-F32AE287431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25482AA-76E2-4C35-A67B-A5D682D9CF35}" type="pres">
      <dgm:prSet presAssocID="{A0AD94F2-5A8E-476D-B171-F32AE2874316}" presName="desTx" presStyleLbl="alignAccFollowNode1" presStyleIdx="0" presStyleCnt="3">
        <dgm:presLayoutVars>
          <dgm:bulletEnabled val="1"/>
        </dgm:presLayoutVars>
      </dgm:prSet>
      <dgm:spPr/>
    </dgm:pt>
    <dgm:pt modelId="{D92DC62A-3E3D-4D92-9EA0-AB3008B227BE}" type="pres">
      <dgm:prSet presAssocID="{EAC39570-DED9-4FFD-B56F-16E0BBC5EF76}" presName="space" presStyleCnt="0"/>
      <dgm:spPr/>
    </dgm:pt>
    <dgm:pt modelId="{60CFEA57-9B87-42B4-A108-0ACAF8E8C1F7}" type="pres">
      <dgm:prSet presAssocID="{6A0F382F-1FAF-47C3-AF0C-4198F16A5085}" presName="composite" presStyleCnt="0"/>
      <dgm:spPr/>
    </dgm:pt>
    <dgm:pt modelId="{56886ADD-DEC2-47C8-A707-1EB50EB5A7F0}" type="pres">
      <dgm:prSet presAssocID="{6A0F382F-1FAF-47C3-AF0C-4198F16A508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003498C-ABD5-4632-A9A9-4584DD0A0A9B}" type="pres">
      <dgm:prSet presAssocID="{6A0F382F-1FAF-47C3-AF0C-4198F16A5085}" presName="desTx" presStyleLbl="alignAccFollowNode1" presStyleIdx="1" presStyleCnt="3">
        <dgm:presLayoutVars>
          <dgm:bulletEnabled val="1"/>
        </dgm:presLayoutVars>
      </dgm:prSet>
      <dgm:spPr/>
    </dgm:pt>
    <dgm:pt modelId="{1C0496BF-7A9B-4EB1-A366-262C08403F40}" type="pres">
      <dgm:prSet presAssocID="{D0B7E87B-A241-4CE6-A08D-A1A9E4A4D00B}" presName="space" presStyleCnt="0"/>
      <dgm:spPr/>
    </dgm:pt>
    <dgm:pt modelId="{45060C5A-C34F-42FC-989C-B803C282AEC4}" type="pres">
      <dgm:prSet presAssocID="{587B0294-75D3-48F6-9CC1-3F582E54156A}" presName="composite" presStyleCnt="0"/>
      <dgm:spPr/>
    </dgm:pt>
    <dgm:pt modelId="{7D79E8A1-A83E-4893-BB5F-1AB9B90D4926}" type="pres">
      <dgm:prSet presAssocID="{587B0294-75D3-48F6-9CC1-3F582E54156A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C05041F-5AB2-476A-B573-CE29B61159E6}" type="pres">
      <dgm:prSet presAssocID="{587B0294-75D3-48F6-9CC1-3F582E54156A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FEFCD0C-A671-44E6-A26B-11A91B93DC70}" type="presOf" srcId="{C9D25E0C-9B92-4DFE-A3A9-38FA3DD1A255}" destId="{325482AA-76E2-4C35-A67B-A5D682D9CF35}" srcOrd="0" destOrd="5" presId="urn:microsoft.com/office/officeart/2005/8/layout/hList1"/>
    <dgm:cxn modelId="{C88B001B-3732-4DE0-A010-2A205E80E20B}" type="presOf" srcId="{34B6E4B9-4F92-4868-B812-0C91D4ED5509}" destId="{325482AA-76E2-4C35-A67B-A5D682D9CF35}" srcOrd="0" destOrd="2" presId="urn:microsoft.com/office/officeart/2005/8/layout/hList1"/>
    <dgm:cxn modelId="{0C204D1D-FBCB-4289-A76A-65A9DBEF39B0}" type="presOf" srcId="{E0ADB312-B755-4439-BDB6-62A884307C5F}" destId="{325482AA-76E2-4C35-A67B-A5D682D9CF35}" srcOrd="0" destOrd="4" presId="urn:microsoft.com/office/officeart/2005/8/layout/hList1"/>
    <dgm:cxn modelId="{01F65720-8ED0-4C7B-9430-3E5D99B304A4}" type="presOf" srcId="{5861421E-E000-4721-B754-27FC5F24494E}" destId="{CFEBFE06-0389-4B7D-8C91-E759802C3E76}" srcOrd="0" destOrd="0" presId="urn:microsoft.com/office/officeart/2005/8/layout/hList1"/>
    <dgm:cxn modelId="{598AF52C-A294-4A80-9F8E-129DC1D9C103}" srcId="{587B0294-75D3-48F6-9CC1-3F582E54156A}" destId="{228DA301-DFBE-4F8A-8AB8-1B256809FD6D}" srcOrd="0" destOrd="0" parTransId="{BF2E62A7-3093-4984-88E0-54A1375A4492}" sibTransId="{D2AE1544-B74F-434F-9808-94A6ED3BB8E6}"/>
    <dgm:cxn modelId="{EDC4572E-3D09-486A-9256-F141EB54464E}" type="presOf" srcId="{228DA301-DFBE-4F8A-8AB8-1B256809FD6D}" destId="{BC05041F-5AB2-476A-B573-CE29B61159E6}" srcOrd="0" destOrd="0" presId="urn:microsoft.com/office/officeart/2005/8/layout/hList1"/>
    <dgm:cxn modelId="{8F376B3F-BE74-481F-8DC5-2DC9AF42A74C}" srcId="{A0AD94F2-5A8E-476D-B171-F32AE2874316}" destId="{E0ADB312-B755-4439-BDB6-62A884307C5F}" srcOrd="4" destOrd="0" parTransId="{0C9688DD-F6EE-48CD-AE5A-13FB7A18D64D}" sibTransId="{22043D62-506E-4DD8-9966-D88D393CC423}"/>
    <dgm:cxn modelId="{16F37E42-E2BF-48BF-A4BE-7FD975F77647}" type="presOf" srcId="{A0AD94F2-5A8E-476D-B171-F32AE2874316}" destId="{858DDE5D-CD68-4E12-9A46-5E7186F81CDB}" srcOrd="0" destOrd="0" presId="urn:microsoft.com/office/officeart/2005/8/layout/hList1"/>
    <dgm:cxn modelId="{0E63FD47-5CC8-4993-9460-2227CFE5C7C1}" srcId="{A0AD94F2-5A8E-476D-B171-F32AE2874316}" destId="{C9D25E0C-9B92-4DFE-A3A9-38FA3DD1A255}" srcOrd="5" destOrd="0" parTransId="{B9569E60-99BB-4BF9-9F93-4A9CEED4F45F}" sibTransId="{93B2E112-FC92-49FF-8F2F-2BA963FA7AB0}"/>
    <dgm:cxn modelId="{2CB3C74A-3E8B-4E48-9C9D-E8D03BD8E223}" srcId="{6A0F382F-1FAF-47C3-AF0C-4198F16A5085}" destId="{65CCF508-78ED-4B7D-A119-D9761457377E}" srcOrd="0" destOrd="0" parTransId="{7747FA6A-8145-4F04-B43C-E61E6809B108}" sibTransId="{9632B3D2-C817-4909-9E9B-C5DAB875BA7B}"/>
    <dgm:cxn modelId="{DD1C1B4B-340B-4E9E-8AD4-E1EB635CCED8}" srcId="{A0AD94F2-5A8E-476D-B171-F32AE2874316}" destId="{F111527E-62F0-4326-A56B-22A0AD87019C}" srcOrd="0" destOrd="0" parTransId="{F34C825E-2BD3-499D-A094-CE53022456B5}" sibTransId="{C2AC0CCD-F700-4A7B-AC69-2A6558C0E13D}"/>
    <dgm:cxn modelId="{001EB54E-9909-4885-855D-97619D0C9840}" srcId="{A0AD94F2-5A8E-476D-B171-F32AE2874316}" destId="{8C0EC618-6871-42B3-B43C-3ACFEFA7A70C}" srcOrd="1" destOrd="0" parTransId="{7829F50B-0C4D-4AA0-B2B8-84AABC665886}" sibTransId="{8C8A5FD4-8830-45D6-9EBC-0407F472AE2B}"/>
    <dgm:cxn modelId="{E1C1D87E-7A6A-4EC4-9796-D92257F1CF33}" type="presOf" srcId="{F111527E-62F0-4326-A56B-22A0AD87019C}" destId="{325482AA-76E2-4C35-A67B-A5D682D9CF35}" srcOrd="0" destOrd="0" presId="urn:microsoft.com/office/officeart/2005/8/layout/hList1"/>
    <dgm:cxn modelId="{BE4BB580-FA53-4E6E-B095-B2C73F7F363A}" srcId="{5861421E-E000-4721-B754-27FC5F24494E}" destId="{587B0294-75D3-48F6-9CC1-3F582E54156A}" srcOrd="2" destOrd="0" parTransId="{E10E7AA7-EC1D-47BD-B0F8-B28A336B53FD}" sibTransId="{E455602E-9767-4759-9500-77B367673302}"/>
    <dgm:cxn modelId="{610CC38E-0304-4009-BFAE-ED78EB076E76}" srcId="{5861421E-E000-4721-B754-27FC5F24494E}" destId="{6A0F382F-1FAF-47C3-AF0C-4198F16A5085}" srcOrd="1" destOrd="0" parTransId="{CB243A4C-8942-4D08-B253-349EDF152DA5}" sibTransId="{D0B7E87B-A241-4CE6-A08D-A1A9E4A4D00B}"/>
    <dgm:cxn modelId="{5C13CD9F-F018-4ACD-A85A-4D47622D5A91}" type="presOf" srcId="{65CCF508-78ED-4B7D-A119-D9761457377E}" destId="{A003498C-ABD5-4632-A9A9-4584DD0A0A9B}" srcOrd="0" destOrd="0" presId="urn:microsoft.com/office/officeart/2005/8/layout/hList1"/>
    <dgm:cxn modelId="{DEAAB6AC-E7F7-4B17-96AB-DEA112D243DA}" type="presOf" srcId="{32747AEA-5810-45D3-8E2A-6CD4662A2164}" destId="{A003498C-ABD5-4632-A9A9-4584DD0A0A9B}" srcOrd="0" destOrd="1" presId="urn:microsoft.com/office/officeart/2005/8/layout/hList1"/>
    <dgm:cxn modelId="{8F7767B0-9DBA-4F36-B7A2-C08252DB2B1D}" type="presOf" srcId="{6A0F382F-1FAF-47C3-AF0C-4198F16A5085}" destId="{56886ADD-DEC2-47C8-A707-1EB50EB5A7F0}" srcOrd="0" destOrd="0" presId="urn:microsoft.com/office/officeart/2005/8/layout/hList1"/>
    <dgm:cxn modelId="{880F58B1-4A59-4730-8C1D-7647E076B960}" srcId="{6A0F382F-1FAF-47C3-AF0C-4198F16A5085}" destId="{32747AEA-5810-45D3-8E2A-6CD4662A2164}" srcOrd="1" destOrd="0" parTransId="{82FD0768-314B-49B9-AD01-A0408D44FD75}" sibTransId="{2965302E-07D5-4625-821A-CCF119BD57E9}"/>
    <dgm:cxn modelId="{9D8A05BE-31C0-45D1-A83E-34BB2AFD65B6}" srcId="{A0AD94F2-5A8E-476D-B171-F32AE2874316}" destId="{34B6E4B9-4F92-4868-B812-0C91D4ED5509}" srcOrd="2" destOrd="0" parTransId="{3CA06DDB-C7A1-424D-BF4A-C554F1528F51}" sibTransId="{6A41AFCC-6FF9-4F3A-AB11-E15CB8CBD0A3}"/>
    <dgm:cxn modelId="{0CFA47D4-BF5F-4DB3-A2D1-8FF12CA99491}" srcId="{5861421E-E000-4721-B754-27FC5F24494E}" destId="{A0AD94F2-5A8E-476D-B171-F32AE2874316}" srcOrd="0" destOrd="0" parTransId="{5966E65F-135A-4A3E-A4F7-45DAF2F001DE}" sibTransId="{EAC39570-DED9-4FFD-B56F-16E0BBC5EF76}"/>
    <dgm:cxn modelId="{9601BAD4-338F-407C-9864-E7AA2D7EFFD2}" type="presOf" srcId="{8C0EC618-6871-42B3-B43C-3ACFEFA7A70C}" destId="{325482AA-76E2-4C35-A67B-A5D682D9CF35}" srcOrd="0" destOrd="1" presId="urn:microsoft.com/office/officeart/2005/8/layout/hList1"/>
    <dgm:cxn modelId="{46C3E4DA-5CE5-46CC-ACA1-872C02507E53}" srcId="{A0AD94F2-5A8E-476D-B171-F32AE2874316}" destId="{4DFF836F-59C9-49FE-8529-2758BDAC61BC}" srcOrd="3" destOrd="0" parTransId="{29253CDA-65C4-4281-9EE0-B0E9C7B2781B}" sibTransId="{C29F7B8E-B587-4ACA-BCAD-C84C1F67BA11}"/>
    <dgm:cxn modelId="{4ED1E2E4-052A-4012-9D3D-FA61F43D8B0E}" type="presOf" srcId="{4DFF836F-59C9-49FE-8529-2758BDAC61BC}" destId="{325482AA-76E2-4C35-A67B-A5D682D9CF35}" srcOrd="0" destOrd="3" presId="urn:microsoft.com/office/officeart/2005/8/layout/hList1"/>
    <dgm:cxn modelId="{B97D8DEB-09C9-4652-9E07-20DE96B1B2BC}" type="presOf" srcId="{587B0294-75D3-48F6-9CC1-3F582E54156A}" destId="{7D79E8A1-A83E-4893-BB5F-1AB9B90D4926}" srcOrd="0" destOrd="0" presId="urn:microsoft.com/office/officeart/2005/8/layout/hList1"/>
    <dgm:cxn modelId="{12E592D8-FA56-4BAC-B6F1-020104568FB9}" type="presParOf" srcId="{CFEBFE06-0389-4B7D-8C91-E759802C3E76}" destId="{0A26D8AD-B8D1-49A5-88B6-1FF3E58432D0}" srcOrd="0" destOrd="0" presId="urn:microsoft.com/office/officeart/2005/8/layout/hList1"/>
    <dgm:cxn modelId="{D96F46D1-5367-47ED-9732-939444BFCFD4}" type="presParOf" srcId="{0A26D8AD-B8D1-49A5-88B6-1FF3E58432D0}" destId="{858DDE5D-CD68-4E12-9A46-5E7186F81CDB}" srcOrd="0" destOrd="0" presId="urn:microsoft.com/office/officeart/2005/8/layout/hList1"/>
    <dgm:cxn modelId="{125B0B73-D823-496B-810B-03CA25E00A1C}" type="presParOf" srcId="{0A26D8AD-B8D1-49A5-88B6-1FF3E58432D0}" destId="{325482AA-76E2-4C35-A67B-A5D682D9CF35}" srcOrd="1" destOrd="0" presId="urn:microsoft.com/office/officeart/2005/8/layout/hList1"/>
    <dgm:cxn modelId="{37F38A57-B4F5-4D4E-95D2-27C16A302EAE}" type="presParOf" srcId="{CFEBFE06-0389-4B7D-8C91-E759802C3E76}" destId="{D92DC62A-3E3D-4D92-9EA0-AB3008B227BE}" srcOrd="1" destOrd="0" presId="urn:microsoft.com/office/officeart/2005/8/layout/hList1"/>
    <dgm:cxn modelId="{15ADB7F3-3225-43B4-B0BE-E54AC6F672CB}" type="presParOf" srcId="{CFEBFE06-0389-4B7D-8C91-E759802C3E76}" destId="{60CFEA57-9B87-42B4-A108-0ACAF8E8C1F7}" srcOrd="2" destOrd="0" presId="urn:microsoft.com/office/officeart/2005/8/layout/hList1"/>
    <dgm:cxn modelId="{712B566B-080D-4D18-B9D8-DDEAB3E7D1C8}" type="presParOf" srcId="{60CFEA57-9B87-42B4-A108-0ACAF8E8C1F7}" destId="{56886ADD-DEC2-47C8-A707-1EB50EB5A7F0}" srcOrd="0" destOrd="0" presId="urn:microsoft.com/office/officeart/2005/8/layout/hList1"/>
    <dgm:cxn modelId="{C3A4F2D0-E266-437E-B2DE-87657F3B47C7}" type="presParOf" srcId="{60CFEA57-9B87-42B4-A108-0ACAF8E8C1F7}" destId="{A003498C-ABD5-4632-A9A9-4584DD0A0A9B}" srcOrd="1" destOrd="0" presId="urn:microsoft.com/office/officeart/2005/8/layout/hList1"/>
    <dgm:cxn modelId="{9A78AFC0-BC97-43A2-B8EF-2B352480E3FE}" type="presParOf" srcId="{CFEBFE06-0389-4B7D-8C91-E759802C3E76}" destId="{1C0496BF-7A9B-4EB1-A366-262C08403F40}" srcOrd="3" destOrd="0" presId="urn:microsoft.com/office/officeart/2005/8/layout/hList1"/>
    <dgm:cxn modelId="{20B9DA6F-35BA-4C26-8E37-F8FCA92CA7E9}" type="presParOf" srcId="{CFEBFE06-0389-4B7D-8C91-E759802C3E76}" destId="{45060C5A-C34F-42FC-989C-B803C282AEC4}" srcOrd="4" destOrd="0" presId="urn:microsoft.com/office/officeart/2005/8/layout/hList1"/>
    <dgm:cxn modelId="{DBD48BC6-04AE-4FBD-9698-B275C0BB70E7}" type="presParOf" srcId="{45060C5A-C34F-42FC-989C-B803C282AEC4}" destId="{7D79E8A1-A83E-4893-BB5F-1AB9B90D4926}" srcOrd="0" destOrd="0" presId="urn:microsoft.com/office/officeart/2005/8/layout/hList1"/>
    <dgm:cxn modelId="{3CF77825-C217-4227-89CD-CA4FF2A56B17}" type="presParOf" srcId="{45060C5A-C34F-42FC-989C-B803C282AEC4}" destId="{BC05041F-5AB2-476A-B573-CE29B61159E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74DEEA37-E7E9-47A6-8C96-7EC24E00AA83}" type="doc">
      <dgm:prSet loTypeId="urn:microsoft.com/office/officeart/2005/8/layout/h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30FE8B3E-CAE9-4C05-A832-FDA15088E7C4}">
      <dgm:prSet/>
      <dgm:spPr/>
      <dgm:t>
        <a:bodyPr/>
        <a:lstStyle/>
        <a:p>
          <a:r>
            <a:rPr lang="en-US" b="1" dirty="0"/>
            <a:t>Step 1: Choose a track</a:t>
          </a:r>
          <a:endParaRPr lang="fr-FR" dirty="0"/>
        </a:p>
      </dgm:t>
    </dgm:pt>
    <dgm:pt modelId="{D5EE3CEC-7232-40FE-8773-CF953614AAB6}" type="parTrans" cxnId="{0E7EF459-93DD-4C25-B883-31CC99BDD976}">
      <dgm:prSet/>
      <dgm:spPr/>
      <dgm:t>
        <a:bodyPr/>
        <a:lstStyle/>
        <a:p>
          <a:endParaRPr lang="fr-FR"/>
        </a:p>
      </dgm:t>
    </dgm:pt>
    <dgm:pt modelId="{9D95D62A-1EE0-44CB-B2FD-55100CB331F8}" type="sibTrans" cxnId="{0E7EF459-93DD-4C25-B883-31CC99BDD976}">
      <dgm:prSet/>
      <dgm:spPr/>
      <dgm:t>
        <a:bodyPr/>
        <a:lstStyle/>
        <a:p>
          <a:endParaRPr lang="fr-FR"/>
        </a:p>
      </dgm:t>
    </dgm:pt>
    <dgm:pt modelId="{1E676268-7528-4C4A-83F2-023974A17877}">
      <dgm:prSet/>
      <dgm:spPr/>
      <dgm:t>
        <a:bodyPr/>
        <a:lstStyle/>
        <a:p>
          <a:r>
            <a:rPr lang="en-US"/>
            <a:t>Examples:</a:t>
          </a:r>
          <a:endParaRPr lang="fr-FR"/>
        </a:p>
      </dgm:t>
    </dgm:pt>
    <dgm:pt modelId="{89CEF4DB-92B7-4EEF-B528-160D9C52D760}" type="parTrans" cxnId="{555E9DA6-E37E-4896-85BF-9E7F2F1EA4E9}">
      <dgm:prSet/>
      <dgm:spPr/>
      <dgm:t>
        <a:bodyPr/>
        <a:lstStyle/>
        <a:p>
          <a:endParaRPr lang="fr-FR"/>
        </a:p>
      </dgm:t>
    </dgm:pt>
    <dgm:pt modelId="{91BC1BF0-BE2B-4179-BA50-3CD4129488F1}" type="sibTrans" cxnId="{555E9DA6-E37E-4896-85BF-9E7F2F1EA4E9}">
      <dgm:prSet/>
      <dgm:spPr/>
      <dgm:t>
        <a:bodyPr/>
        <a:lstStyle/>
        <a:p>
          <a:endParaRPr lang="fr-FR"/>
        </a:p>
      </dgm:t>
    </dgm:pt>
    <dgm:pt modelId="{09E58E98-E647-4347-972B-E2674912F1DC}">
      <dgm:prSet/>
      <dgm:spPr/>
      <dgm:t>
        <a:bodyPr/>
        <a:lstStyle/>
        <a:p>
          <a:r>
            <a:rPr lang="fr-FR"/>
            <a:t>Employment trajectories and parental education</a:t>
          </a:r>
        </a:p>
      </dgm:t>
    </dgm:pt>
    <dgm:pt modelId="{0074D464-25E5-4843-9DC1-64FCE30819D9}" type="parTrans" cxnId="{56AA99BE-4E0E-4E2E-BC19-A0CEBB006D95}">
      <dgm:prSet/>
      <dgm:spPr/>
      <dgm:t>
        <a:bodyPr/>
        <a:lstStyle/>
        <a:p>
          <a:endParaRPr lang="fr-FR"/>
        </a:p>
      </dgm:t>
    </dgm:pt>
    <dgm:pt modelId="{4C2EF34F-7550-48BA-A6B0-2D360E7B87DD}" type="sibTrans" cxnId="{56AA99BE-4E0E-4E2E-BC19-A0CEBB006D95}">
      <dgm:prSet/>
      <dgm:spPr/>
      <dgm:t>
        <a:bodyPr/>
        <a:lstStyle/>
        <a:p>
          <a:endParaRPr lang="fr-FR"/>
        </a:p>
      </dgm:t>
    </dgm:pt>
    <dgm:pt modelId="{0407F6BC-A7A5-4732-8004-020F3BF83D81}">
      <dgm:prSet/>
      <dgm:spPr/>
      <dgm:t>
        <a:bodyPr/>
        <a:lstStyle/>
        <a:p>
          <a:r>
            <a:rPr lang="en-US"/>
            <a:t>Employment trajectories and later mental health</a:t>
          </a:r>
          <a:endParaRPr lang="fr-FR"/>
        </a:p>
      </dgm:t>
    </dgm:pt>
    <dgm:pt modelId="{F2BD5D44-1958-4C9A-BC50-51F2B6B80528}" type="parTrans" cxnId="{A23D9439-36B1-46CA-910D-674085EA8218}">
      <dgm:prSet/>
      <dgm:spPr/>
      <dgm:t>
        <a:bodyPr/>
        <a:lstStyle/>
        <a:p>
          <a:endParaRPr lang="fr-FR"/>
        </a:p>
      </dgm:t>
    </dgm:pt>
    <dgm:pt modelId="{240B9459-8306-49F3-A241-8B1522B8CF04}" type="sibTrans" cxnId="{A23D9439-36B1-46CA-910D-674085EA8218}">
      <dgm:prSet/>
      <dgm:spPr/>
      <dgm:t>
        <a:bodyPr/>
        <a:lstStyle/>
        <a:p>
          <a:endParaRPr lang="fr-FR"/>
        </a:p>
      </dgm:t>
    </dgm:pt>
    <dgm:pt modelId="{85F0FA34-7FA8-473B-B732-6924B29BBFB0}">
      <dgm:prSet/>
      <dgm:spPr/>
      <dgm:t>
        <a:bodyPr/>
        <a:lstStyle/>
        <a:p>
          <a:r>
            <a:rPr lang="fr-FR"/>
            <a:t>Family trajectories and childhood SEP</a:t>
          </a:r>
        </a:p>
      </dgm:t>
    </dgm:pt>
    <dgm:pt modelId="{F385BC6F-EF47-4F6A-9784-A8A4624C99C3}" type="parTrans" cxnId="{212CBF59-53D6-4F69-89A8-EFD95D495D05}">
      <dgm:prSet/>
      <dgm:spPr/>
      <dgm:t>
        <a:bodyPr/>
        <a:lstStyle/>
        <a:p>
          <a:endParaRPr lang="fr-FR"/>
        </a:p>
      </dgm:t>
    </dgm:pt>
    <dgm:pt modelId="{9D7A3077-F55F-4A83-8605-E9DC9AF6A171}" type="sibTrans" cxnId="{212CBF59-53D6-4F69-89A8-EFD95D495D05}">
      <dgm:prSet/>
      <dgm:spPr/>
      <dgm:t>
        <a:bodyPr/>
        <a:lstStyle/>
        <a:p>
          <a:endParaRPr lang="fr-FR"/>
        </a:p>
      </dgm:t>
    </dgm:pt>
    <dgm:pt modelId="{7CB71462-96DE-4688-88BA-2B1A252FB1A8}">
      <dgm:prSet/>
      <dgm:spPr/>
      <dgm:t>
        <a:bodyPr/>
        <a:lstStyle/>
        <a:p>
          <a:r>
            <a:rPr lang="fr-FR"/>
            <a:t>Housing trajectories and social background</a:t>
          </a:r>
        </a:p>
      </dgm:t>
    </dgm:pt>
    <dgm:pt modelId="{219F4B62-BD90-4366-8A39-0D0C60120214}" type="parTrans" cxnId="{7A33E48D-1F2F-4481-B64F-146486748C66}">
      <dgm:prSet/>
      <dgm:spPr/>
      <dgm:t>
        <a:bodyPr/>
        <a:lstStyle/>
        <a:p>
          <a:endParaRPr lang="fr-FR"/>
        </a:p>
      </dgm:t>
    </dgm:pt>
    <dgm:pt modelId="{E83C3365-B341-4CF5-A65C-2EF279CB0F91}" type="sibTrans" cxnId="{7A33E48D-1F2F-4481-B64F-146486748C66}">
      <dgm:prSet/>
      <dgm:spPr/>
      <dgm:t>
        <a:bodyPr/>
        <a:lstStyle/>
        <a:p>
          <a:endParaRPr lang="fr-FR"/>
        </a:p>
      </dgm:t>
    </dgm:pt>
    <dgm:pt modelId="{E38E61FA-961B-4374-A2DA-7686CCE9BB8B}">
      <dgm:prSet/>
      <dgm:spPr/>
      <dgm:t>
        <a:bodyPr/>
        <a:lstStyle/>
        <a:p>
          <a:r>
            <a:rPr lang="fr-FR" b="1" dirty="0" err="1"/>
            <a:t>Step</a:t>
          </a:r>
          <a:r>
            <a:rPr lang="fr-FR" b="1" dirty="0"/>
            <a:t> 2 : </a:t>
          </a:r>
          <a:r>
            <a:rPr lang="fr-FR" b="1" dirty="0" err="1"/>
            <a:t>Create</a:t>
          </a:r>
          <a:r>
            <a:rPr lang="fr-FR" b="1" dirty="0"/>
            <a:t> </a:t>
          </a:r>
          <a:r>
            <a:rPr lang="fr-FR" b="1" dirty="0" err="1"/>
            <a:t>your</a:t>
          </a:r>
          <a:r>
            <a:rPr lang="fr-FR" b="1" dirty="0"/>
            <a:t> </a:t>
          </a:r>
          <a:r>
            <a:rPr lang="fr-FR" b="1" dirty="0" err="1"/>
            <a:t>sequence</a:t>
          </a:r>
          <a:r>
            <a:rPr lang="fr-FR" b="1" dirty="0"/>
            <a:t> </a:t>
          </a:r>
          <a:r>
            <a:rPr lang="fr-FR" b="1" dirty="0" err="1"/>
            <a:t>object</a:t>
          </a:r>
          <a:endParaRPr lang="fr-FR" dirty="0"/>
        </a:p>
      </dgm:t>
    </dgm:pt>
    <dgm:pt modelId="{7D230B43-9308-467F-9F4F-B6C426B3C85E}" type="parTrans" cxnId="{8E965233-2906-4F50-BD99-B83874C790BE}">
      <dgm:prSet/>
      <dgm:spPr/>
      <dgm:t>
        <a:bodyPr/>
        <a:lstStyle/>
        <a:p>
          <a:endParaRPr lang="fr-FR"/>
        </a:p>
      </dgm:t>
    </dgm:pt>
    <dgm:pt modelId="{BFE67ED6-992A-4566-AC9D-BDA670024DD0}" type="sibTrans" cxnId="{8E965233-2906-4F50-BD99-B83874C790BE}">
      <dgm:prSet/>
      <dgm:spPr/>
      <dgm:t>
        <a:bodyPr/>
        <a:lstStyle/>
        <a:p>
          <a:endParaRPr lang="fr-FR"/>
        </a:p>
      </dgm:t>
    </dgm:pt>
    <dgm:pt modelId="{4255EE46-D329-4D54-81DC-DE25C73CA55D}">
      <dgm:prSet/>
      <dgm:spPr/>
      <dgm:t>
        <a:bodyPr/>
        <a:lstStyle/>
        <a:p>
          <a:r>
            <a:rPr lang="en-US"/>
            <a:t>Adapt the guided code to your chosen domain.</a:t>
          </a:r>
          <a:endParaRPr lang="fr-FR"/>
        </a:p>
      </dgm:t>
    </dgm:pt>
    <dgm:pt modelId="{20F02E19-4190-4A3E-8F2A-F3AA20B58CE3}" type="parTrans" cxnId="{00BC326D-4DBD-4A03-95EB-D74D7F682ABE}">
      <dgm:prSet/>
      <dgm:spPr/>
      <dgm:t>
        <a:bodyPr/>
        <a:lstStyle/>
        <a:p>
          <a:endParaRPr lang="fr-FR"/>
        </a:p>
      </dgm:t>
    </dgm:pt>
    <dgm:pt modelId="{1030FB66-F02E-4661-B2B4-A8EC2BA7D184}" type="sibTrans" cxnId="{00BC326D-4DBD-4A03-95EB-D74D7F682ABE}">
      <dgm:prSet/>
      <dgm:spPr/>
      <dgm:t>
        <a:bodyPr/>
        <a:lstStyle/>
        <a:p>
          <a:endParaRPr lang="fr-FR"/>
        </a:p>
      </dgm:t>
    </dgm:pt>
    <dgm:pt modelId="{E19D0E39-0709-46C6-9071-0B97BA64A597}">
      <dgm:prSet/>
      <dgm:spPr/>
      <dgm:t>
        <a:bodyPr/>
        <a:lstStyle/>
        <a:p>
          <a:r>
            <a:rPr lang="en-US" b="1" dirty="0"/>
            <a:t>Step 3: Produce one descriptive figure</a:t>
          </a:r>
          <a:endParaRPr lang="fr-FR" dirty="0"/>
        </a:p>
      </dgm:t>
    </dgm:pt>
    <dgm:pt modelId="{59DB1EA0-97F1-4425-9FAF-6525121C4EE2}" type="parTrans" cxnId="{77113146-17D9-41A4-95DE-7EC7E69470EE}">
      <dgm:prSet/>
      <dgm:spPr/>
      <dgm:t>
        <a:bodyPr/>
        <a:lstStyle/>
        <a:p>
          <a:endParaRPr lang="fr-FR"/>
        </a:p>
      </dgm:t>
    </dgm:pt>
    <dgm:pt modelId="{8CA359D2-497B-4683-AEFC-2326713CB957}" type="sibTrans" cxnId="{77113146-17D9-41A4-95DE-7EC7E69470EE}">
      <dgm:prSet/>
      <dgm:spPr/>
      <dgm:t>
        <a:bodyPr/>
        <a:lstStyle/>
        <a:p>
          <a:endParaRPr lang="fr-FR"/>
        </a:p>
      </dgm:t>
    </dgm:pt>
    <dgm:pt modelId="{3FF35D47-10CB-425F-8A0B-6AEB1D6607E1}">
      <dgm:prSet/>
      <dgm:spPr/>
      <dgm:t>
        <a:bodyPr/>
        <a:lstStyle/>
        <a:p>
          <a:r>
            <a:rPr lang="en-US"/>
            <a:t>Choose either:</a:t>
          </a:r>
          <a:endParaRPr lang="fr-FR"/>
        </a:p>
      </dgm:t>
    </dgm:pt>
    <dgm:pt modelId="{52AC175D-FF72-4B96-B6B6-C46CA6BBC394}" type="parTrans" cxnId="{A0169F30-7418-48F5-A765-DD3A64B68F45}">
      <dgm:prSet/>
      <dgm:spPr/>
      <dgm:t>
        <a:bodyPr/>
        <a:lstStyle/>
        <a:p>
          <a:endParaRPr lang="fr-FR"/>
        </a:p>
      </dgm:t>
    </dgm:pt>
    <dgm:pt modelId="{396FA2B9-A911-4069-B9FA-75002975E1D1}" type="sibTrans" cxnId="{A0169F30-7418-48F5-A765-DD3A64B68F45}">
      <dgm:prSet/>
      <dgm:spPr/>
      <dgm:t>
        <a:bodyPr/>
        <a:lstStyle/>
        <a:p>
          <a:endParaRPr lang="fr-FR"/>
        </a:p>
      </dgm:t>
    </dgm:pt>
    <dgm:pt modelId="{4928ADE0-5115-4CA5-BC8F-9706C202BF1D}">
      <dgm:prSet/>
      <dgm:spPr/>
      <dgm:t>
        <a:bodyPr/>
        <a:lstStyle/>
        <a:p>
          <a:r>
            <a:rPr lang="fr-FR"/>
            <a:t>index plot</a:t>
          </a:r>
        </a:p>
      </dgm:t>
    </dgm:pt>
    <dgm:pt modelId="{D9F7AD92-8814-44D3-9ECC-C8261F0ACD56}" type="parTrans" cxnId="{E4EE5A15-1CB6-46DA-8A26-46F1796E5BED}">
      <dgm:prSet/>
      <dgm:spPr/>
      <dgm:t>
        <a:bodyPr/>
        <a:lstStyle/>
        <a:p>
          <a:endParaRPr lang="fr-FR"/>
        </a:p>
      </dgm:t>
    </dgm:pt>
    <dgm:pt modelId="{C7903269-0530-4272-B18B-EE7DDE3EE5AF}" type="sibTrans" cxnId="{E4EE5A15-1CB6-46DA-8A26-46F1796E5BED}">
      <dgm:prSet/>
      <dgm:spPr/>
      <dgm:t>
        <a:bodyPr/>
        <a:lstStyle/>
        <a:p>
          <a:endParaRPr lang="fr-FR"/>
        </a:p>
      </dgm:t>
    </dgm:pt>
    <dgm:pt modelId="{A88B06FF-FA16-475B-856E-3A4A371ACC02}">
      <dgm:prSet/>
      <dgm:spPr/>
      <dgm:t>
        <a:bodyPr/>
        <a:lstStyle/>
        <a:p>
          <a:r>
            <a:rPr lang="fr-FR"/>
            <a:t>state distribution plot</a:t>
          </a:r>
        </a:p>
      </dgm:t>
    </dgm:pt>
    <dgm:pt modelId="{53B631AA-C265-4E67-8BD5-6DD860CAFC16}" type="parTrans" cxnId="{F8CF924F-0A5D-45C0-8A8E-2FDE27182AA1}">
      <dgm:prSet/>
      <dgm:spPr/>
      <dgm:t>
        <a:bodyPr/>
        <a:lstStyle/>
        <a:p>
          <a:endParaRPr lang="fr-FR"/>
        </a:p>
      </dgm:t>
    </dgm:pt>
    <dgm:pt modelId="{319D0E85-4388-4E12-BEE0-D0C1A2E7A743}" type="sibTrans" cxnId="{F8CF924F-0A5D-45C0-8A8E-2FDE27182AA1}">
      <dgm:prSet/>
      <dgm:spPr/>
      <dgm:t>
        <a:bodyPr/>
        <a:lstStyle/>
        <a:p>
          <a:endParaRPr lang="fr-FR"/>
        </a:p>
      </dgm:t>
    </dgm:pt>
    <dgm:pt modelId="{DA4DD140-2985-4B8C-863D-C45C9E37D3E1}">
      <dgm:prSet/>
      <dgm:spPr/>
      <dgm:t>
        <a:bodyPr/>
        <a:lstStyle/>
        <a:p>
          <a:r>
            <a:rPr lang="fr-FR"/>
            <a:t>grouped state distribution plot</a:t>
          </a:r>
        </a:p>
      </dgm:t>
    </dgm:pt>
    <dgm:pt modelId="{B0EC20EF-50D8-409E-92D3-6D977C17F197}" type="parTrans" cxnId="{AF9E1389-EDCC-4C78-8734-57FD4EA9222F}">
      <dgm:prSet/>
      <dgm:spPr/>
      <dgm:t>
        <a:bodyPr/>
        <a:lstStyle/>
        <a:p>
          <a:endParaRPr lang="fr-FR"/>
        </a:p>
      </dgm:t>
    </dgm:pt>
    <dgm:pt modelId="{AADF0DFD-E405-42BF-999C-DEF0336927F6}" type="sibTrans" cxnId="{AF9E1389-EDCC-4C78-8734-57FD4EA9222F}">
      <dgm:prSet/>
      <dgm:spPr/>
      <dgm:t>
        <a:bodyPr/>
        <a:lstStyle/>
        <a:p>
          <a:endParaRPr lang="fr-FR"/>
        </a:p>
      </dgm:t>
    </dgm:pt>
    <dgm:pt modelId="{6758D94C-EBB5-4531-9C7D-305C02EE5B80}">
      <dgm:prSet/>
      <dgm:spPr/>
      <dgm:t>
        <a:bodyPr/>
        <a:lstStyle/>
        <a:p>
          <a:r>
            <a:rPr lang="fr-FR" b="1" dirty="0" err="1"/>
            <a:t>Step</a:t>
          </a:r>
          <a:r>
            <a:rPr lang="fr-FR" b="1" dirty="0"/>
            <a:t> 4:  Write </a:t>
          </a:r>
          <a:r>
            <a:rPr lang="fr-FR" b="1" dirty="0" err="1"/>
            <a:t>three</a:t>
          </a:r>
          <a:r>
            <a:rPr lang="fr-FR" b="1" dirty="0"/>
            <a:t> </a:t>
          </a:r>
          <a:r>
            <a:rPr lang="fr-FR" b="1" dirty="0" err="1"/>
            <a:t>interpretation</a:t>
          </a:r>
          <a:r>
            <a:rPr lang="fr-FR" b="1" dirty="0"/>
            <a:t> sentences</a:t>
          </a:r>
          <a:endParaRPr lang="fr-FR" dirty="0"/>
        </a:p>
      </dgm:t>
    </dgm:pt>
    <dgm:pt modelId="{D6C5C0EF-6F4C-4C86-95E0-D4173640BDA8}" type="parTrans" cxnId="{842A978D-72C9-4B89-A5FE-98FE500ED1DA}">
      <dgm:prSet/>
      <dgm:spPr/>
      <dgm:t>
        <a:bodyPr/>
        <a:lstStyle/>
        <a:p>
          <a:endParaRPr lang="fr-FR"/>
        </a:p>
      </dgm:t>
    </dgm:pt>
    <dgm:pt modelId="{525A3A59-DFAC-4234-8ED7-EA295AA54C60}" type="sibTrans" cxnId="{842A978D-72C9-4B89-A5FE-98FE500ED1DA}">
      <dgm:prSet/>
      <dgm:spPr/>
      <dgm:t>
        <a:bodyPr/>
        <a:lstStyle/>
        <a:p>
          <a:endParaRPr lang="fr-FR"/>
        </a:p>
      </dgm:t>
    </dgm:pt>
    <dgm:pt modelId="{A274B979-EA69-4F48-ACCE-2586DB2A0C5C}">
      <dgm:prSet/>
      <dgm:spPr/>
      <dgm:t>
        <a:bodyPr/>
        <a:lstStyle/>
        <a:p>
          <a:r>
            <a:rPr lang="en-US"/>
            <a:t>What is the dominant pattern?</a:t>
          </a:r>
          <a:endParaRPr lang="fr-FR"/>
        </a:p>
      </dgm:t>
    </dgm:pt>
    <dgm:pt modelId="{C93B9D77-D625-4D12-8362-4FAD99A315DD}" type="parTrans" cxnId="{C8A8D6A3-AFAA-4C58-AC13-A3B4994A4C9C}">
      <dgm:prSet/>
      <dgm:spPr/>
      <dgm:t>
        <a:bodyPr/>
        <a:lstStyle/>
        <a:p>
          <a:endParaRPr lang="fr-FR"/>
        </a:p>
      </dgm:t>
    </dgm:pt>
    <dgm:pt modelId="{3E7319D8-BF5E-4195-BEB3-4AB3CF4DFF5B}" type="sibTrans" cxnId="{C8A8D6A3-AFAA-4C58-AC13-A3B4994A4C9C}">
      <dgm:prSet/>
      <dgm:spPr/>
      <dgm:t>
        <a:bodyPr/>
        <a:lstStyle/>
        <a:p>
          <a:endParaRPr lang="fr-FR"/>
        </a:p>
      </dgm:t>
    </dgm:pt>
    <dgm:pt modelId="{543C85D1-A9DC-48D0-9839-B75AF747550E}">
      <dgm:prSet/>
      <dgm:spPr/>
      <dgm:t>
        <a:bodyPr/>
        <a:lstStyle/>
        <a:p>
          <a:r>
            <a:rPr lang="fr-FR"/>
            <a:t>Where is there heterogeneity?</a:t>
          </a:r>
        </a:p>
      </dgm:t>
    </dgm:pt>
    <dgm:pt modelId="{2611E368-9F51-4CC9-99DE-99D8072C66E6}" type="parTrans" cxnId="{ACDBD85E-C952-46D4-8431-1B39F5C9896B}">
      <dgm:prSet/>
      <dgm:spPr/>
      <dgm:t>
        <a:bodyPr/>
        <a:lstStyle/>
        <a:p>
          <a:endParaRPr lang="fr-FR"/>
        </a:p>
      </dgm:t>
    </dgm:pt>
    <dgm:pt modelId="{401B352A-2B80-49BA-9FB3-CE8C916F6403}" type="sibTrans" cxnId="{ACDBD85E-C952-46D4-8431-1B39F5C9896B}">
      <dgm:prSet/>
      <dgm:spPr/>
      <dgm:t>
        <a:bodyPr/>
        <a:lstStyle/>
        <a:p>
          <a:endParaRPr lang="fr-FR"/>
        </a:p>
      </dgm:t>
    </dgm:pt>
    <dgm:pt modelId="{97910A01-F2CA-4668-99C4-EAD7727A9289}">
      <dgm:prSet/>
      <dgm:spPr/>
      <dgm:t>
        <a:bodyPr/>
        <a:lstStyle/>
        <a:p>
          <a:r>
            <a:rPr lang="en-US"/>
            <a:t>What can you not conclude yet?</a:t>
          </a:r>
          <a:endParaRPr lang="fr-FR"/>
        </a:p>
      </dgm:t>
    </dgm:pt>
    <dgm:pt modelId="{F49B079B-6669-4A17-9F8D-983C7FFA2FE3}" type="parTrans" cxnId="{BB2B3A69-F5A9-4FAC-9D0A-D46E339A5016}">
      <dgm:prSet/>
      <dgm:spPr/>
      <dgm:t>
        <a:bodyPr/>
        <a:lstStyle/>
        <a:p>
          <a:endParaRPr lang="fr-FR"/>
        </a:p>
      </dgm:t>
    </dgm:pt>
    <dgm:pt modelId="{6CF8FDEC-6ED0-4E51-9F8A-0D55EAB65DCC}" type="sibTrans" cxnId="{BB2B3A69-F5A9-4FAC-9D0A-D46E339A5016}">
      <dgm:prSet/>
      <dgm:spPr/>
      <dgm:t>
        <a:bodyPr/>
        <a:lstStyle/>
        <a:p>
          <a:endParaRPr lang="fr-FR"/>
        </a:p>
      </dgm:t>
    </dgm:pt>
    <dgm:pt modelId="{F08C2A5E-A851-4740-9E2D-4A894CE5228A}" type="pres">
      <dgm:prSet presAssocID="{74DEEA37-E7E9-47A6-8C96-7EC24E00AA83}" presName="Name0" presStyleCnt="0">
        <dgm:presLayoutVars>
          <dgm:dir/>
          <dgm:animLvl val="lvl"/>
          <dgm:resizeHandles val="exact"/>
        </dgm:presLayoutVars>
      </dgm:prSet>
      <dgm:spPr/>
    </dgm:pt>
    <dgm:pt modelId="{C2A6860A-2D32-46CE-A37D-DF3C46CB73B6}" type="pres">
      <dgm:prSet presAssocID="{30FE8B3E-CAE9-4C05-A832-FDA15088E7C4}" presName="composite" presStyleCnt="0"/>
      <dgm:spPr/>
    </dgm:pt>
    <dgm:pt modelId="{4A4D6C1A-0F2B-4F0D-A03D-D6297B00042B}" type="pres">
      <dgm:prSet presAssocID="{30FE8B3E-CAE9-4C05-A832-FDA15088E7C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51B304ED-15B1-4434-9032-70AD9C53084B}" type="pres">
      <dgm:prSet presAssocID="{30FE8B3E-CAE9-4C05-A832-FDA15088E7C4}" presName="desTx" presStyleLbl="alignAccFollowNode1" presStyleIdx="0" presStyleCnt="4">
        <dgm:presLayoutVars>
          <dgm:bulletEnabled val="1"/>
        </dgm:presLayoutVars>
      </dgm:prSet>
      <dgm:spPr/>
    </dgm:pt>
    <dgm:pt modelId="{523E0174-6931-439E-86F7-0B91A658BC60}" type="pres">
      <dgm:prSet presAssocID="{9D95D62A-1EE0-44CB-B2FD-55100CB331F8}" presName="space" presStyleCnt="0"/>
      <dgm:spPr/>
    </dgm:pt>
    <dgm:pt modelId="{DE4D06DA-08BA-4397-9597-AC271D8821F2}" type="pres">
      <dgm:prSet presAssocID="{E38E61FA-961B-4374-A2DA-7686CCE9BB8B}" presName="composite" presStyleCnt="0"/>
      <dgm:spPr/>
    </dgm:pt>
    <dgm:pt modelId="{6204535D-5766-44EC-96F9-B5B6C858227B}" type="pres">
      <dgm:prSet presAssocID="{E38E61FA-961B-4374-A2DA-7686CCE9BB8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025BDF7-99FB-49C8-A0E3-F923709F4A4B}" type="pres">
      <dgm:prSet presAssocID="{E38E61FA-961B-4374-A2DA-7686CCE9BB8B}" presName="desTx" presStyleLbl="alignAccFollowNode1" presStyleIdx="1" presStyleCnt="4">
        <dgm:presLayoutVars>
          <dgm:bulletEnabled val="1"/>
        </dgm:presLayoutVars>
      </dgm:prSet>
      <dgm:spPr/>
    </dgm:pt>
    <dgm:pt modelId="{169BA648-04B9-469A-AC63-E169C669DF6C}" type="pres">
      <dgm:prSet presAssocID="{BFE67ED6-992A-4566-AC9D-BDA670024DD0}" presName="space" presStyleCnt="0"/>
      <dgm:spPr/>
    </dgm:pt>
    <dgm:pt modelId="{D4F0549D-2D45-4AFA-B1C7-CD1C34F655BF}" type="pres">
      <dgm:prSet presAssocID="{E19D0E39-0709-46C6-9071-0B97BA64A597}" presName="composite" presStyleCnt="0"/>
      <dgm:spPr/>
    </dgm:pt>
    <dgm:pt modelId="{5E21B614-59C3-4A14-BADB-42007267DD1B}" type="pres">
      <dgm:prSet presAssocID="{E19D0E39-0709-46C6-9071-0B97BA64A59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F62693F6-3A35-4411-9526-A1B1B3A61473}" type="pres">
      <dgm:prSet presAssocID="{E19D0E39-0709-46C6-9071-0B97BA64A597}" presName="desTx" presStyleLbl="alignAccFollowNode1" presStyleIdx="2" presStyleCnt="4">
        <dgm:presLayoutVars>
          <dgm:bulletEnabled val="1"/>
        </dgm:presLayoutVars>
      </dgm:prSet>
      <dgm:spPr/>
    </dgm:pt>
    <dgm:pt modelId="{9D5CE225-3185-4827-9ED4-9F59A5E2D023}" type="pres">
      <dgm:prSet presAssocID="{8CA359D2-497B-4683-AEFC-2326713CB957}" presName="space" presStyleCnt="0"/>
      <dgm:spPr/>
    </dgm:pt>
    <dgm:pt modelId="{D6406330-E858-420B-A2E9-650B78CD5985}" type="pres">
      <dgm:prSet presAssocID="{6758D94C-EBB5-4531-9C7D-305C02EE5B80}" presName="composite" presStyleCnt="0"/>
      <dgm:spPr/>
    </dgm:pt>
    <dgm:pt modelId="{92D207AD-67F5-43D6-B36B-463FA365CD48}" type="pres">
      <dgm:prSet presAssocID="{6758D94C-EBB5-4531-9C7D-305C02EE5B80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34772CCC-94B0-421F-A232-CF454FEC81C1}" type="pres">
      <dgm:prSet presAssocID="{6758D94C-EBB5-4531-9C7D-305C02EE5B80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5D32640A-C604-40DD-9669-E4D3E441EB6E}" type="presOf" srcId="{1E676268-7528-4C4A-83F2-023974A17877}" destId="{51B304ED-15B1-4434-9032-70AD9C53084B}" srcOrd="0" destOrd="0" presId="urn:microsoft.com/office/officeart/2005/8/layout/hList1"/>
    <dgm:cxn modelId="{1133700E-4312-4201-B83B-8645F625C056}" type="presOf" srcId="{A88B06FF-FA16-475B-856E-3A4A371ACC02}" destId="{F62693F6-3A35-4411-9526-A1B1B3A61473}" srcOrd="0" destOrd="2" presId="urn:microsoft.com/office/officeart/2005/8/layout/hList1"/>
    <dgm:cxn modelId="{E4EE5A15-1CB6-46DA-8A26-46F1796E5BED}" srcId="{3FF35D47-10CB-425F-8A0B-6AEB1D6607E1}" destId="{4928ADE0-5115-4CA5-BC8F-9706C202BF1D}" srcOrd="0" destOrd="0" parTransId="{D9F7AD92-8814-44D3-9ECC-C8261F0ACD56}" sibTransId="{C7903269-0530-4272-B18B-EE7DDE3EE5AF}"/>
    <dgm:cxn modelId="{A0169F30-7418-48F5-A765-DD3A64B68F45}" srcId="{E19D0E39-0709-46C6-9071-0B97BA64A597}" destId="{3FF35D47-10CB-425F-8A0B-6AEB1D6607E1}" srcOrd="0" destOrd="0" parTransId="{52AC175D-FF72-4B96-B6B6-C46CA6BBC394}" sibTransId="{396FA2B9-A911-4069-B9FA-75002975E1D1}"/>
    <dgm:cxn modelId="{8E965233-2906-4F50-BD99-B83874C790BE}" srcId="{74DEEA37-E7E9-47A6-8C96-7EC24E00AA83}" destId="{E38E61FA-961B-4374-A2DA-7686CCE9BB8B}" srcOrd="1" destOrd="0" parTransId="{7D230B43-9308-467F-9F4F-B6C426B3C85E}" sibTransId="{BFE67ED6-992A-4566-AC9D-BDA670024DD0}"/>
    <dgm:cxn modelId="{A23D9439-36B1-46CA-910D-674085EA8218}" srcId="{1E676268-7528-4C4A-83F2-023974A17877}" destId="{0407F6BC-A7A5-4732-8004-020F3BF83D81}" srcOrd="1" destOrd="0" parTransId="{F2BD5D44-1958-4C9A-BC50-51F2B6B80528}" sibTransId="{240B9459-8306-49F3-A241-8B1522B8CF04}"/>
    <dgm:cxn modelId="{6ACA8F3E-C95E-4874-B59D-41BA629C526F}" type="presOf" srcId="{A274B979-EA69-4F48-ACCE-2586DB2A0C5C}" destId="{34772CCC-94B0-421F-A232-CF454FEC81C1}" srcOrd="0" destOrd="0" presId="urn:microsoft.com/office/officeart/2005/8/layout/hList1"/>
    <dgm:cxn modelId="{ACDBD85E-C952-46D4-8431-1B39F5C9896B}" srcId="{6758D94C-EBB5-4531-9C7D-305C02EE5B80}" destId="{543C85D1-A9DC-48D0-9839-B75AF747550E}" srcOrd="1" destOrd="0" parTransId="{2611E368-9F51-4CC9-99DE-99D8072C66E6}" sibTransId="{401B352A-2B80-49BA-9FB3-CE8C916F6403}"/>
    <dgm:cxn modelId="{96CEB860-CECC-48A0-BA73-E325AADFA741}" type="presOf" srcId="{DA4DD140-2985-4B8C-863D-C45C9E37D3E1}" destId="{F62693F6-3A35-4411-9526-A1B1B3A61473}" srcOrd="0" destOrd="3" presId="urn:microsoft.com/office/officeart/2005/8/layout/hList1"/>
    <dgm:cxn modelId="{77113146-17D9-41A4-95DE-7EC7E69470EE}" srcId="{74DEEA37-E7E9-47A6-8C96-7EC24E00AA83}" destId="{E19D0E39-0709-46C6-9071-0B97BA64A597}" srcOrd="2" destOrd="0" parTransId="{59DB1EA0-97F1-4425-9FAF-6525121C4EE2}" sibTransId="{8CA359D2-497B-4683-AEFC-2326713CB957}"/>
    <dgm:cxn modelId="{BB2B3A69-F5A9-4FAC-9D0A-D46E339A5016}" srcId="{6758D94C-EBB5-4531-9C7D-305C02EE5B80}" destId="{97910A01-F2CA-4668-99C4-EAD7727A9289}" srcOrd="2" destOrd="0" parTransId="{F49B079B-6669-4A17-9F8D-983C7FFA2FE3}" sibTransId="{6CF8FDEC-6ED0-4E51-9F8A-0D55EAB65DCC}"/>
    <dgm:cxn modelId="{00BC326D-4DBD-4A03-95EB-D74D7F682ABE}" srcId="{E38E61FA-961B-4374-A2DA-7686CCE9BB8B}" destId="{4255EE46-D329-4D54-81DC-DE25C73CA55D}" srcOrd="0" destOrd="0" parTransId="{20F02E19-4190-4A3E-8F2A-F3AA20B58CE3}" sibTransId="{1030FB66-F02E-4661-B2B4-A8EC2BA7D184}"/>
    <dgm:cxn modelId="{F8CF924F-0A5D-45C0-8A8E-2FDE27182AA1}" srcId="{3FF35D47-10CB-425F-8A0B-6AEB1D6607E1}" destId="{A88B06FF-FA16-475B-856E-3A4A371ACC02}" srcOrd="1" destOrd="0" parTransId="{53B631AA-C265-4E67-8BD5-6DD860CAFC16}" sibTransId="{319D0E85-4388-4E12-BEE0-D0C1A2E7A743}"/>
    <dgm:cxn modelId="{5FB80371-78E9-4C2E-8640-A55CCF82F531}" type="presOf" srcId="{30FE8B3E-CAE9-4C05-A832-FDA15088E7C4}" destId="{4A4D6C1A-0F2B-4F0D-A03D-D6297B00042B}" srcOrd="0" destOrd="0" presId="urn:microsoft.com/office/officeart/2005/8/layout/hList1"/>
    <dgm:cxn modelId="{78B67875-C214-444A-8CD4-1812639BF483}" type="presOf" srcId="{85F0FA34-7FA8-473B-B732-6924B29BBFB0}" destId="{51B304ED-15B1-4434-9032-70AD9C53084B}" srcOrd="0" destOrd="3" presId="urn:microsoft.com/office/officeart/2005/8/layout/hList1"/>
    <dgm:cxn modelId="{71C0F955-FF68-4310-A5D5-DD03A85E7F91}" type="presOf" srcId="{4928ADE0-5115-4CA5-BC8F-9706C202BF1D}" destId="{F62693F6-3A35-4411-9526-A1B1B3A61473}" srcOrd="0" destOrd="1" presId="urn:microsoft.com/office/officeart/2005/8/layout/hList1"/>
    <dgm:cxn modelId="{35BB6C57-3DD2-4802-A92F-8FBB87C9E9D3}" type="presOf" srcId="{0407F6BC-A7A5-4732-8004-020F3BF83D81}" destId="{51B304ED-15B1-4434-9032-70AD9C53084B}" srcOrd="0" destOrd="2" presId="urn:microsoft.com/office/officeart/2005/8/layout/hList1"/>
    <dgm:cxn modelId="{2C109357-8A8C-4789-B9E7-E818EFEF19AF}" type="presOf" srcId="{09E58E98-E647-4347-972B-E2674912F1DC}" destId="{51B304ED-15B1-4434-9032-70AD9C53084B}" srcOrd="0" destOrd="1" presId="urn:microsoft.com/office/officeart/2005/8/layout/hList1"/>
    <dgm:cxn modelId="{212CBF59-53D6-4F69-89A8-EFD95D495D05}" srcId="{1E676268-7528-4C4A-83F2-023974A17877}" destId="{85F0FA34-7FA8-473B-B732-6924B29BBFB0}" srcOrd="2" destOrd="0" parTransId="{F385BC6F-EF47-4F6A-9784-A8A4624C99C3}" sibTransId="{9D7A3077-F55F-4A83-8605-E9DC9AF6A171}"/>
    <dgm:cxn modelId="{0E7EF459-93DD-4C25-B883-31CC99BDD976}" srcId="{74DEEA37-E7E9-47A6-8C96-7EC24E00AA83}" destId="{30FE8B3E-CAE9-4C05-A832-FDA15088E7C4}" srcOrd="0" destOrd="0" parTransId="{D5EE3CEC-7232-40FE-8773-CF953614AAB6}" sibTransId="{9D95D62A-1EE0-44CB-B2FD-55100CB331F8}"/>
    <dgm:cxn modelId="{AA14DC7E-75A8-4C6E-8B1B-98A2EB9941F4}" type="presOf" srcId="{6758D94C-EBB5-4531-9C7D-305C02EE5B80}" destId="{92D207AD-67F5-43D6-B36B-463FA365CD48}" srcOrd="0" destOrd="0" presId="urn:microsoft.com/office/officeart/2005/8/layout/hList1"/>
    <dgm:cxn modelId="{AF9E1389-EDCC-4C78-8734-57FD4EA9222F}" srcId="{3FF35D47-10CB-425F-8A0B-6AEB1D6607E1}" destId="{DA4DD140-2985-4B8C-863D-C45C9E37D3E1}" srcOrd="2" destOrd="0" parTransId="{B0EC20EF-50D8-409E-92D3-6D977C17F197}" sibTransId="{AADF0DFD-E405-42BF-999C-DEF0336927F6}"/>
    <dgm:cxn modelId="{842A978D-72C9-4B89-A5FE-98FE500ED1DA}" srcId="{74DEEA37-E7E9-47A6-8C96-7EC24E00AA83}" destId="{6758D94C-EBB5-4531-9C7D-305C02EE5B80}" srcOrd="3" destOrd="0" parTransId="{D6C5C0EF-6F4C-4C86-95E0-D4173640BDA8}" sibTransId="{525A3A59-DFAC-4234-8ED7-EA295AA54C60}"/>
    <dgm:cxn modelId="{7A33E48D-1F2F-4481-B64F-146486748C66}" srcId="{1E676268-7528-4C4A-83F2-023974A17877}" destId="{7CB71462-96DE-4688-88BA-2B1A252FB1A8}" srcOrd="3" destOrd="0" parTransId="{219F4B62-BD90-4366-8A39-0D0C60120214}" sibTransId="{E83C3365-B341-4CF5-A65C-2EF279CB0F91}"/>
    <dgm:cxn modelId="{C8A8D6A3-AFAA-4C58-AC13-A3B4994A4C9C}" srcId="{6758D94C-EBB5-4531-9C7D-305C02EE5B80}" destId="{A274B979-EA69-4F48-ACCE-2586DB2A0C5C}" srcOrd="0" destOrd="0" parTransId="{C93B9D77-D625-4D12-8362-4FAD99A315DD}" sibTransId="{3E7319D8-BF5E-4195-BEB3-4AB3CF4DFF5B}"/>
    <dgm:cxn modelId="{7B231FA4-D7AC-4B0D-9F69-63E4E60B0288}" type="presOf" srcId="{4255EE46-D329-4D54-81DC-DE25C73CA55D}" destId="{1025BDF7-99FB-49C8-A0E3-F923709F4A4B}" srcOrd="0" destOrd="0" presId="urn:microsoft.com/office/officeart/2005/8/layout/hList1"/>
    <dgm:cxn modelId="{555E9DA6-E37E-4896-85BF-9E7F2F1EA4E9}" srcId="{30FE8B3E-CAE9-4C05-A832-FDA15088E7C4}" destId="{1E676268-7528-4C4A-83F2-023974A17877}" srcOrd="0" destOrd="0" parTransId="{89CEF4DB-92B7-4EEF-B528-160D9C52D760}" sibTransId="{91BC1BF0-BE2B-4179-BA50-3CD4129488F1}"/>
    <dgm:cxn modelId="{A48C50AF-0C58-4F58-8217-B8B970450478}" type="presOf" srcId="{7CB71462-96DE-4688-88BA-2B1A252FB1A8}" destId="{51B304ED-15B1-4434-9032-70AD9C53084B}" srcOrd="0" destOrd="4" presId="urn:microsoft.com/office/officeart/2005/8/layout/hList1"/>
    <dgm:cxn modelId="{450EC2B5-4A6D-4A3D-B85B-98E5F9EDE7D7}" type="presOf" srcId="{74DEEA37-E7E9-47A6-8C96-7EC24E00AA83}" destId="{F08C2A5E-A851-4740-9E2D-4A894CE5228A}" srcOrd="0" destOrd="0" presId="urn:microsoft.com/office/officeart/2005/8/layout/hList1"/>
    <dgm:cxn modelId="{56AA99BE-4E0E-4E2E-BC19-A0CEBB006D95}" srcId="{1E676268-7528-4C4A-83F2-023974A17877}" destId="{09E58E98-E647-4347-972B-E2674912F1DC}" srcOrd="0" destOrd="0" parTransId="{0074D464-25E5-4843-9DC1-64FCE30819D9}" sibTransId="{4C2EF34F-7550-48BA-A6B0-2D360E7B87DD}"/>
    <dgm:cxn modelId="{8521B7D9-3B83-4DF4-A709-03AD086CB6AF}" type="presOf" srcId="{E38E61FA-961B-4374-A2DA-7686CCE9BB8B}" destId="{6204535D-5766-44EC-96F9-B5B6C858227B}" srcOrd="0" destOrd="0" presId="urn:microsoft.com/office/officeart/2005/8/layout/hList1"/>
    <dgm:cxn modelId="{ED2B53F1-FF27-4729-8867-4E88F7F168E2}" type="presOf" srcId="{3FF35D47-10CB-425F-8A0B-6AEB1D6607E1}" destId="{F62693F6-3A35-4411-9526-A1B1B3A61473}" srcOrd="0" destOrd="0" presId="urn:microsoft.com/office/officeart/2005/8/layout/hList1"/>
    <dgm:cxn modelId="{F7D25CF5-946D-4E9D-8C57-5C57AE6857AD}" type="presOf" srcId="{97910A01-F2CA-4668-99C4-EAD7727A9289}" destId="{34772CCC-94B0-421F-A232-CF454FEC81C1}" srcOrd="0" destOrd="2" presId="urn:microsoft.com/office/officeart/2005/8/layout/hList1"/>
    <dgm:cxn modelId="{07837EFC-A635-44BB-ABEC-799FF8DE4B0F}" type="presOf" srcId="{E19D0E39-0709-46C6-9071-0B97BA64A597}" destId="{5E21B614-59C3-4A14-BADB-42007267DD1B}" srcOrd="0" destOrd="0" presId="urn:microsoft.com/office/officeart/2005/8/layout/hList1"/>
    <dgm:cxn modelId="{CACDD5FD-298D-41CB-953F-869EDF690512}" type="presOf" srcId="{543C85D1-A9DC-48D0-9839-B75AF747550E}" destId="{34772CCC-94B0-421F-A232-CF454FEC81C1}" srcOrd="0" destOrd="1" presId="urn:microsoft.com/office/officeart/2005/8/layout/hList1"/>
    <dgm:cxn modelId="{9B1CB5C3-90DF-4E38-B2E1-828C30315D08}" type="presParOf" srcId="{F08C2A5E-A851-4740-9E2D-4A894CE5228A}" destId="{C2A6860A-2D32-46CE-A37D-DF3C46CB73B6}" srcOrd="0" destOrd="0" presId="urn:microsoft.com/office/officeart/2005/8/layout/hList1"/>
    <dgm:cxn modelId="{8BE272A8-A9F5-4FCB-8D7D-38DA983A680C}" type="presParOf" srcId="{C2A6860A-2D32-46CE-A37D-DF3C46CB73B6}" destId="{4A4D6C1A-0F2B-4F0D-A03D-D6297B00042B}" srcOrd="0" destOrd="0" presId="urn:microsoft.com/office/officeart/2005/8/layout/hList1"/>
    <dgm:cxn modelId="{48DFD33C-D032-4541-9E47-0B414DA63617}" type="presParOf" srcId="{C2A6860A-2D32-46CE-A37D-DF3C46CB73B6}" destId="{51B304ED-15B1-4434-9032-70AD9C53084B}" srcOrd="1" destOrd="0" presId="urn:microsoft.com/office/officeart/2005/8/layout/hList1"/>
    <dgm:cxn modelId="{70015CA3-B59D-4526-B4BF-F08A48D57B08}" type="presParOf" srcId="{F08C2A5E-A851-4740-9E2D-4A894CE5228A}" destId="{523E0174-6931-439E-86F7-0B91A658BC60}" srcOrd="1" destOrd="0" presId="urn:microsoft.com/office/officeart/2005/8/layout/hList1"/>
    <dgm:cxn modelId="{A08FCFB4-42D3-47AF-B2FC-EC368FDA28EE}" type="presParOf" srcId="{F08C2A5E-A851-4740-9E2D-4A894CE5228A}" destId="{DE4D06DA-08BA-4397-9597-AC271D8821F2}" srcOrd="2" destOrd="0" presId="urn:microsoft.com/office/officeart/2005/8/layout/hList1"/>
    <dgm:cxn modelId="{02D478EF-4728-4EA2-A782-DA9974C35326}" type="presParOf" srcId="{DE4D06DA-08BA-4397-9597-AC271D8821F2}" destId="{6204535D-5766-44EC-96F9-B5B6C858227B}" srcOrd="0" destOrd="0" presId="urn:microsoft.com/office/officeart/2005/8/layout/hList1"/>
    <dgm:cxn modelId="{6429D494-78A6-4DFB-92BC-2298615DAE35}" type="presParOf" srcId="{DE4D06DA-08BA-4397-9597-AC271D8821F2}" destId="{1025BDF7-99FB-49C8-A0E3-F923709F4A4B}" srcOrd="1" destOrd="0" presId="urn:microsoft.com/office/officeart/2005/8/layout/hList1"/>
    <dgm:cxn modelId="{AC16C501-4D28-4288-BDB0-D1C51F66516A}" type="presParOf" srcId="{F08C2A5E-A851-4740-9E2D-4A894CE5228A}" destId="{169BA648-04B9-469A-AC63-E169C669DF6C}" srcOrd="3" destOrd="0" presId="urn:microsoft.com/office/officeart/2005/8/layout/hList1"/>
    <dgm:cxn modelId="{38EF7D95-B543-433B-BFF9-FEA49D885D92}" type="presParOf" srcId="{F08C2A5E-A851-4740-9E2D-4A894CE5228A}" destId="{D4F0549D-2D45-4AFA-B1C7-CD1C34F655BF}" srcOrd="4" destOrd="0" presId="urn:microsoft.com/office/officeart/2005/8/layout/hList1"/>
    <dgm:cxn modelId="{A675A864-A11E-4FF9-9809-BC4C338F32ED}" type="presParOf" srcId="{D4F0549D-2D45-4AFA-B1C7-CD1C34F655BF}" destId="{5E21B614-59C3-4A14-BADB-42007267DD1B}" srcOrd="0" destOrd="0" presId="urn:microsoft.com/office/officeart/2005/8/layout/hList1"/>
    <dgm:cxn modelId="{60DC7560-081C-4D30-9343-E6F2C3AFE6DF}" type="presParOf" srcId="{D4F0549D-2D45-4AFA-B1C7-CD1C34F655BF}" destId="{F62693F6-3A35-4411-9526-A1B1B3A61473}" srcOrd="1" destOrd="0" presId="urn:microsoft.com/office/officeart/2005/8/layout/hList1"/>
    <dgm:cxn modelId="{B7876CE7-9C1A-462F-847D-E33E3F7FC280}" type="presParOf" srcId="{F08C2A5E-A851-4740-9E2D-4A894CE5228A}" destId="{9D5CE225-3185-4827-9ED4-9F59A5E2D023}" srcOrd="5" destOrd="0" presId="urn:microsoft.com/office/officeart/2005/8/layout/hList1"/>
    <dgm:cxn modelId="{82B103BF-2A0E-435F-A80A-78E2B992A68A}" type="presParOf" srcId="{F08C2A5E-A851-4740-9E2D-4A894CE5228A}" destId="{D6406330-E858-420B-A2E9-650B78CD5985}" srcOrd="6" destOrd="0" presId="urn:microsoft.com/office/officeart/2005/8/layout/hList1"/>
    <dgm:cxn modelId="{FB5FE7E5-CDB7-4AA7-9BE3-04F784DE5024}" type="presParOf" srcId="{D6406330-E858-420B-A2E9-650B78CD5985}" destId="{92D207AD-67F5-43D6-B36B-463FA365CD48}" srcOrd="0" destOrd="0" presId="urn:microsoft.com/office/officeart/2005/8/layout/hList1"/>
    <dgm:cxn modelId="{78B434A8-2051-445E-8189-8573C3DEB165}" type="presParOf" srcId="{D6406330-E858-420B-A2E9-650B78CD5985}" destId="{34772CCC-94B0-421F-A232-CF454FEC81C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1E57E-F31A-48E5-900D-F8A95CDAA8CB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1B476B-55D9-4585-B1E1-8834832DCBAD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36B79-FBB9-4EE4-9E59-41BF4586D73A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What is your discipline?</a:t>
          </a:r>
        </a:p>
      </dsp:txBody>
      <dsp:txXfrm>
        <a:off x="1057183" y="1805"/>
        <a:ext cx="9458416" cy="915310"/>
      </dsp:txXfrm>
    </dsp:sp>
    <dsp:sp modelId="{229D7A52-8581-4C0E-848C-FBFEF1589277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CD393-4B0D-462B-A531-E4FD89F2928F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22624-601A-4D17-BC6B-F8F2EAAA3AD3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What trajectory are you interested in?</a:t>
          </a:r>
        </a:p>
      </dsp:txBody>
      <dsp:txXfrm>
        <a:off x="1057183" y="1145944"/>
        <a:ext cx="9458416" cy="915310"/>
      </dsp:txXfrm>
    </dsp:sp>
    <dsp:sp modelId="{6614C8B9-F338-4790-A9B8-84987358E52F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18D05-C1C5-4434-8D0B-A6E1429D8212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50C97-C8B1-476E-849A-072FF29B9C40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What kind of longitudinal data do you have?</a:t>
          </a:r>
        </a:p>
      </dsp:txBody>
      <dsp:txXfrm>
        <a:off x="1057183" y="2290082"/>
        <a:ext cx="9458416" cy="915310"/>
      </dsp:txXfrm>
    </dsp:sp>
    <dsp:sp modelId="{2A3B150E-17B4-4C5F-9477-E44535ACD570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F973D-E89F-4535-8510-D6A0DA3DC5BD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BD1A6-C847-4D95-864D-5EC0FCA25A0B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 level: beginner/intermediate/advanced?</a:t>
          </a:r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4C03A-739F-4673-8625-304FA9CDF41F}">
      <dsp:nvSpPr>
        <dsp:cNvPr id="0" name=""/>
        <dsp:cNvSpPr/>
      </dsp:nvSpPr>
      <dsp:spPr>
        <a:xfrm>
          <a:off x="788669" y="0"/>
          <a:ext cx="8938260" cy="3659231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D502F-704A-49E0-AE4E-38BA049E3163}">
      <dsp:nvSpPr>
        <dsp:cNvPr id="0" name=""/>
        <dsp:cNvSpPr/>
      </dsp:nvSpPr>
      <dsp:spPr>
        <a:xfrm>
          <a:off x="5262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1: build and describe</a:t>
          </a:r>
          <a:endParaRPr lang="fr-FR" sz="2000" kern="1200"/>
        </a:p>
      </dsp:txBody>
      <dsp:txXfrm>
        <a:off x="76714" y="1169221"/>
        <a:ext cx="2388439" cy="1320788"/>
      </dsp:txXfrm>
    </dsp:sp>
    <dsp:sp modelId="{EF9762C0-F1D8-4153-AA3C-17E57B932797}">
      <dsp:nvSpPr>
        <dsp:cNvPr id="0" name=""/>
        <dsp:cNvSpPr/>
      </dsp:nvSpPr>
      <dsp:spPr>
        <a:xfrm>
          <a:off x="2663173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2: distances and OM</a:t>
          </a:r>
          <a:endParaRPr lang="fr-FR" sz="2000" kern="1200"/>
        </a:p>
      </dsp:txBody>
      <dsp:txXfrm>
        <a:off x="2734625" y="1169221"/>
        <a:ext cx="2388439" cy="1320788"/>
      </dsp:txXfrm>
    </dsp:sp>
    <dsp:sp modelId="{00C9F4EA-0119-47C7-B69B-9BB48C6F1006}">
      <dsp:nvSpPr>
        <dsp:cNvPr id="0" name=""/>
        <dsp:cNvSpPr/>
      </dsp:nvSpPr>
      <dsp:spPr>
        <a:xfrm>
          <a:off x="5321083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3: clustering and typologies</a:t>
          </a:r>
          <a:endParaRPr lang="fr-FR" sz="2000" kern="1200"/>
        </a:p>
      </dsp:txBody>
      <dsp:txXfrm>
        <a:off x="5392535" y="1169221"/>
        <a:ext cx="2388439" cy="1320788"/>
      </dsp:txXfrm>
    </dsp:sp>
    <dsp:sp modelId="{E3B98A3D-E9DB-48B9-BD34-1347D1D97E0D}">
      <dsp:nvSpPr>
        <dsp:cNvPr id="0" name=""/>
        <dsp:cNvSpPr/>
      </dsp:nvSpPr>
      <dsp:spPr>
        <a:xfrm>
          <a:off x="7978993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4: interpretation, mini-projects, presentations</a:t>
          </a:r>
          <a:endParaRPr lang="fr-FR" sz="2000" kern="1200"/>
        </a:p>
      </dsp:txBody>
      <dsp:txXfrm>
        <a:off x="8050445" y="1169221"/>
        <a:ext cx="2388439" cy="1320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C4A058-46B5-4635-B768-F2AE18E2163D}">
      <dsp:nvSpPr>
        <dsp:cNvPr id="0" name=""/>
        <dsp:cNvSpPr/>
      </dsp:nvSpPr>
      <dsp:spPr>
        <a:xfrm>
          <a:off x="158445" y="746212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4844C6-C199-4D34-B68D-1E65D1766BA7}">
      <dsp:nvSpPr>
        <dsp:cNvPr id="0" name=""/>
        <dsp:cNvSpPr/>
      </dsp:nvSpPr>
      <dsp:spPr>
        <a:xfrm>
          <a:off x="158445" y="2384047"/>
          <a:ext cx="4320000" cy="78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dirty="0"/>
            <a:t>Short written report (~5 pages)</a:t>
          </a:r>
        </a:p>
      </dsp:txBody>
      <dsp:txXfrm>
        <a:off x="158445" y="2384047"/>
        <a:ext cx="4320000" cy="789750"/>
      </dsp:txXfrm>
    </dsp:sp>
    <dsp:sp modelId="{73FA01D1-0B70-4558-B49F-87C944E08145}">
      <dsp:nvSpPr>
        <dsp:cNvPr id="0" name=""/>
        <dsp:cNvSpPr/>
      </dsp:nvSpPr>
      <dsp:spPr>
        <a:xfrm>
          <a:off x="158445" y="3232324"/>
          <a:ext cx="4320000" cy="440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158445" y="3232324"/>
        <a:ext cx="4320000" cy="440268"/>
      </dsp:txXfrm>
    </dsp:sp>
    <dsp:sp modelId="{8EA89485-5B27-42D1-9B67-C84B717D250C}">
      <dsp:nvSpPr>
        <dsp:cNvPr id="0" name=""/>
        <dsp:cNvSpPr/>
      </dsp:nvSpPr>
      <dsp:spPr>
        <a:xfrm>
          <a:off x="5234445" y="746212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0612B1-21A3-425B-9141-4D9552E36AFB}">
      <dsp:nvSpPr>
        <dsp:cNvPr id="0" name=""/>
        <dsp:cNvSpPr/>
      </dsp:nvSpPr>
      <dsp:spPr>
        <a:xfrm>
          <a:off x="5234445" y="2384047"/>
          <a:ext cx="4320000" cy="78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dirty="0"/>
            <a:t>5-minute presentation in final session in 4 slides</a:t>
          </a:r>
        </a:p>
      </dsp:txBody>
      <dsp:txXfrm>
        <a:off x="5234445" y="2384047"/>
        <a:ext cx="4320000" cy="789750"/>
      </dsp:txXfrm>
    </dsp:sp>
    <dsp:sp modelId="{5DFBB6E7-375D-4FB3-9390-3D7EE1F3C468}">
      <dsp:nvSpPr>
        <dsp:cNvPr id="0" name=""/>
        <dsp:cNvSpPr/>
      </dsp:nvSpPr>
      <dsp:spPr>
        <a:xfrm>
          <a:off x="5234445" y="3232324"/>
          <a:ext cx="4320000" cy="440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5234445" y="3232324"/>
        <a:ext cx="4320000" cy="4402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6BE15-64D3-414D-BEAA-0E816F6C5864}">
      <dsp:nvSpPr>
        <dsp:cNvPr id="0" name=""/>
        <dsp:cNvSpPr/>
      </dsp:nvSpPr>
      <dsp:spPr>
        <a:xfrm>
          <a:off x="0" y="449"/>
          <a:ext cx="5157787" cy="10524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A18B37-BE79-43D6-88E1-4CB46F8BAFF8}">
      <dsp:nvSpPr>
        <dsp:cNvPr id="0" name=""/>
        <dsp:cNvSpPr/>
      </dsp:nvSpPr>
      <dsp:spPr>
        <a:xfrm>
          <a:off x="318375" y="237258"/>
          <a:ext cx="578865" cy="5788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22303-AB0B-4E91-8BFB-C4BB0E913308}">
      <dsp:nvSpPr>
        <dsp:cNvPr id="0" name=""/>
        <dsp:cNvSpPr/>
      </dsp:nvSpPr>
      <dsp:spPr>
        <a:xfrm>
          <a:off x="1215617" y="449"/>
          <a:ext cx="3942169" cy="1052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88" tIns="111388" rIns="111388" bIns="11138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/>
            <a:t>Around 5 pages and 2,000-2,500 words</a:t>
          </a:r>
          <a:endParaRPr lang="en-US" sz="1700" kern="1200"/>
        </a:p>
      </dsp:txBody>
      <dsp:txXfrm>
        <a:off x="1215617" y="449"/>
        <a:ext cx="3942169" cy="1052482"/>
      </dsp:txXfrm>
    </dsp:sp>
    <dsp:sp modelId="{2DDABEF5-2C9D-4E54-91F5-04955E5D5B4A}">
      <dsp:nvSpPr>
        <dsp:cNvPr id="0" name=""/>
        <dsp:cNvSpPr/>
      </dsp:nvSpPr>
      <dsp:spPr>
        <a:xfrm>
          <a:off x="0" y="1316052"/>
          <a:ext cx="5157787" cy="10524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27AC9-DB89-4316-9569-C8E7FC9B5F82}">
      <dsp:nvSpPr>
        <dsp:cNvPr id="0" name=""/>
        <dsp:cNvSpPr/>
      </dsp:nvSpPr>
      <dsp:spPr>
        <a:xfrm>
          <a:off x="318375" y="1552861"/>
          <a:ext cx="578865" cy="5788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DE56E-FF12-4B9D-88B4-1B49133DEF6A}">
      <dsp:nvSpPr>
        <dsp:cNvPr id="0" name=""/>
        <dsp:cNvSpPr/>
      </dsp:nvSpPr>
      <dsp:spPr>
        <a:xfrm>
          <a:off x="1215617" y="1316052"/>
          <a:ext cx="3942169" cy="1052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88" tIns="111388" rIns="111388" bIns="11138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 dirty="0"/>
            <a:t>A R </a:t>
          </a:r>
          <a:r>
            <a:rPr lang="fi-FI" sz="1700" kern="1200" dirty="0" err="1"/>
            <a:t>Markdown</a:t>
          </a:r>
          <a:r>
            <a:rPr lang="fi-FI" sz="1700" kern="1200" dirty="0"/>
            <a:t> (.</a:t>
          </a:r>
          <a:r>
            <a:rPr lang="fi-FI" sz="1700" kern="1200" dirty="0" err="1"/>
            <a:t>rmd</a:t>
          </a:r>
          <a:r>
            <a:rPr lang="fi-FI" sz="1700" kern="1200" dirty="0"/>
            <a:t>) </a:t>
          </a:r>
          <a:r>
            <a:rPr lang="fi-FI" sz="1700" kern="1200" dirty="0" err="1"/>
            <a:t>template</a:t>
          </a:r>
          <a:r>
            <a:rPr lang="fi-FI" sz="1700" kern="1200" dirty="0"/>
            <a:t> is </a:t>
          </a:r>
          <a:r>
            <a:rPr lang="fi-FI" sz="1700" kern="1200" dirty="0" err="1"/>
            <a:t>provided</a:t>
          </a:r>
          <a:r>
            <a:rPr lang="fi-FI" sz="1700" kern="1200" dirty="0"/>
            <a:t>; </a:t>
          </a:r>
          <a:r>
            <a:rPr lang="fi-FI" sz="1700" kern="1200" dirty="0" err="1"/>
            <a:t>feel</a:t>
          </a:r>
          <a:r>
            <a:rPr lang="fi-FI" sz="1700" kern="1200" dirty="0"/>
            <a:t> </a:t>
          </a:r>
          <a:r>
            <a:rPr lang="fi-FI" sz="1700" kern="1200" dirty="0" err="1"/>
            <a:t>free</a:t>
          </a:r>
          <a:r>
            <a:rPr lang="fi-FI" sz="1700" kern="1200" dirty="0"/>
            <a:t> to </a:t>
          </a:r>
          <a:r>
            <a:rPr lang="fi-FI" sz="1700" kern="1200" dirty="0" err="1"/>
            <a:t>use</a:t>
          </a:r>
          <a:r>
            <a:rPr lang="fi-FI" sz="1700" kern="1200" dirty="0"/>
            <a:t> </a:t>
          </a:r>
          <a:r>
            <a:rPr lang="fi-FI" sz="1700" kern="1200" dirty="0" err="1"/>
            <a:t>any</a:t>
          </a:r>
          <a:r>
            <a:rPr lang="fi-FI" sz="1700" kern="1200" dirty="0"/>
            <a:t> </a:t>
          </a:r>
          <a:r>
            <a:rPr lang="fi-FI" sz="1700" kern="1200" dirty="0" err="1"/>
            <a:t>other</a:t>
          </a:r>
          <a:r>
            <a:rPr lang="fi-FI" sz="1700" kern="1200" dirty="0"/>
            <a:t> </a:t>
          </a:r>
          <a:r>
            <a:rPr lang="fi-FI" sz="1700" kern="1200" dirty="0" err="1"/>
            <a:t>format</a:t>
          </a:r>
          <a:r>
            <a:rPr lang="fi-FI" sz="1700" kern="1200" dirty="0"/>
            <a:t>.</a:t>
          </a:r>
          <a:endParaRPr lang="en-US" sz="1700" kern="1200" dirty="0"/>
        </a:p>
      </dsp:txBody>
      <dsp:txXfrm>
        <a:off x="1215617" y="1316052"/>
        <a:ext cx="3942169" cy="1052482"/>
      </dsp:txXfrm>
    </dsp:sp>
    <dsp:sp modelId="{B30CC4C9-BDD6-4DAB-BF52-8BDBF98DCF17}">
      <dsp:nvSpPr>
        <dsp:cNvPr id="0" name=""/>
        <dsp:cNvSpPr/>
      </dsp:nvSpPr>
      <dsp:spPr>
        <a:xfrm>
          <a:off x="0" y="2631655"/>
          <a:ext cx="5157787" cy="10524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5615C-A4D1-4E60-AD96-05786F3AD709}">
      <dsp:nvSpPr>
        <dsp:cNvPr id="0" name=""/>
        <dsp:cNvSpPr/>
      </dsp:nvSpPr>
      <dsp:spPr>
        <a:xfrm>
          <a:off x="318375" y="2868464"/>
          <a:ext cx="578865" cy="5788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7135E9-A57B-4C03-B78D-F8594B46CBC4}">
      <dsp:nvSpPr>
        <dsp:cNvPr id="0" name=""/>
        <dsp:cNvSpPr/>
      </dsp:nvSpPr>
      <dsp:spPr>
        <a:xfrm>
          <a:off x="1215617" y="2631655"/>
          <a:ext cx="3942169" cy="1052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88" tIns="111388" rIns="111388" bIns="11138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/>
            <a:t>Deadline: to be determined</a:t>
          </a:r>
          <a:endParaRPr lang="en-US" sz="1700" kern="1200"/>
        </a:p>
      </dsp:txBody>
      <dsp:txXfrm>
        <a:off x="1215617" y="2631655"/>
        <a:ext cx="3942169" cy="10524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C1BD4-BB74-4F1A-B0B2-0276945B2780}">
      <dsp:nvSpPr>
        <dsp:cNvPr id="0" name=""/>
        <dsp:cNvSpPr/>
      </dsp:nvSpPr>
      <dsp:spPr>
        <a:xfrm>
          <a:off x="3953" y="69660"/>
          <a:ext cx="2377306" cy="857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/>
            <a:t>Slide 1: Question and data</a:t>
          </a:r>
          <a:endParaRPr lang="fr-FR" sz="1700" kern="1200"/>
        </a:p>
      </dsp:txBody>
      <dsp:txXfrm>
        <a:off x="3953" y="69660"/>
        <a:ext cx="2377306" cy="857666"/>
      </dsp:txXfrm>
    </dsp:sp>
    <dsp:sp modelId="{055CDCA8-7D13-473F-8B83-98201B4B5F85}">
      <dsp:nvSpPr>
        <dsp:cNvPr id="0" name=""/>
        <dsp:cNvSpPr/>
      </dsp:nvSpPr>
      <dsp:spPr>
        <a:xfrm>
          <a:off x="3953" y="927327"/>
          <a:ext cx="2377306" cy="193194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RQ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Population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sequence period </a:t>
          </a:r>
        </a:p>
      </dsp:txBody>
      <dsp:txXfrm>
        <a:off x="3953" y="927327"/>
        <a:ext cx="2377306" cy="1931949"/>
      </dsp:txXfrm>
    </dsp:sp>
    <dsp:sp modelId="{BF676282-2865-4286-8F5C-7E27D52B8004}">
      <dsp:nvSpPr>
        <dsp:cNvPr id="0" name=""/>
        <dsp:cNvSpPr/>
      </dsp:nvSpPr>
      <dsp:spPr>
        <a:xfrm>
          <a:off x="2714082" y="69660"/>
          <a:ext cx="2377306" cy="857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/>
            <a:t>Slide 2: How you constructed the sequences </a:t>
          </a:r>
          <a:endParaRPr lang="fr-FR" sz="1700" kern="1200"/>
        </a:p>
      </dsp:txBody>
      <dsp:txXfrm>
        <a:off x="2714082" y="69660"/>
        <a:ext cx="2377306" cy="857666"/>
      </dsp:txXfrm>
    </dsp:sp>
    <dsp:sp modelId="{0197D0C6-AF68-4DF5-85B0-BBEE6B17C68D}">
      <dsp:nvSpPr>
        <dsp:cNvPr id="0" name=""/>
        <dsp:cNvSpPr/>
      </dsp:nvSpPr>
      <dsp:spPr>
        <a:xfrm>
          <a:off x="2714082" y="927327"/>
          <a:ext cx="2377306" cy="193194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States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Time axis/unit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One important methodological choice </a:t>
          </a:r>
        </a:p>
      </dsp:txBody>
      <dsp:txXfrm>
        <a:off x="2714082" y="927327"/>
        <a:ext cx="2377306" cy="1931949"/>
      </dsp:txXfrm>
    </dsp:sp>
    <dsp:sp modelId="{EDCC5922-7250-475D-A562-6A9E4E4D1FDB}">
      <dsp:nvSpPr>
        <dsp:cNvPr id="0" name=""/>
        <dsp:cNvSpPr/>
      </dsp:nvSpPr>
      <dsp:spPr>
        <a:xfrm>
          <a:off x="5424211" y="69660"/>
          <a:ext cx="2377306" cy="857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/>
            <a:t>Slide 3: Main figure </a:t>
          </a:r>
          <a:endParaRPr lang="fr-FR" sz="1700" kern="1200"/>
        </a:p>
      </dsp:txBody>
      <dsp:txXfrm>
        <a:off x="5424211" y="69660"/>
        <a:ext cx="2377306" cy="857666"/>
      </dsp:txXfrm>
    </dsp:sp>
    <dsp:sp modelId="{792CFE9A-8CD6-449C-B5FC-3DA08FF40F7D}">
      <dsp:nvSpPr>
        <dsp:cNvPr id="0" name=""/>
        <dsp:cNvSpPr/>
      </dsp:nvSpPr>
      <dsp:spPr>
        <a:xfrm>
          <a:off x="5424211" y="927327"/>
          <a:ext cx="2377306" cy="193194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For example: cluster state-distribution plots; index plots; or predicted outcome by trajectory.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Explain what the audience should see.</a:t>
          </a:r>
        </a:p>
      </dsp:txBody>
      <dsp:txXfrm>
        <a:off x="5424211" y="927327"/>
        <a:ext cx="2377306" cy="1931949"/>
      </dsp:txXfrm>
    </dsp:sp>
    <dsp:sp modelId="{0EB6A57F-4E0A-42FC-956D-A7AEA07DEAD0}">
      <dsp:nvSpPr>
        <dsp:cNvPr id="0" name=""/>
        <dsp:cNvSpPr/>
      </dsp:nvSpPr>
      <dsp:spPr>
        <a:xfrm>
          <a:off x="8134340" y="69660"/>
          <a:ext cx="2377306" cy="857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/>
            <a:t>Slide 4: What we learned </a:t>
          </a:r>
          <a:endParaRPr lang="fr-FR" sz="1700" kern="1200"/>
        </a:p>
      </dsp:txBody>
      <dsp:txXfrm>
        <a:off x="8134340" y="69660"/>
        <a:ext cx="2377306" cy="857666"/>
      </dsp:txXfrm>
    </dsp:sp>
    <dsp:sp modelId="{0380B5BF-86DD-4956-A0E7-FADCF1B28C9F}">
      <dsp:nvSpPr>
        <dsp:cNvPr id="0" name=""/>
        <dsp:cNvSpPr/>
      </dsp:nvSpPr>
      <dsp:spPr>
        <a:xfrm>
          <a:off x="8134340" y="927327"/>
          <a:ext cx="2377306" cy="193194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Main finding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One limitation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One next step or sensitivity analysis</a:t>
          </a:r>
        </a:p>
      </dsp:txBody>
      <dsp:txXfrm>
        <a:off x="8134340" y="927327"/>
        <a:ext cx="2377306" cy="19319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22DFA8-B9FD-4901-965F-33DF30C7B141}">
      <dsp:nvSpPr>
        <dsp:cNvPr id="0" name=""/>
        <dsp:cNvSpPr/>
      </dsp:nvSpPr>
      <dsp:spPr>
        <a:xfrm>
          <a:off x="3594" y="612236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Explain when </a:t>
          </a:r>
          <a:r>
            <a:rPr lang="en-US" sz="2000" kern="1200" dirty="0" err="1"/>
            <a:t>SAn</a:t>
          </a:r>
          <a:r>
            <a:rPr lang="en-US" sz="2000" kern="1200" dirty="0"/>
            <a:t> is useful</a:t>
          </a:r>
        </a:p>
      </dsp:txBody>
      <dsp:txXfrm>
        <a:off x="3594" y="1647509"/>
        <a:ext cx="1946002" cy="1634641"/>
      </dsp:txXfrm>
    </dsp:sp>
    <dsp:sp modelId="{95D0F017-4B84-4F67-8C31-D9E0F84AAD88}">
      <dsp:nvSpPr>
        <dsp:cNvPr id="0" name=""/>
        <dsp:cNvSpPr/>
      </dsp:nvSpPr>
      <dsp:spPr>
        <a:xfrm>
          <a:off x="567934" y="884676"/>
          <a:ext cx="817320" cy="81732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</a:t>
          </a:r>
        </a:p>
      </dsp:txBody>
      <dsp:txXfrm>
        <a:off x="687628" y="1004370"/>
        <a:ext cx="577932" cy="577932"/>
      </dsp:txXfrm>
    </dsp:sp>
    <dsp:sp modelId="{1EF60F82-A04F-47B1-AFE5-B72F0624726F}">
      <dsp:nvSpPr>
        <dsp:cNvPr id="0" name=""/>
        <dsp:cNvSpPr/>
      </dsp:nvSpPr>
      <dsp:spPr>
        <a:xfrm>
          <a:off x="3594" y="3336567"/>
          <a:ext cx="1946002" cy="72"/>
        </a:xfrm>
        <a:prstGeom prst="rect">
          <a:avLst/>
        </a:prstGeom>
        <a:solidFill>
          <a:schemeClr val="accent2">
            <a:hueOff val="-1007467"/>
            <a:satOff val="582"/>
            <a:lumOff val="-1067"/>
            <a:alphaOff val="0"/>
          </a:schemeClr>
        </a:solidFill>
        <a:ln w="19050" cap="flat" cmpd="sng" algn="ctr">
          <a:solidFill>
            <a:schemeClr val="accent2">
              <a:hueOff val="-1007467"/>
              <a:satOff val="582"/>
              <a:lumOff val="-10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376F2-9E9C-4FCD-8A65-8962CDDEE3EC}">
      <dsp:nvSpPr>
        <dsp:cNvPr id="0" name=""/>
        <dsp:cNvSpPr/>
      </dsp:nvSpPr>
      <dsp:spPr>
        <a:xfrm>
          <a:off x="2144196" y="612236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-2173767"/>
            <a:satOff val="-2535"/>
            <a:lumOff val="-42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2173767"/>
              <a:satOff val="-2535"/>
              <a:lumOff val="-4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Define states, transitions, spells, alphabet</a:t>
          </a:r>
        </a:p>
      </dsp:txBody>
      <dsp:txXfrm>
        <a:off x="2144196" y="1647509"/>
        <a:ext cx="1946002" cy="1634641"/>
      </dsp:txXfrm>
    </dsp:sp>
    <dsp:sp modelId="{20EF4168-71B7-44AA-A2B9-6512B5702EAD}">
      <dsp:nvSpPr>
        <dsp:cNvPr id="0" name=""/>
        <dsp:cNvSpPr/>
      </dsp:nvSpPr>
      <dsp:spPr>
        <a:xfrm>
          <a:off x="2708537" y="884676"/>
          <a:ext cx="817320" cy="817320"/>
        </a:xfrm>
        <a:prstGeom prst="ellipse">
          <a:avLst/>
        </a:prstGeom>
        <a:solidFill>
          <a:schemeClr val="accent2">
            <a:hueOff val="-2014934"/>
            <a:satOff val="1164"/>
            <a:lumOff val="-2135"/>
            <a:alphaOff val="0"/>
          </a:schemeClr>
        </a:solidFill>
        <a:ln w="19050" cap="flat" cmpd="sng" algn="ctr">
          <a:solidFill>
            <a:schemeClr val="accent2">
              <a:hueOff val="-2014934"/>
              <a:satOff val="1164"/>
              <a:lumOff val="-21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</a:t>
          </a:r>
        </a:p>
      </dsp:txBody>
      <dsp:txXfrm>
        <a:off x="2828231" y="1004370"/>
        <a:ext cx="577932" cy="577932"/>
      </dsp:txXfrm>
    </dsp:sp>
    <dsp:sp modelId="{A2F16597-D18B-4E23-8A10-BEFE1A1A951E}">
      <dsp:nvSpPr>
        <dsp:cNvPr id="0" name=""/>
        <dsp:cNvSpPr/>
      </dsp:nvSpPr>
      <dsp:spPr>
        <a:xfrm>
          <a:off x="2144196" y="3336567"/>
          <a:ext cx="1946002" cy="72"/>
        </a:xfrm>
        <a:prstGeom prst="rect">
          <a:avLst/>
        </a:prstGeom>
        <a:solidFill>
          <a:schemeClr val="accent2">
            <a:hueOff val="-3022401"/>
            <a:satOff val="1745"/>
            <a:lumOff val="-3202"/>
            <a:alphaOff val="0"/>
          </a:schemeClr>
        </a:solidFill>
        <a:ln w="19050" cap="flat" cmpd="sng" algn="ctr">
          <a:solidFill>
            <a:schemeClr val="accent2">
              <a:hueOff val="-3022401"/>
              <a:satOff val="1745"/>
              <a:lumOff val="-32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92D4C-2870-476C-A2FB-18C0DA0859F0}">
      <dsp:nvSpPr>
        <dsp:cNvPr id="0" name=""/>
        <dsp:cNvSpPr/>
      </dsp:nvSpPr>
      <dsp:spPr>
        <a:xfrm>
          <a:off x="4284798" y="612236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-4347535"/>
            <a:satOff val="-5071"/>
            <a:lumOff val="-84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4347535"/>
              <a:satOff val="-5071"/>
              <a:lumOff val="-8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Choose a time axis and time unit</a:t>
          </a:r>
        </a:p>
      </dsp:txBody>
      <dsp:txXfrm>
        <a:off x="4284798" y="1647509"/>
        <a:ext cx="1946002" cy="1634641"/>
      </dsp:txXfrm>
    </dsp:sp>
    <dsp:sp modelId="{0A97EA23-9439-4637-8854-E482EFE1F282}">
      <dsp:nvSpPr>
        <dsp:cNvPr id="0" name=""/>
        <dsp:cNvSpPr/>
      </dsp:nvSpPr>
      <dsp:spPr>
        <a:xfrm>
          <a:off x="4849139" y="884676"/>
          <a:ext cx="817320" cy="817320"/>
        </a:xfrm>
        <a:prstGeom prst="ellipse">
          <a:avLst/>
        </a:prstGeom>
        <a:solidFill>
          <a:schemeClr val="accent2">
            <a:hueOff val="-4029868"/>
            <a:satOff val="2327"/>
            <a:lumOff val="-4270"/>
            <a:alphaOff val="0"/>
          </a:schemeClr>
        </a:solidFill>
        <a:ln w="19050" cap="flat" cmpd="sng" algn="ctr">
          <a:solidFill>
            <a:schemeClr val="accent2">
              <a:hueOff val="-4029868"/>
              <a:satOff val="2327"/>
              <a:lumOff val="-42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</a:t>
          </a:r>
        </a:p>
      </dsp:txBody>
      <dsp:txXfrm>
        <a:off x="4968833" y="1004370"/>
        <a:ext cx="577932" cy="577932"/>
      </dsp:txXfrm>
    </dsp:sp>
    <dsp:sp modelId="{813066B3-0494-428D-BC46-B82D709F0A26}">
      <dsp:nvSpPr>
        <dsp:cNvPr id="0" name=""/>
        <dsp:cNvSpPr/>
      </dsp:nvSpPr>
      <dsp:spPr>
        <a:xfrm>
          <a:off x="4284798" y="3336567"/>
          <a:ext cx="1946002" cy="72"/>
        </a:xfrm>
        <a:prstGeom prst="rect">
          <a:avLst/>
        </a:prstGeom>
        <a:solidFill>
          <a:schemeClr val="accent2">
            <a:hueOff val="-5037335"/>
            <a:satOff val="2909"/>
            <a:lumOff val="-5337"/>
            <a:alphaOff val="0"/>
          </a:schemeClr>
        </a:solidFill>
        <a:ln w="19050" cap="flat" cmpd="sng" algn="ctr">
          <a:solidFill>
            <a:schemeClr val="accent2">
              <a:hueOff val="-5037335"/>
              <a:satOff val="2909"/>
              <a:lumOff val="-53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830F8-36EB-4C45-941A-778A478E4F4E}">
      <dsp:nvSpPr>
        <dsp:cNvPr id="0" name=""/>
        <dsp:cNvSpPr/>
      </dsp:nvSpPr>
      <dsp:spPr>
        <a:xfrm>
          <a:off x="6425401" y="612236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-6521302"/>
            <a:satOff val="-7606"/>
            <a:lumOff val="-126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6521302"/>
              <a:satOff val="-7606"/>
              <a:lumOff val="-12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 a sequence object in R</a:t>
          </a:r>
        </a:p>
      </dsp:txBody>
      <dsp:txXfrm>
        <a:off x="6425401" y="1647509"/>
        <a:ext cx="1946002" cy="1634641"/>
      </dsp:txXfrm>
    </dsp:sp>
    <dsp:sp modelId="{A84D8956-1A19-4FE0-9C18-E260519C0729}">
      <dsp:nvSpPr>
        <dsp:cNvPr id="0" name=""/>
        <dsp:cNvSpPr/>
      </dsp:nvSpPr>
      <dsp:spPr>
        <a:xfrm>
          <a:off x="6989741" y="884676"/>
          <a:ext cx="817320" cy="817320"/>
        </a:xfrm>
        <a:prstGeom prst="ellipse">
          <a:avLst/>
        </a:prstGeom>
        <a:solidFill>
          <a:schemeClr val="accent2">
            <a:hueOff val="-6044802"/>
            <a:satOff val="3491"/>
            <a:lumOff val="-6405"/>
            <a:alphaOff val="0"/>
          </a:schemeClr>
        </a:solidFill>
        <a:ln w="19050" cap="flat" cmpd="sng" algn="ctr">
          <a:solidFill>
            <a:schemeClr val="accent2">
              <a:hueOff val="-6044802"/>
              <a:satOff val="3491"/>
              <a:lumOff val="-64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</a:t>
          </a:r>
        </a:p>
      </dsp:txBody>
      <dsp:txXfrm>
        <a:off x="7109435" y="1004370"/>
        <a:ext cx="577932" cy="577932"/>
      </dsp:txXfrm>
    </dsp:sp>
    <dsp:sp modelId="{532D868B-074A-4865-A43E-C91A04F79EB5}">
      <dsp:nvSpPr>
        <dsp:cNvPr id="0" name=""/>
        <dsp:cNvSpPr/>
      </dsp:nvSpPr>
      <dsp:spPr>
        <a:xfrm>
          <a:off x="6425401" y="3336567"/>
          <a:ext cx="1946002" cy="72"/>
        </a:xfrm>
        <a:prstGeom prst="rect">
          <a:avLst/>
        </a:prstGeom>
        <a:solidFill>
          <a:schemeClr val="accent2">
            <a:hueOff val="-7052270"/>
            <a:satOff val="4072"/>
            <a:lumOff val="-7472"/>
            <a:alphaOff val="0"/>
          </a:schemeClr>
        </a:solidFill>
        <a:ln w="19050" cap="flat" cmpd="sng" algn="ctr">
          <a:solidFill>
            <a:schemeClr val="accent2">
              <a:hueOff val="-7052270"/>
              <a:satOff val="4072"/>
              <a:lumOff val="-74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FAB24-7355-4EE4-9C4A-49091427071C}">
      <dsp:nvSpPr>
        <dsp:cNvPr id="0" name=""/>
        <dsp:cNvSpPr/>
      </dsp:nvSpPr>
      <dsp:spPr>
        <a:xfrm>
          <a:off x="8566003" y="612236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-8695070"/>
            <a:satOff val="-10141"/>
            <a:lumOff val="-169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8695070"/>
              <a:satOff val="-10141"/>
              <a:lumOff val="-16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Read index and state distribution plots</a:t>
          </a:r>
        </a:p>
      </dsp:txBody>
      <dsp:txXfrm>
        <a:off x="8566003" y="1647509"/>
        <a:ext cx="1946002" cy="1634641"/>
      </dsp:txXfrm>
    </dsp:sp>
    <dsp:sp modelId="{ED443600-EE56-44C4-B3F9-FD3168D54B8E}">
      <dsp:nvSpPr>
        <dsp:cNvPr id="0" name=""/>
        <dsp:cNvSpPr/>
      </dsp:nvSpPr>
      <dsp:spPr>
        <a:xfrm>
          <a:off x="9130344" y="884676"/>
          <a:ext cx="817320" cy="817320"/>
        </a:xfrm>
        <a:prstGeom prst="ellipse">
          <a:avLst/>
        </a:prstGeom>
        <a:solidFill>
          <a:schemeClr val="accent2">
            <a:hueOff val="-8059736"/>
            <a:satOff val="4654"/>
            <a:lumOff val="-8540"/>
            <a:alphaOff val="0"/>
          </a:schemeClr>
        </a:solidFill>
        <a:ln w="19050" cap="flat" cmpd="sng" algn="ctr">
          <a:solidFill>
            <a:schemeClr val="accent2">
              <a:hueOff val="-8059736"/>
              <a:satOff val="4654"/>
              <a:lumOff val="-85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5</a:t>
          </a:r>
        </a:p>
      </dsp:txBody>
      <dsp:txXfrm>
        <a:off x="9250038" y="1004370"/>
        <a:ext cx="577932" cy="577932"/>
      </dsp:txXfrm>
    </dsp:sp>
    <dsp:sp modelId="{AE4B3969-54AA-4D34-8D80-50395B3475E7}">
      <dsp:nvSpPr>
        <dsp:cNvPr id="0" name=""/>
        <dsp:cNvSpPr/>
      </dsp:nvSpPr>
      <dsp:spPr>
        <a:xfrm>
          <a:off x="8566003" y="3336567"/>
          <a:ext cx="1946002" cy="72"/>
        </a:xfrm>
        <a:prstGeom prst="rect">
          <a:avLst/>
        </a:prstGeom>
        <a:solidFill>
          <a:schemeClr val="accent2">
            <a:hueOff val="-9067203"/>
            <a:satOff val="5236"/>
            <a:lumOff val="-9607"/>
            <a:alphaOff val="0"/>
          </a:schemeClr>
        </a:solidFill>
        <a:ln w="19050" cap="flat" cmpd="sng" algn="ctr">
          <a:solidFill>
            <a:schemeClr val="accent2">
              <a:hueOff val="-9067203"/>
              <a:satOff val="5236"/>
              <a:lumOff val="-96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40A1F-B4B1-43B4-9701-F5A2BF8986C3}">
      <dsp:nvSpPr>
        <dsp:cNvPr id="0" name=""/>
        <dsp:cNvSpPr/>
      </dsp:nvSpPr>
      <dsp:spPr>
        <a:xfrm>
          <a:off x="4621" y="608721"/>
          <a:ext cx="2020453" cy="12122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/>
            <a:t>Lesson 1: build sequences  </a:t>
          </a:r>
        </a:p>
      </dsp:txBody>
      <dsp:txXfrm>
        <a:off x="40127" y="644227"/>
        <a:ext cx="1949441" cy="1141260"/>
      </dsp:txXfrm>
    </dsp:sp>
    <dsp:sp modelId="{56788FA7-1057-4FB5-BE73-F96D9760CB59}">
      <dsp:nvSpPr>
        <dsp:cNvPr id="0" name=""/>
        <dsp:cNvSpPr/>
      </dsp:nvSpPr>
      <dsp:spPr>
        <a:xfrm>
          <a:off x="2227119" y="964321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2227119" y="1064535"/>
        <a:ext cx="299835" cy="300644"/>
      </dsp:txXfrm>
    </dsp:sp>
    <dsp:sp modelId="{4C5BE079-C714-49CE-AE19-3F658DF6408F}">
      <dsp:nvSpPr>
        <dsp:cNvPr id="0" name=""/>
        <dsp:cNvSpPr/>
      </dsp:nvSpPr>
      <dsp:spPr>
        <a:xfrm>
          <a:off x="2833255" y="608721"/>
          <a:ext cx="2020453" cy="12122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/>
            <a:t>Lesson 2: distances </a:t>
          </a:r>
        </a:p>
      </dsp:txBody>
      <dsp:txXfrm>
        <a:off x="2868761" y="644227"/>
        <a:ext cx="1949441" cy="1141260"/>
      </dsp:txXfrm>
    </dsp:sp>
    <dsp:sp modelId="{9AA69FCD-AECB-4EDD-B6C7-5DDFEC1C5D90}">
      <dsp:nvSpPr>
        <dsp:cNvPr id="0" name=""/>
        <dsp:cNvSpPr/>
      </dsp:nvSpPr>
      <dsp:spPr>
        <a:xfrm>
          <a:off x="5055754" y="964321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5055754" y="1064535"/>
        <a:ext cx="299835" cy="300644"/>
      </dsp:txXfrm>
    </dsp:sp>
    <dsp:sp modelId="{A48FAFD2-46E6-49A9-8ADE-7287CA8FFE9A}">
      <dsp:nvSpPr>
        <dsp:cNvPr id="0" name=""/>
        <dsp:cNvSpPr/>
      </dsp:nvSpPr>
      <dsp:spPr>
        <a:xfrm>
          <a:off x="5661890" y="608721"/>
          <a:ext cx="2020453" cy="12122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/>
            <a:t>Lesson 3: clusters </a:t>
          </a:r>
        </a:p>
      </dsp:txBody>
      <dsp:txXfrm>
        <a:off x="5697396" y="644227"/>
        <a:ext cx="1949441" cy="1141260"/>
      </dsp:txXfrm>
    </dsp:sp>
    <dsp:sp modelId="{2E46EEC3-8647-4F60-BF3E-CAA5FFC9FE18}">
      <dsp:nvSpPr>
        <dsp:cNvPr id="0" name=""/>
        <dsp:cNvSpPr/>
      </dsp:nvSpPr>
      <dsp:spPr>
        <a:xfrm>
          <a:off x="7884389" y="964321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7884389" y="1064535"/>
        <a:ext cx="299835" cy="300644"/>
      </dsp:txXfrm>
    </dsp:sp>
    <dsp:sp modelId="{C77A979F-9CC6-4D5C-8F84-B450C68CB6EC}">
      <dsp:nvSpPr>
        <dsp:cNvPr id="0" name=""/>
        <dsp:cNvSpPr/>
      </dsp:nvSpPr>
      <dsp:spPr>
        <a:xfrm>
          <a:off x="8490525" y="608721"/>
          <a:ext cx="2020453" cy="12122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/>
            <a:t>Lesson 4: interpretation</a:t>
          </a:r>
        </a:p>
      </dsp:txBody>
      <dsp:txXfrm>
        <a:off x="8526031" y="644227"/>
        <a:ext cx="1949441" cy="11412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69C67-DC5D-4968-B019-738F00DC557E}">
      <dsp:nvSpPr>
        <dsp:cNvPr id="0" name=""/>
        <dsp:cNvSpPr/>
      </dsp:nvSpPr>
      <dsp:spPr>
        <a:xfrm>
          <a:off x="4157" y="95548"/>
          <a:ext cx="2500140" cy="7311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Trajectories and transitions</a:t>
          </a:r>
        </a:p>
      </dsp:txBody>
      <dsp:txXfrm>
        <a:off x="4157" y="95548"/>
        <a:ext cx="2500140" cy="731172"/>
      </dsp:txXfrm>
    </dsp:sp>
    <dsp:sp modelId="{A50DC3D4-7D8F-4B61-B58C-2D1856CC7672}">
      <dsp:nvSpPr>
        <dsp:cNvPr id="0" name=""/>
        <dsp:cNvSpPr/>
      </dsp:nvSpPr>
      <dsp:spPr>
        <a:xfrm>
          <a:off x="4157" y="826720"/>
          <a:ext cx="2500140" cy="297283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Lives consist of long-term trajectories punctuated by transitions.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E.g., educational, employment, partnership and parenthood trajectories…</a:t>
          </a:r>
        </a:p>
      </dsp:txBody>
      <dsp:txXfrm>
        <a:off x="4157" y="826720"/>
        <a:ext cx="2500140" cy="2972835"/>
      </dsp:txXfrm>
    </dsp:sp>
    <dsp:sp modelId="{AABDCC36-CEFC-4C16-9273-4A15DF5EB861}">
      <dsp:nvSpPr>
        <dsp:cNvPr id="0" name=""/>
        <dsp:cNvSpPr/>
      </dsp:nvSpPr>
      <dsp:spPr>
        <a:xfrm>
          <a:off x="2854318" y="95548"/>
          <a:ext cx="2500140" cy="7311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Timing</a:t>
          </a:r>
          <a:endParaRPr lang="en-US" sz="1900" kern="1200" dirty="0"/>
        </a:p>
      </dsp:txBody>
      <dsp:txXfrm>
        <a:off x="2854318" y="95548"/>
        <a:ext cx="2500140" cy="731172"/>
      </dsp:txXfrm>
    </dsp:sp>
    <dsp:sp modelId="{EA1998D7-3915-4399-9B30-92B979EC309F}">
      <dsp:nvSpPr>
        <dsp:cNvPr id="0" name=""/>
        <dsp:cNvSpPr/>
      </dsp:nvSpPr>
      <dsp:spPr>
        <a:xfrm>
          <a:off x="2854318" y="826720"/>
          <a:ext cx="2500140" cy="297283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The consequences of an event may depend on when it occurs.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E.g. unemployment at 20 vs. 55 </a:t>
          </a:r>
          <a:r>
            <a:rPr lang="en-US" sz="1900" kern="1200">
              <a:sym typeface="Wingdings" panose="05000000000000000000" pitchFamily="2" charset="2"/>
            </a:rPr>
            <a:t></a:t>
          </a:r>
          <a:r>
            <a:rPr lang="en-US" sz="1900" kern="1200"/>
            <a:t> different consequences</a:t>
          </a:r>
        </a:p>
      </dsp:txBody>
      <dsp:txXfrm>
        <a:off x="2854318" y="826720"/>
        <a:ext cx="2500140" cy="2972835"/>
      </dsp:txXfrm>
    </dsp:sp>
    <dsp:sp modelId="{59F0E7C4-B9D7-47D6-9C9F-9ABF67537CC1}">
      <dsp:nvSpPr>
        <dsp:cNvPr id="0" name=""/>
        <dsp:cNvSpPr/>
      </dsp:nvSpPr>
      <dsp:spPr>
        <a:xfrm>
          <a:off x="5704479" y="95548"/>
          <a:ext cx="2500140" cy="7311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Linked lives</a:t>
          </a:r>
        </a:p>
      </dsp:txBody>
      <dsp:txXfrm>
        <a:off x="5704479" y="95548"/>
        <a:ext cx="2500140" cy="731172"/>
      </dsp:txXfrm>
    </dsp:sp>
    <dsp:sp modelId="{FE4BF652-4E8D-40A0-93B3-5AEA45B6AFC2}">
      <dsp:nvSpPr>
        <dsp:cNvPr id="0" name=""/>
        <dsp:cNvSpPr/>
      </dsp:nvSpPr>
      <dsp:spPr>
        <a:xfrm>
          <a:off x="5704479" y="826720"/>
          <a:ext cx="2500140" cy="297283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Individual lives develop in relation to the lives of others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E.g. parents, children, partner, siblings…</a:t>
          </a:r>
        </a:p>
      </dsp:txBody>
      <dsp:txXfrm>
        <a:off x="5704479" y="826720"/>
        <a:ext cx="2500140" cy="2972835"/>
      </dsp:txXfrm>
    </dsp:sp>
    <dsp:sp modelId="{3E889F2F-81F5-4733-A11E-5E48606DCEB4}">
      <dsp:nvSpPr>
        <dsp:cNvPr id="0" name=""/>
        <dsp:cNvSpPr/>
      </dsp:nvSpPr>
      <dsp:spPr>
        <a:xfrm>
          <a:off x="8554640" y="95548"/>
          <a:ext cx="2500140" cy="7311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Historical and institutional context</a:t>
          </a:r>
        </a:p>
      </dsp:txBody>
      <dsp:txXfrm>
        <a:off x="8554640" y="95548"/>
        <a:ext cx="2500140" cy="731172"/>
      </dsp:txXfrm>
    </dsp:sp>
    <dsp:sp modelId="{FC95408A-93AE-4754-AB19-A61344C5F524}">
      <dsp:nvSpPr>
        <dsp:cNvPr id="0" name=""/>
        <dsp:cNvSpPr/>
      </dsp:nvSpPr>
      <dsp:spPr>
        <a:xfrm>
          <a:off x="8554640" y="826720"/>
          <a:ext cx="2500140" cy="297283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The same transition may have different meanings in different cohorts, countries or policy contexts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E.g. entering the labour market during a recession…</a:t>
          </a:r>
        </a:p>
      </dsp:txBody>
      <dsp:txXfrm>
        <a:off x="8554640" y="826720"/>
        <a:ext cx="2500140" cy="29728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BC6E4-BC7A-438D-8CFB-E3D9756F9756}">
      <dsp:nvSpPr>
        <dsp:cNvPr id="0" name=""/>
        <dsp:cNvSpPr/>
      </dsp:nvSpPr>
      <dsp:spPr>
        <a:xfrm>
          <a:off x="0" y="109066"/>
          <a:ext cx="2670105" cy="16020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timing of labour-market entry;</a:t>
          </a:r>
        </a:p>
      </dsp:txBody>
      <dsp:txXfrm>
        <a:off x="0" y="109066"/>
        <a:ext cx="2670105" cy="1602063"/>
      </dsp:txXfrm>
    </dsp:sp>
    <dsp:sp modelId="{0C310CC8-1C40-497A-8E30-C95FA8591786}">
      <dsp:nvSpPr>
        <dsp:cNvPr id="0" name=""/>
        <dsp:cNvSpPr/>
      </dsp:nvSpPr>
      <dsp:spPr>
        <a:xfrm>
          <a:off x="2937116" y="109066"/>
          <a:ext cx="2670105" cy="16020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accumulated unemployment;</a:t>
          </a:r>
        </a:p>
      </dsp:txBody>
      <dsp:txXfrm>
        <a:off x="2937116" y="109066"/>
        <a:ext cx="2670105" cy="1602063"/>
      </dsp:txXfrm>
    </dsp:sp>
    <dsp:sp modelId="{1367856E-8B6E-4C02-B29E-86A1AE710CBC}">
      <dsp:nvSpPr>
        <dsp:cNvPr id="0" name=""/>
        <dsp:cNvSpPr/>
      </dsp:nvSpPr>
      <dsp:spPr>
        <a:xfrm>
          <a:off x="5874233" y="109066"/>
          <a:ext cx="2670105" cy="16020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instability;</a:t>
          </a:r>
        </a:p>
      </dsp:txBody>
      <dsp:txXfrm>
        <a:off x="5874233" y="109066"/>
        <a:ext cx="2670105" cy="1602063"/>
      </dsp:txXfrm>
    </dsp:sp>
    <dsp:sp modelId="{7186E633-AA60-457A-BCB3-9DF4C3A50B90}">
      <dsp:nvSpPr>
        <dsp:cNvPr id="0" name=""/>
        <dsp:cNvSpPr/>
      </dsp:nvSpPr>
      <dsp:spPr>
        <a:xfrm>
          <a:off x="1468558" y="1978140"/>
          <a:ext cx="2670105" cy="16020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care-related interruption;</a:t>
          </a:r>
        </a:p>
      </dsp:txBody>
      <dsp:txXfrm>
        <a:off x="1468558" y="1978140"/>
        <a:ext cx="2670105" cy="1602063"/>
      </dsp:txXfrm>
    </dsp:sp>
    <dsp:sp modelId="{8CE2BC90-B08B-404E-AE31-B19C9E5DBFE6}">
      <dsp:nvSpPr>
        <dsp:cNvPr id="0" name=""/>
        <dsp:cNvSpPr/>
      </dsp:nvSpPr>
      <dsp:spPr>
        <a:xfrm>
          <a:off x="4405674" y="1978140"/>
          <a:ext cx="2670105" cy="16020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pathways back into employment.</a:t>
          </a:r>
        </a:p>
      </dsp:txBody>
      <dsp:txXfrm>
        <a:off x="4405674" y="1978140"/>
        <a:ext cx="2670105" cy="160206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9694A-65B7-4F3C-A605-DF00A9C84DC1}">
      <dsp:nvSpPr>
        <dsp:cNvPr id="0" name=""/>
        <dsp:cNvSpPr/>
      </dsp:nvSpPr>
      <dsp:spPr>
        <a:xfrm>
          <a:off x="53" y="66357"/>
          <a:ext cx="5127426" cy="6048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Event-based methods</a:t>
          </a:r>
          <a:endParaRPr lang="fr-FR" sz="2100" kern="1200"/>
        </a:p>
      </dsp:txBody>
      <dsp:txXfrm>
        <a:off x="53" y="66357"/>
        <a:ext cx="5127426" cy="604800"/>
      </dsp:txXfrm>
    </dsp:sp>
    <dsp:sp modelId="{98FD1AD6-C878-44D7-9E22-BBBD07AA80B7}">
      <dsp:nvSpPr>
        <dsp:cNvPr id="0" name=""/>
        <dsp:cNvSpPr/>
      </dsp:nvSpPr>
      <dsp:spPr>
        <a:xfrm>
          <a:off x="53" y="671157"/>
          <a:ext cx="5127426" cy="344248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Focuses on a particular transitions (e.g., first residence, first, second or third child, etc.)</a:t>
          </a:r>
          <a:endParaRPr lang="fr-FR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well suited to event-history analysis;</a:t>
          </a:r>
          <a:endParaRPr lang="fr-FR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people who do not make the transition remain non-event or censored cases;</a:t>
          </a:r>
          <a:endParaRPr lang="fr-FR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what happens after the transition may not be central.</a:t>
          </a:r>
          <a:endParaRPr lang="fr-FR" sz="2100" kern="1200"/>
        </a:p>
      </dsp:txBody>
      <dsp:txXfrm>
        <a:off x="53" y="671157"/>
        <a:ext cx="5127426" cy="3442487"/>
      </dsp:txXfrm>
    </dsp:sp>
    <dsp:sp modelId="{D824710C-D069-406E-9BCF-3D6A163E1C85}">
      <dsp:nvSpPr>
        <dsp:cNvPr id="0" name=""/>
        <dsp:cNvSpPr/>
      </dsp:nvSpPr>
      <dsp:spPr>
        <a:xfrm>
          <a:off x="5845319" y="66357"/>
          <a:ext cx="5127426" cy="6048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Holistic methods</a:t>
          </a:r>
          <a:endParaRPr lang="fr-FR" sz="2100" kern="1200"/>
        </a:p>
      </dsp:txBody>
      <dsp:txXfrm>
        <a:off x="5845319" y="66357"/>
        <a:ext cx="5127426" cy="604800"/>
      </dsp:txXfrm>
    </dsp:sp>
    <dsp:sp modelId="{A769D2E1-B290-4351-8380-030D99C67A48}">
      <dsp:nvSpPr>
        <dsp:cNvPr id="0" name=""/>
        <dsp:cNvSpPr/>
      </dsp:nvSpPr>
      <dsp:spPr>
        <a:xfrm>
          <a:off x="5845319" y="671157"/>
          <a:ext cx="5127426" cy="344248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Focuses on experiences between ages (e.g., housing and family trajectories between ages 20 and 50)</a:t>
          </a:r>
          <a:endParaRPr lang="fr-FR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includes people who never go through the event; </a:t>
          </a:r>
          <a:endParaRPr lang="fr-FR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captures reversals and repeated transitions;</a:t>
          </a:r>
          <a:endParaRPr lang="fr-FR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compares complete patterns;</a:t>
          </a:r>
          <a:endParaRPr lang="fr-FR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preserves differences in timing and duration.</a:t>
          </a:r>
          <a:endParaRPr lang="fr-FR" sz="2100" kern="1200"/>
        </a:p>
      </dsp:txBody>
      <dsp:txXfrm>
        <a:off x="5845319" y="671157"/>
        <a:ext cx="5127426" cy="344248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190A87-6430-4738-8B23-C280AC0D0FCB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4BEF0F-94EF-46E3-BE0B-CCBE43DFF6C0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122BA-3835-4694-BDE4-68071BED3544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Timing: when?</a:t>
          </a:r>
        </a:p>
      </dsp:txBody>
      <dsp:txXfrm>
        <a:off x="1057183" y="1805"/>
        <a:ext cx="9458416" cy="915310"/>
      </dsp:txXfrm>
    </dsp:sp>
    <dsp:sp modelId="{15C51E79-5406-4529-B5E7-66060BD27F2E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E2A63-4E7D-4178-BA38-6B7A87D67ACD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DFCD8-CE23-4914-BE3D-36C7C6C23921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Order: what before what?</a:t>
          </a:r>
        </a:p>
      </dsp:txBody>
      <dsp:txXfrm>
        <a:off x="1057183" y="1145944"/>
        <a:ext cx="9458416" cy="915310"/>
      </dsp:txXfrm>
    </dsp:sp>
    <dsp:sp modelId="{440A39C3-916B-4912-BA38-C669029C2A4C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5556E-CA1E-4774-B2EC-5148A20745A9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CAD13-6A16-47E6-A2B4-89B7B17028F6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Duration: how long?</a:t>
          </a:r>
        </a:p>
      </dsp:txBody>
      <dsp:txXfrm>
        <a:off x="1057183" y="2290082"/>
        <a:ext cx="9458416" cy="915310"/>
      </dsp:txXfrm>
    </dsp:sp>
    <dsp:sp modelId="{C30DCED1-31D1-4356-A52C-5D0F32608DB2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7714FC-2FC2-4282-A79C-91FAC4C56BB5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C55AA9-B295-4803-AA2A-6DF5BA230C09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Instability or quantum: how many changes?</a:t>
          </a:r>
        </a:p>
      </dsp:txBody>
      <dsp:txXfrm>
        <a:off x="1057183" y="3434221"/>
        <a:ext cx="9458416" cy="91531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8F67A2-E5F9-4E1F-B83F-042123FE1047}">
      <dsp:nvSpPr>
        <dsp:cNvPr id="0" name=""/>
        <dsp:cNvSpPr/>
      </dsp:nvSpPr>
      <dsp:spPr>
        <a:xfrm>
          <a:off x="679050" y="578168"/>
          <a:ext cx="1887187" cy="1887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530C5-214B-422C-A070-1F1D8B973F3C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BC286-85CF-4571-9997-ECA0D9B3C54A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100" b="1" kern="1200"/>
            <a:t>Heterogeneity</a:t>
          </a:r>
          <a:r>
            <a:rPr lang="en-US" sz="3100" kern="1200"/>
            <a:t> </a:t>
          </a:r>
        </a:p>
      </dsp:txBody>
      <dsp:txXfrm>
        <a:off x="75768" y="3053169"/>
        <a:ext cx="3093750" cy="720000"/>
      </dsp:txXfrm>
    </dsp:sp>
    <dsp:sp modelId="{FB2C062D-228D-49B0-96BF-4694405454FF}">
      <dsp:nvSpPr>
        <dsp:cNvPr id="0" name=""/>
        <dsp:cNvSpPr/>
      </dsp:nvSpPr>
      <dsp:spPr>
        <a:xfrm>
          <a:off x="4314206" y="578168"/>
          <a:ext cx="1887187" cy="1887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CFCF0-FE0C-4BAE-B039-C69B1EA05573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4087B-180C-432F-965F-1F1564BA8CE0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100" b="1" kern="1200"/>
            <a:t>Timing</a:t>
          </a:r>
          <a:r>
            <a:rPr lang="en-US" sz="3100" kern="1200"/>
            <a:t> </a:t>
          </a:r>
        </a:p>
      </dsp:txBody>
      <dsp:txXfrm>
        <a:off x="3710925" y="3053169"/>
        <a:ext cx="3093750" cy="720000"/>
      </dsp:txXfrm>
    </dsp:sp>
    <dsp:sp modelId="{4ED40AE2-04F5-4F1D-8B0D-C6B409429AA6}">
      <dsp:nvSpPr>
        <dsp:cNvPr id="0" name=""/>
        <dsp:cNvSpPr/>
      </dsp:nvSpPr>
      <dsp:spPr>
        <a:xfrm>
          <a:off x="7949362" y="578168"/>
          <a:ext cx="1887187" cy="1887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9A5D02-356A-4EE8-97DA-667636844409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BF215-E605-4D88-9AF0-737BEE938AF8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100" b="1" kern="1200"/>
            <a:t>Pathways</a:t>
          </a:r>
          <a:endParaRPr lang="en-US" sz="3100" kern="1200"/>
        </a:p>
      </dsp:txBody>
      <dsp:txXfrm>
        <a:off x="7346081" y="3053169"/>
        <a:ext cx="309375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6A876C-3F87-450B-8D40-FEA4CBCAC169}">
      <dsp:nvSpPr>
        <dsp:cNvPr id="0" name=""/>
        <dsp:cNvSpPr/>
      </dsp:nvSpPr>
      <dsp:spPr>
        <a:xfrm>
          <a:off x="3953" y="18020"/>
          <a:ext cx="2377306" cy="95092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Units</a:t>
          </a:r>
        </a:p>
      </dsp:txBody>
      <dsp:txXfrm>
        <a:off x="3953" y="18020"/>
        <a:ext cx="2377306" cy="950922"/>
      </dsp:txXfrm>
    </dsp:sp>
    <dsp:sp modelId="{0C51BECB-239B-4C37-BBC9-B9F26AA5E706}">
      <dsp:nvSpPr>
        <dsp:cNvPr id="0" name=""/>
        <dsp:cNvSpPr/>
      </dsp:nvSpPr>
      <dsp:spPr>
        <a:xfrm>
          <a:off x="3953" y="968942"/>
          <a:ext cx="2377306" cy="21520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Individuals, households, organisations, countries, etc.</a:t>
          </a:r>
        </a:p>
      </dsp:txBody>
      <dsp:txXfrm>
        <a:off x="3953" y="968942"/>
        <a:ext cx="2377306" cy="2152080"/>
      </dsp:txXfrm>
    </dsp:sp>
    <dsp:sp modelId="{068FABDF-FAA8-4799-883A-C817072C6B96}">
      <dsp:nvSpPr>
        <dsp:cNvPr id="0" name=""/>
        <dsp:cNvSpPr/>
      </dsp:nvSpPr>
      <dsp:spPr>
        <a:xfrm>
          <a:off x="2714082" y="18020"/>
          <a:ext cx="2377306" cy="95092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 timeline</a:t>
          </a:r>
        </a:p>
      </dsp:txBody>
      <dsp:txXfrm>
        <a:off x="2714082" y="18020"/>
        <a:ext cx="2377306" cy="950922"/>
      </dsp:txXfrm>
    </dsp:sp>
    <dsp:sp modelId="{5BCAE2F1-4413-44B0-82E0-EB73A8C1EE30}">
      <dsp:nvSpPr>
        <dsp:cNvPr id="0" name=""/>
        <dsp:cNvSpPr/>
      </dsp:nvSpPr>
      <dsp:spPr>
        <a:xfrm>
          <a:off x="2714082" y="968942"/>
          <a:ext cx="2377306" cy="21520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Age, calendar year, month, survey wave or time since an event.</a:t>
          </a:r>
        </a:p>
      </dsp:txBody>
      <dsp:txXfrm>
        <a:off x="2714082" y="968942"/>
        <a:ext cx="2377306" cy="2152080"/>
      </dsp:txXfrm>
    </dsp:sp>
    <dsp:sp modelId="{3C6C9F92-6303-4583-BD83-102A75F6A4B9}">
      <dsp:nvSpPr>
        <dsp:cNvPr id="0" name=""/>
        <dsp:cNvSpPr/>
      </dsp:nvSpPr>
      <dsp:spPr>
        <a:xfrm>
          <a:off x="5424211" y="18020"/>
          <a:ext cx="2377306" cy="95092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 finite set of possible states</a:t>
          </a:r>
        </a:p>
      </dsp:txBody>
      <dsp:txXfrm>
        <a:off x="5424211" y="18020"/>
        <a:ext cx="2377306" cy="950922"/>
      </dsp:txXfrm>
    </dsp:sp>
    <dsp:sp modelId="{20F07859-F58B-4960-A892-B4CB97BE8E98}">
      <dsp:nvSpPr>
        <dsp:cNvPr id="0" name=""/>
        <dsp:cNvSpPr/>
      </dsp:nvSpPr>
      <dsp:spPr>
        <a:xfrm>
          <a:off x="5424211" y="968942"/>
          <a:ext cx="2377306" cy="21520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The sequence alphabet.</a:t>
          </a:r>
        </a:p>
      </dsp:txBody>
      <dsp:txXfrm>
        <a:off x="5424211" y="968942"/>
        <a:ext cx="2377306" cy="2152080"/>
      </dsp:txXfrm>
    </dsp:sp>
    <dsp:sp modelId="{B5EC0A8C-B7E9-42CA-B218-9FEBF0344C92}">
      <dsp:nvSpPr>
        <dsp:cNvPr id="0" name=""/>
        <dsp:cNvSpPr/>
      </dsp:nvSpPr>
      <dsp:spPr>
        <a:xfrm>
          <a:off x="8134340" y="18020"/>
          <a:ext cx="2377306" cy="95092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 observed state at each time position</a:t>
          </a:r>
        </a:p>
      </dsp:txBody>
      <dsp:txXfrm>
        <a:off x="8134340" y="18020"/>
        <a:ext cx="2377306" cy="950922"/>
      </dsp:txXfrm>
    </dsp:sp>
    <dsp:sp modelId="{C1E79D3A-8131-41E4-9C1D-7D3A14D12C38}">
      <dsp:nvSpPr>
        <dsp:cNvPr id="0" name=""/>
        <dsp:cNvSpPr/>
      </dsp:nvSpPr>
      <dsp:spPr>
        <a:xfrm>
          <a:off x="8134340" y="968942"/>
          <a:ext cx="2377306" cy="21520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One categorical status, or a defined combination of statuses.</a:t>
          </a:r>
        </a:p>
      </dsp:txBody>
      <dsp:txXfrm>
        <a:off x="8134340" y="968942"/>
        <a:ext cx="2377306" cy="215208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9A1974-DA6F-409C-BD57-778B56A41313}">
      <dsp:nvSpPr>
        <dsp:cNvPr id="0" name=""/>
        <dsp:cNvSpPr/>
      </dsp:nvSpPr>
      <dsp:spPr>
        <a:xfrm>
          <a:off x="0" y="1305401"/>
          <a:ext cx="10515600" cy="1740535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380EF4-7B90-43D4-85DB-D5E1B7FA8E7E}">
      <dsp:nvSpPr>
        <dsp:cNvPr id="0" name=""/>
        <dsp:cNvSpPr/>
      </dsp:nvSpPr>
      <dsp:spPr>
        <a:xfrm>
          <a:off x="4159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b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900" kern="1200"/>
            <a:t>1990: birth</a:t>
          </a:r>
          <a:endParaRPr lang="fr-FR" sz="2900" kern="1200"/>
        </a:p>
      </dsp:txBody>
      <dsp:txXfrm>
        <a:off x="4159" y="0"/>
        <a:ext cx="1818408" cy="1740535"/>
      </dsp:txXfrm>
    </dsp:sp>
    <dsp:sp modelId="{85D96178-9990-41D3-B4B5-E3E6E21728A7}">
      <dsp:nvSpPr>
        <dsp:cNvPr id="0" name=""/>
        <dsp:cNvSpPr/>
      </dsp:nvSpPr>
      <dsp:spPr>
        <a:xfrm>
          <a:off x="695796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CAE6A-230A-4C35-833B-F231D698C4FC}">
      <dsp:nvSpPr>
        <dsp:cNvPr id="0" name=""/>
        <dsp:cNvSpPr/>
      </dsp:nvSpPr>
      <dsp:spPr>
        <a:xfrm>
          <a:off x="1913487" y="2610802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900" kern="1200"/>
            <a:t>2011: first job</a:t>
          </a:r>
          <a:endParaRPr lang="fr-FR" sz="2900" kern="1200"/>
        </a:p>
      </dsp:txBody>
      <dsp:txXfrm>
        <a:off x="1913487" y="2610802"/>
        <a:ext cx="1818408" cy="1740535"/>
      </dsp:txXfrm>
    </dsp:sp>
    <dsp:sp modelId="{18A4F8BF-B6B5-4A34-A2C1-9E4F2180F56B}">
      <dsp:nvSpPr>
        <dsp:cNvPr id="0" name=""/>
        <dsp:cNvSpPr/>
      </dsp:nvSpPr>
      <dsp:spPr>
        <a:xfrm>
          <a:off x="2605124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1BD942-A6A7-44BC-A9CA-4BD0DAA60828}">
      <dsp:nvSpPr>
        <dsp:cNvPr id="0" name=""/>
        <dsp:cNvSpPr/>
      </dsp:nvSpPr>
      <dsp:spPr>
        <a:xfrm>
          <a:off x="3822815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b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900" kern="1200"/>
            <a:t>2019: gets married</a:t>
          </a:r>
          <a:endParaRPr lang="fr-FR" sz="2900" kern="1200"/>
        </a:p>
      </dsp:txBody>
      <dsp:txXfrm>
        <a:off x="3822815" y="0"/>
        <a:ext cx="1818408" cy="1740535"/>
      </dsp:txXfrm>
    </dsp:sp>
    <dsp:sp modelId="{3A216B60-C0AB-4BD8-BF3F-D4776C36E6E4}">
      <dsp:nvSpPr>
        <dsp:cNvPr id="0" name=""/>
        <dsp:cNvSpPr/>
      </dsp:nvSpPr>
      <dsp:spPr>
        <a:xfrm>
          <a:off x="4514453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19667-1C1E-4533-B5C9-A0666BE2536F}">
      <dsp:nvSpPr>
        <dsp:cNvPr id="0" name=""/>
        <dsp:cNvSpPr/>
      </dsp:nvSpPr>
      <dsp:spPr>
        <a:xfrm>
          <a:off x="5732144" y="2610802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900" kern="1200"/>
            <a:t>2021: first child</a:t>
          </a:r>
          <a:endParaRPr lang="fr-FR" sz="2900" kern="1200"/>
        </a:p>
      </dsp:txBody>
      <dsp:txXfrm>
        <a:off x="5732144" y="2610802"/>
        <a:ext cx="1818408" cy="1740535"/>
      </dsp:txXfrm>
    </dsp:sp>
    <dsp:sp modelId="{7F4005FE-215E-4CA3-B705-3FCC2F20D944}">
      <dsp:nvSpPr>
        <dsp:cNvPr id="0" name=""/>
        <dsp:cNvSpPr/>
      </dsp:nvSpPr>
      <dsp:spPr>
        <a:xfrm>
          <a:off x="6423781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F38E1-4D88-489A-A107-EDB31E429EBF}">
      <dsp:nvSpPr>
        <dsp:cNvPr id="0" name=""/>
        <dsp:cNvSpPr/>
      </dsp:nvSpPr>
      <dsp:spPr>
        <a:xfrm>
          <a:off x="7641472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b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900" kern="1200"/>
            <a:t>2023: gets divorced</a:t>
          </a:r>
          <a:endParaRPr lang="fr-FR" sz="2900" kern="1200"/>
        </a:p>
      </dsp:txBody>
      <dsp:txXfrm>
        <a:off x="7641472" y="0"/>
        <a:ext cx="1818408" cy="1740535"/>
      </dsp:txXfrm>
    </dsp:sp>
    <dsp:sp modelId="{8D2CEE04-C09C-430F-8D7D-850517640C63}">
      <dsp:nvSpPr>
        <dsp:cNvPr id="0" name=""/>
        <dsp:cNvSpPr/>
      </dsp:nvSpPr>
      <dsp:spPr>
        <a:xfrm>
          <a:off x="8333110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FFB601-B00B-45C0-B8B9-B887B8A9438C}">
      <dsp:nvSpPr>
        <dsp:cNvPr id="0" name=""/>
        <dsp:cNvSpPr/>
      </dsp:nvSpPr>
      <dsp:spPr>
        <a:xfrm>
          <a:off x="51" y="30512"/>
          <a:ext cx="4913783" cy="835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000" kern="1200"/>
            <a:t>Simple</a:t>
          </a:r>
          <a:endParaRPr lang="fr-FR" sz="2000" kern="1200"/>
        </a:p>
      </dsp:txBody>
      <dsp:txXfrm>
        <a:off x="51" y="30512"/>
        <a:ext cx="4913783" cy="835200"/>
      </dsp:txXfrm>
    </dsp:sp>
    <dsp:sp modelId="{AA82EDFA-F078-459C-B7AC-2158612110A6}">
      <dsp:nvSpPr>
        <dsp:cNvPr id="0" name=""/>
        <dsp:cNvSpPr/>
      </dsp:nvSpPr>
      <dsp:spPr>
        <a:xfrm>
          <a:off x="51" y="865712"/>
          <a:ext cx="4913783" cy="12736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Education / Employment / Unemployment / Inactivity</a:t>
          </a:r>
        </a:p>
      </dsp:txBody>
      <dsp:txXfrm>
        <a:off x="51" y="865712"/>
        <a:ext cx="4913783" cy="1273680"/>
      </dsp:txXfrm>
    </dsp:sp>
    <dsp:sp modelId="{13479890-C546-491E-9642-4ECBF09B1D3C}">
      <dsp:nvSpPr>
        <dsp:cNvPr id="0" name=""/>
        <dsp:cNvSpPr/>
      </dsp:nvSpPr>
      <dsp:spPr>
        <a:xfrm>
          <a:off x="5601764" y="30512"/>
          <a:ext cx="4913783" cy="835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000" kern="1200"/>
            <a:t>More elaborate:</a:t>
          </a:r>
          <a:endParaRPr lang="fr-FR" sz="2000" kern="1200"/>
        </a:p>
      </dsp:txBody>
      <dsp:txXfrm>
        <a:off x="5601764" y="30512"/>
        <a:ext cx="4913783" cy="835200"/>
      </dsp:txXfrm>
    </dsp:sp>
    <dsp:sp modelId="{4C5A1D01-E8EC-4E90-882E-907477C3F3A2}">
      <dsp:nvSpPr>
        <dsp:cNvPr id="0" name=""/>
        <dsp:cNvSpPr/>
      </dsp:nvSpPr>
      <dsp:spPr>
        <a:xfrm>
          <a:off x="5601764" y="865712"/>
          <a:ext cx="4913783" cy="12736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School / Training / Full-time work / Part-time work / Unemployment / Care work / Other</a:t>
          </a:r>
          <a:endParaRPr lang="fr-FR" sz="2000" kern="1200"/>
        </a:p>
      </dsp:txBody>
      <dsp:txXfrm>
        <a:off x="5601764" y="865712"/>
        <a:ext cx="4913783" cy="127368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53AE3-EB53-40B3-BBB9-58244ABEA6CA}">
      <dsp:nvSpPr>
        <dsp:cNvPr id="0" name=""/>
        <dsp:cNvSpPr/>
      </dsp:nvSpPr>
      <dsp:spPr>
        <a:xfrm>
          <a:off x="0" y="169573"/>
          <a:ext cx="10515600" cy="5651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Prospective panel surveys</a:t>
          </a:r>
        </a:p>
      </dsp:txBody>
      <dsp:txXfrm>
        <a:off x="27586" y="197159"/>
        <a:ext cx="10460428" cy="509938"/>
      </dsp:txXfrm>
    </dsp:sp>
    <dsp:sp modelId="{EAB65DCA-A809-4BF0-B74B-3AEFB8CDF5DD}">
      <dsp:nvSpPr>
        <dsp:cNvPr id="0" name=""/>
        <dsp:cNvSpPr/>
      </dsp:nvSpPr>
      <dsp:spPr>
        <a:xfrm>
          <a:off x="0" y="734683"/>
          <a:ext cx="10515600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The same people are interviewed repeatedly.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Information collected for research and rich covariates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Often attrition, gaps between waves and relatively short observation windows.</a:t>
          </a:r>
        </a:p>
      </dsp:txBody>
      <dsp:txXfrm>
        <a:off x="0" y="734683"/>
        <a:ext cx="10515600" cy="928395"/>
      </dsp:txXfrm>
    </dsp:sp>
    <dsp:sp modelId="{1A0B1A1A-1C88-485F-8448-ABFC92670F58}">
      <dsp:nvSpPr>
        <dsp:cNvPr id="0" name=""/>
        <dsp:cNvSpPr/>
      </dsp:nvSpPr>
      <dsp:spPr>
        <a:xfrm>
          <a:off x="0" y="1663079"/>
          <a:ext cx="10515600" cy="5651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Retrospective life-history surveys (SHARE, ELSA, HRS…)</a:t>
          </a:r>
        </a:p>
      </dsp:txBody>
      <dsp:txXfrm>
        <a:off x="27586" y="1690665"/>
        <a:ext cx="10460428" cy="509938"/>
      </dsp:txXfrm>
    </dsp:sp>
    <dsp:sp modelId="{77F1F3A8-F4F0-4688-A86E-659F587B689A}">
      <dsp:nvSpPr>
        <dsp:cNvPr id="0" name=""/>
        <dsp:cNvSpPr/>
      </dsp:nvSpPr>
      <dsp:spPr>
        <a:xfrm>
          <a:off x="0" y="2228189"/>
          <a:ext cx="10515600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Respondents reconstruct past experiences, often using a life-history calendar.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Long portions of the life course, on several domains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But possible recall error and imprecisions</a:t>
          </a:r>
        </a:p>
      </dsp:txBody>
      <dsp:txXfrm>
        <a:off x="0" y="2228189"/>
        <a:ext cx="10515600" cy="928395"/>
      </dsp:txXfrm>
    </dsp:sp>
    <dsp:sp modelId="{97B8CA68-FE3F-46F9-AD70-B14A961A7456}">
      <dsp:nvSpPr>
        <dsp:cNvPr id="0" name=""/>
        <dsp:cNvSpPr/>
      </dsp:nvSpPr>
      <dsp:spPr>
        <a:xfrm>
          <a:off x="0" y="3156584"/>
          <a:ext cx="10515600" cy="5651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Administrative and register data</a:t>
          </a:r>
        </a:p>
      </dsp:txBody>
      <dsp:txXfrm>
        <a:off x="27586" y="3184170"/>
        <a:ext cx="10460428" cy="509938"/>
      </dsp:txXfrm>
    </dsp:sp>
    <dsp:sp modelId="{1C878E3C-33E2-49C0-BDA5-CD33657803DB}">
      <dsp:nvSpPr>
        <dsp:cNvPr id="0" name=""/>
        <dsp:cNvSpPr/>
      </dsp:nvSpPr>
      <dsp:spPr>
        <a:xfrm>
          <a:off x="0" y="3721694"/>
          <a:ext cx="10515600" cy="1190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Records generated by institutions are linked over time.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Large populations, with low non-response rates and long follow-up, with relatively precise dates.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Challenges: access and data protection; changing administrative definitions; only events recorded by institutions; data were not created for the research question.</a:t>
          </a:r>
        </a:p>
      </dsp:txBody>
      <dsp:txXfrm>
        <a:off x="0" y="3721694"/>
        <a:ext cx="10515600" cy="119025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A47079-4C2B-40F4-BCF3-C35797EC62C2}">
      <dsp:nvSpPr>
        <dsp:cNvPr id="0" name=""/>
        <dsp:cNvSpPr/>
      </dsp:nvSpPr>
      <dsp:spPr>
        <a:xfrm>
          <a:off x="0" y="40419"/>
          <a:ext cx="10515600" cy="6142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500" kern="1200"/>
            <a:t>The meaning of time</a:t>
          </a:r>
          <a:endParaRPr lang="en-US" sz="2500" kern="1200"/>
        </a:p>
      </dsp:txBody>
      <dsp:txXfrm>
        <a:off x="29985" y="70404"/>
        <a:ext cx="10455630" cy="554280"/>
      </dsp:txXfrm>
    </dsp:sp>
    <dsp:sp modelId="{79D6916A-B02C-4F17-8329-80117C3A7A02}">
      <dsp:nvSpPr>
        <dsp:cNvPr id="0" name=""/>
        <dsp:cNvSpPr/>
      </dsp:nvSpPr>
      <dsp:spPr>
        <a:xfrm>
          <a:off x="0" y="726669"/>
          <a:ext cx="10515600" cy="6142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500" kern="1200"/>
            <a:t>The source of ”similarity” between observed trajectories</a:t>
          </a:r>
          <a:endParaRPr lang="en-US" sz="2500" kern="1200"/>
        </a:p>
      </dsp:txBody>
      <dsp:txXfrm>
        <a:off x="29985" y="756654"/>
        <a:ext cx="10455630" cy="554280"/>
      </dsp:txXfrm>
    </dsp:sp>
    <dsp:sp modelId="{26C19A35-7E91-4038-9DB4-667F6320A5C7}">
      <dsp:nvSpPr>
        <dsp:cNvPr id="0" name=""/>
        <dsp:cNvSpPr/>
      </dsp:nvSpPr>
      <dsp:spPr>
        <a:xfrm>
          <a:off x="0" y="1412919"/>
          <a:ext cx="10515600" cy="6142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500" kern="1200"/>
            <a:t>The population</a:t>
          </a:r>
          <a:endParaRPr lang="en-US" sz="2500" kern="1200"/>
        </a:p>
      </dsp:txBody>
      <dsp:txXfrm>
        <a:off x="29985" y="1442904"/>
        <a:ext cx="10455630" cy="554280"/>
      </dsp:txXfrm>
    </dsp:sp>
    <dsp:sp modelId="{96BD5EFE-61F2-4431-92EB-52552FEF2330}">
      <dsp:nvSpPr>
        <dsp:cNvPr id="0" name=""/>
        <dsp:cNvSpPr/>
      </dsp:nvSpPr>
      <dsp:spPr>
        <a:xfrm>
          <a:off x="0" y="2099169"/>
          <a:ext cx="10515600" cy="6142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500" kern="1200"/>
            <a:t>The variation of interest</a:t>
          </a:r>
          <a:endParaRPr lang="en-US" sz="2500" kern="1200"/>
        </a:p>
      </dsp:txBody>
      <dsp:txXfrm>
        <a:off x="29985" y="2129154"/>
        <a:ext cx="10455630" cy="554280"/>
      </dsp:txXfrm>
    </dsp:sp>
    <dsp:sp modelId="{895DFDF4-7B54-420C-862B-9FC88EC7CFF0}">
      <dsp:nvSpPr>
        <dsp:cNvPr id="0" name=""/>
        <dsp:cNvSpPr/>
      </dsp:nvSpPr>
      <dsp:spPr>
        <a:xfrm>
          <a:off x="0" y="2713419"/>
          <a:ext cx="10515600" cy="983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Age alignment treats </a:t>
          </a:r>
          <a:r>
            <a:rPr lang="en-US" sz="2000" b="1" kern="1200" dirty="0"/>
            <a:t>age at first birth as part of the sequence variation</a:t>
          </a:r>
          <a:r>
            <a:rPr lang="en-US" sz="2000" kern="1200" dirty="0"/>
            <a:t>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Event alignment removes that variation from the time axis so that the analysis can concentrate on </a:t>
          </a:r>
          <a:r>
            <a:rPr lang="en-US" sz="2000" b="1" kern="1200"/>
            <a:t>what happens around birth</a:t>
          </a:r>
          <a:r>
            <a:rPr lang="en-US" sz="2000" kern="1200"/>
            <a:t>.</a:t>
          </a:r>
        </a:p>
      </dsp:txBody>
      <dsp:txXfrm>
        <a:off x="0" y="2713419"/>
        <a:ext cx="10515600" cy="983250"/>
      </dsp:txXfrm>
    </dsp:sp>
    <dsp:sp modelId="{C63C98EF-54D6-45B0-BF14-EE66BB6C40F4}">
      <dsp:nvSpPr>
        <dsp:cNvPr id="0" name=""/>
        <dsp:cNvSpPr/>
      </dsp:nvSpPr>
      <dsp:spPr>
        <a:xfrm>
          <a:off x="0" y="3696669"/>
          <a:ext cx="10515600" cy="6142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interpretation</a:t>
          </a:r>
        </a:p>
      </dsp:txBody>
      <dsp:txXfrm>
        <a:off x="29985" y="3726654"/>
        <a:ext cx="10455630" cy="55428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A0CD6-DDEC-480D-9B0C-30E5017E0C43}">
      <dsp:nvSpPr>
        <dsp:cNvPr id="0" name=""/>
        <dsp:cNvSpPr/>
      </dsp:nvSpPr>
      <dsp:spPr>
        <a:xfrm>
          <a:off x="679050" y="29135"/>
          <a:ext cx="1887187" cy="1887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E93EAE-6F85-46C7-A009-88B54FC6898F}">
      <dsp:nvSpPr>
        <dsp:cNvPr id="0" name=""/>
        <dsp:cNvSpPr/>
      </dsp:nvSpPr>
      <dsp:spPr>
        <a:xfrm>
          <a:off x="1081237" y="431322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430022-F512-4CD1-818C-3F3AAC67D42C}">
      <dsp:nvSpPr>
        <dsp:cNvPr id="0" name=""/>
        <dsp:cNvSpPr/>
      </dsp:nvSpPr>
      <dsp:spPr>
        <a:xfrm>
          <a:off x="75768" y="2504135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Describe trajectories </a:t>
          </a:r>
        </a:p>
      </dsp:txBody>
      <dsp:txXfrm>
        <a:off x="75768" y="2504135"/>
        <a:ext cx="3093750" cy="720000"/>
      </dsp:txXfrm>
    </dsp:sp>
    <dsp:sp modelId="{8C705881-3B7E-4062-9F1C-1E81F8BD2AAC}">
      <dsp:nvSpPr>
        <dsp:cNvPr id="0" name=""/>
        <dsp:cNvSpPr/>
      </dsp:nvSpPr>
      <dsp:spPr>
        <a:xfrm>
          <a:off x="4314206" y="29135"/>
          <a:ext cx="1887187" cy="1887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FFDF5C-23E4-417F-87E3-93031251FA65}">
      <dsp:nvSpPr>
        <dsp:cNvPr id="0" name=""/>
        <dsp:cNvSpPr/>
      </dsp:nvSpPr>
      <dsp:spPr>
        <a:xfrm>
          <a:off x="4716393" y="431322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1B9FB-65AC-4E78-B5D7-F86ADB9B51C2}">
      <dsp:nvSpPr>
        <dsp:cNvPr id="0" name=""/>
        <dsp:cNvSpPr/>
      </dsp:nvSpPr>
      <dsp:spPr>
        <a:xfrm>
          <a:off x="3710925" y="2504135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Build typologies </a:t>
          </a:r>
        </a:p>
      </dsp:txBody>
      <dsp:txXfrm>
        <a:off x="3710925" y="2504135"/>
        <a:ext cx="3093750" cy="720000"/>
      </dsp:txXfrm>
    </dsp:sp>
    <dsp:sp modelId="{03F1C077-B268-445A-AFF1-25DE7B823784}">
      <dsp:nvSpPr>
        <dsp:cNvPr id="0" name=""/>
        <dsp:cNvSpPr/>
      </dsp:nvSpPr>
      <dsp:spPr>
        <a:xfrm>
          <a:off x="7949362" y="29135"/>
          <a:ext cx="1887187" cy="1887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5B473-0C40-48C3-B706-5EEF7BC135EF}">
      <dsp:nvSpPr>
        <dsp:cNvPr id="0" name=""/>
        <dsp:cNvSpPr/>
      </dsp:nvSpPr>
      <dsp:spPr>
        <a:xfrm>
          <a:off x="8351550" y="431322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55B48-54CA-4CCB-979C-87C4FEE4144D}">
      <dsp:nvSpPr>
        <dsp:cNvPr id="0" name=""/>
        <dsp:cNvSpPr/>
      </dsp:nvSpPr>
      <dsp:spPr>
        <a:xfrm>
          <a:off x="7346081" y="2504135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Construct exposures for later analysis </a:t>
          </a:r>
        </a:p>
      </dsp:txBody>
      <dsp:txXfrm>
        <a:off x="7346081" y="2504135"/>
        <a:ext cx="3093750" cy="72000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0DDEF8-9D18-4DC7-8D0B-CB47E6283512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739ED0-54B6-42DC-A85B-5F7B812CD244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SAn is not automatically causal </a:t>
          </a:r>
        </a:p>
      </dsp:txBody>
      <dsp:txXfrm>
        <a:off x="0" y="0"/>
        <a:ext cx="10515600" cy="1087834"/>
      </dsp:txXfrm>
    </dsp:sp>
    <dsp:sp modelId="{0C5DCEFB-8535-4175-BDC0-483E44ECDD76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821C5-3C06-4C5E-A0C3-07F9BC597566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Clusters are not natural groups </a:t>
          </a:r>
        </a:p>
      </dsp:txBody>
      <dsp:txXfrm>
        <a:off x="0" y="1087834"/>
        <a:ext cx="10515600" cy="1087834"/>
      </dsp:txXfrm>
    </dsp:sp>
    <dsp:sp modelId="{D304477C-7302-46B2-BA8D-4AE5163A4AB7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5F626-4C34-4444-B2A3-E510707FE03F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Nice plots do not replace theory </a:t>
          </a:r>
        </a:p>
      </dsp:txBody>
      <dsp:txXfrm>
        <a:off x="0" y="2175669"/>
        <a:ext cx="10515600" cy="1087834"/>
      </dsp:txXfrm>
    </dsp:sp>
    <dsp:sp modelId="{E4BCB1DF-2514-404A-9277-C9EC47CC7C72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5A6EAD-9516-4D24-82E3-74065D75314C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Interpretation depends on state definitions</a:t>
          </a:r>
        </a:p>
      </dsp:txBody>
      <dsp:txXfrm>
        <a:off x="0" y="3263503"/>
        <a:ext cx="10515600" cy="108783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56E6D8-1DE8-4827-A056-1444AE95FA4C}">
      <dsp:nvSpPr>
        <dsp:cNvPr id="0" name=""/>
        <dsp:cNvSpPr/>
      </dsp:nvSpPr>
      <dsp:spPr>
        <a:xfrm>
          <a:off x="4790869" y="630"/>
          <a:ext cx="1400999" cy="5159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Population </a:t>
          </a:r>
        </a:p>
      </dsp:txBody>
      <dsp:txXfrm>
        <a:off x="4805981" y="15742"/>
        <a:ext cx="1370775" cy="485753"/>
      </dsp:txXfrm>
    </dsp:sp>
    <dsp:sp modelId="{0800F9F3-D79A-4644-B610-1FD3A92EB2B8}">
      <dsp:nvSpPr>
        <dsp:cNvPr id="0" name=""/>
        <dsp:cNvSpPr/>
      </dsp:nvSpPr>
      <dsp:spPr>
        <a:xfrm rot="5400000">
          <a:off x="5394623" y="529506"/>
          <a:ext cx="193491" cy="2321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/>
        </a:p>
      </dsp:txBody>
      <dsp:txXfrm rot="-5400000">
        <a:off x="5421713" y="548855"/>
        <a:ext cx="139313" cy="135444"/>
      </dsp:txXfrm>
    </dsp:sp>
    <dsp:sp modelId="{4A72E4D3-214A-4902-886D-1F5A54527762}">
      <dsp:nvSpPr>
        <dsp:cNvPr id="0" name=""/>
        <dsp:cNvSpPr/>
      </dsp:nvSpPr>
      <dsp:spPr>
        <a:xfrm>
          <a:off x="4790869" y="774595"/>
          <a:ext cx="1400999" cy="5159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Period </a:t>
          </a:r>
        </a:p>
      </dsp:txBody>
      <dsp:txXfrm>
        <a:off x="4805981" y="789707"/>
        <a:ext cx="1370775" cy="485753"/>
      </dsp:txXfrm>
    </dsp:sp>
    <dsp:sp modelId="{EC25F7B6-B664-4EC0-B264-8DE87C0AD54B}">
      <dsp:nvSpPr>
        <dsp:cNvPr id="0" name=""/>
        <dsp:cNvSpPr/>
      </dsp:nvSpPr>
      <dsp:spPr>
        <a:xfrm rot="5400000">
          <a:off x="5394623" y="1303472"/>
          <a:ext cx="193491" cy="2321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/>
        </a:p>
      </dsp:txBody>
      <dsp:txXfrm rot="-5400000">
        <a:off x="5421713" y="1322821"/>
        <a:ext cx="139313" cy="135444"/>
      </dsp:txXfrm>
    </dsp:sp>
    <dsp:sp modelId="{7C85662D-B03B-470D-B440-F2E86716EC39}">
      <dsp:nvSpPr>
        <dsp:cNvPr id="0" name=""/>
        <dsp:cNvSpPr/>
      </dsp:nvSpPr>
      <dsp:spPr>
        <a:xfrm>
          <a:off x="4790869" y="1548561"/>
          <a:ext cx="1400999" cy="5159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Time axis </a:t>
          </a:r>
        </a:p>
      </dsp:txBody>
      <dsp:txXfrm>
        <a:off x="4805981" y="1563673"/>
        <a:ext cx="1370775" cy="485753"/>
      </dsp:txXfrm>
    </dsp:sp>
    <dsp:sp modelId="{10F3B229-74F1-41D5-9E16-5DAC73F5E054}">
      <dsp:nvSpPr>
        <dsp:cNvPr id="0" name=""/>
        <dsp:cNvSpPr/>
      </dsp:nvSpPr>
      <dsp:spPr>
        <a:xfrm rot="5400000">
          <a:off x="5394623" y="2077438"/>
          <a:ext cx="193491" cy="2321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/>
        </a:p>
      </dsp:txBody>
      <dsp:txXfrm rot="-5400000">
        <a:off x="5421713" y="2096787"/>
        <a:ext cx="139313" cy="135444"/>
      </dsp:txXfrm>
    </dsp:sp>
    <dsp:sp modelId="{45E5AE8B-1DC8-4A5C-9FC6-8DC48232984F}">
      <dsp:nvSpPr>
        <dsp:cNvPr id="0" name=""/>
        <dsp:cNvSpPr/>
      </dsp:nvSpPr>
      <dsp:spPr>
        <a:xfrm>
          <a:off x="4790869" y="2322527"/>
          <a:ext cx="1400999" cy="5159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Time unit </a:t>
          </a:r>
        </a:p>
      </dsp:txBody>
      <dsp:txXfrm>
        <a:off x="4805981" y="2337639"/>
        <a:ext cx="1370775" cy="485753"/>
      </dsp:txXfrm>
    </dsp:sp>
    <dsp:sp modelId="{92A45386-ACA4-417C-BB01-8FD1A947807D}">
      <dsp:nvSpPr>
        <dsp:cNvPr id="0" name=""/>
        <dsp:cNvSpPr/>
      </dsp:nvSpPr>
      <dsp:spPr>
        <a:xfrm rot="5400000">
          <a:off x="5394623" y="2851404"/>
          <a:ext cx="193491" cy="2321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/>
        </a:p>
      </dsp:txBody>
      <dsp:txXfrm rot="-5400000">
        <a:off x="5421713" y="2870753"/>
        <a:ext cx="139313" cy="135444"/>
      </dsp:txXfrm>
    </dsp:sp>
    <dsp:sp modelId="{433F05B2-02E6-4FE9-8CA9-2F07C8A30306}">
      <dsp:nvSpPr>
        <dsp:cNvPr id="0" name=""/>
        <dsp:cNvSpPr/>
      </dsp:nvSpPr>
      <dsp:spPr>
        <a:xfrm>
          <a:off x="4790869" y="3096493"/>
          <a:ext cx="1400999" cy="5159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States </a:t>
          </a:r>
        </a:p>
      </dsp:txBody>
      <dsp:txXfrm>
        <a:off x="4805981" y="3111605"/>
        <a:ext cx="1370775" cy="485753"/>
      </dsp:txXfrm>
    </dsp:sp>
    <dsp:sp modelId="{5AA9AC41-85B1-468E-985E-EF73FEB19ECF}">
      <dsp:nvSpPr>
        <dsp:cNvPr id="0" name=""/>
        <dsp:cNvSpPr/>
      </dsp:nvSpPr>
      <dsp:spPr>
        <a:xfrm rot="5400000">
          <a:off x="5394623" y="3625369"/>
          <a:ext cx="193491" cy="2321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/>
        </a:p>
      </dsp:txBody>
      <dsp:txXfrm rot="-5400000">
        <a:off x="5421713" y="3644718"/>
        <a:ext cx="139313" cy="135444"/>
      </dsp:txXfrm>
    </dsp:sp>
    <dsp:sp modelId="{B7BA68BC-F67C-40C0-9346-1FDF54CA7B1C}">
      <dsp:nvSpPr>
        <dsp:cNvPr id="0" name=""/>
        <dsp:cNvSpPr/>
      </dsp:nvSpPr>
      <dsp:spPr>
        <a:xfrm>
          <a:off x="4790869" y="3870458"/>
          <a:ext cx="1400999" cy="5159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Missingness </a:t>
          </a:r>
        </a:p>
      </dsp:txBody>
      <dsp:txXfrm>
        <a:off x="4805981" y="3885570"/>
        <a:ext cx="1370775" cy="485753"/>
      </dsp:txXfrm>
    </dsp:sp>
    <dsp:sp modelId="{BC2B95B9-12D2-432A-BD2E-65BEF7E0C5D6}">
      <dsp:nvSpPr>
        <dsp:cNvPr id="0" name=""/>
        <dsp:cNvSpPr/>
      </dsp:nvSpPr>
      <dsp:spPr>
        <a:xfrm rot="5400000">
          <a:off x="5394623" y="4399335"/>
          <a:ext cx="193491" cy="2321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/>
        </a:p>
      </dsp:txBody>
      <dsp:txXfrm rot="-5400000">
        <a:off x="5421713" y="4418684"/>
        <a:ext cx="139313" cy="135444"/>
      </dsp:txXfrm>
    </dsp:sp>
    <dsp:sp modelId="{41E65C7B-EA0E-4CCA-9120-79D25BD7D376}">
      <dsp:nvSpPr>
        <dsp:cNvPr id="0" name=""/>
        <dsp:cNvSpPr/>
      </dsp:nvSpPr>
      <dsp:spPr>
        <a:xfrm>
          <a:off x="4790869" y="4644424"/>
          <a:ext cx="1400999" cy="5159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Plots</a:t>
          </a:r>
        </a:p>
      </dsp:txBody>
      <dsp:txXfrm>
        <a:off x="4805981" y="4659536"/>
        <a:ext cx="1370775" cy="485753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7AF97F-37C0-489E-B617-F8E511C7A876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B6A0F-7EBE-41A2-840A-AC2B35B988EC}">
      <dsp:nvSpPr>
        <dsp:cNvPr id="0" name=""/>
        <dsp:cNvSpPr/>
      </dsp:nvSpPr>
      <dsp:spPr>
        <a:xfrm>
          <a:off x="5262" y="1305401"/>
          <a:ext cx="2531343" cy="174053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Today: build and describe </a:t>
          </a:r>
          <a:endParaRPr lang="fr-FR" sz="2400" kern="1200"/>
        </a:p>
      </dsp:txBody>
      <dsp:txXfrm>
        <a:off x="90228" y="1390367"/>
        <a:ext cx="2361411" cy="1570603"/>
      </dsp:txXfrm>
    </dsp:sp>
    <dsp:sp modelId="{D0480226-CD00-4AB9-B7A5-E5785FA0121C}">
      <dsp:nvSpPr>
        <dsp:cNvPr id="0" name=""/>
        <dsp:cNvSpPr/>
      </dsp:nvSpPr>
      <dsp:spPr>
        <a:xfrm>
          <a:off x="2663173" y="1305401"/>
          <a:ext cx="2531343" cy="174053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Next: distance between sequences </a:t>
          </a:r>
          <a:endParaRPr lang="fr-FR" sz="2400" kern="1200"/>
        </a:p>
      </dsp:txBody>
      <dsp:txXfrm>
        <a:off x="2748139" y="1390367"/>
        <a:ext cx="2361411" cy="1570603"/>
      </dsp:txXfrm>
    </dsp:sp>
    <dsp:sp modelId="{142FF5EB-A4FC-4ACC-ACFE-C128C827DCD1}">
      <dsp:nvSpPr>
        <dsp:cNvPr id="0" name=""/>
        <dsp:cNvSpPr/>
      </dsp:nvSpPr>
      <dsp:spPr>
        <a:xfrm>
          <a:off x="5321083" y="1305401"/>
          <a:ext cx="2531343" cy="174053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Then: clustering </a:t>
          </a:r>
          <a:endParaRPr lang="fr-FR" sz="2400" kern="1200"/>
        </a:p>
      </dsp:txBody>
      <dsp:txXfrm>
        <a:off x="5406049" y="1390367"/>
        <a:ext cx="2361411" cy="1570603"/>
      </dsp:txXfrm>
    </dsp:sp>
    <dsp:sp modelId="{F0C8D25A-E050-41D9-84A0-7DC9740D5957}">
      <dsp:nvSpPr>
        <dsp:cNvPr id="0" name=""/>
        <dsp:cNvSpPr/>
      </dsp:nvSpPr>
      <dsp:spPr>
        <a:xfrm>
          <a:off x="7978993" y="1305401"/>
          <a:ext cx="2531343" cy="174053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Final: interpretation and student projects</a:t>
          </a:r>
          <a:endParaRPr lang="fr-FR" sz="2400" kern="1200"/>
        </a:p>
      </dsp:txBody>
      <dsp:txXfrm>
        <a:off x="8063959" y="1390367"/>
        <a:ext cx="2361411" cy="1570603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86A2EC-34F2-4DDB-9430-B3F74BB53124}">
      <dsp:nvSpPr>
        <dsp:cNvPr id="0" name=""/>
        <dsp:cNvSpPr/>
      </dsp:nvSpPr>
      <dsp:spPr>
        <a:xfrm>
          <a:off x="3286" y="78542"/>
          <a:ext cx="3203971" cy="57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000" kern="1200"/>
            <a:t>Phase A: guided analysis</a:t>
          </a:r>
          <a:endParaRPr lang="fr-FR" sz="2000" kern="1200"/>
        </a:p>
      </dsp:txBody>
      <dsp:txXfrm>
        <a:off x="3286" y="78542"/>
        <a:ext cx="3203971" cy="576000"/>
      </dsp:txXfrm>
    </dsp:sp>
    <dsp:sp modelId="{80741480-EA2A-4268-B6EE-AF3F84E8A76F}">
      <dsp:nvSpPr>
        <dsp:cNvPr id="0" name=""/>
        <dsp:cNvSpPr/>
      </dsp:nvSpPr>
      <dsp:spPr>
        <a:xfrm>
          <a:off x="3286" y="654542"/>
          <a:ext cx="3203971" cy="361825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i-FI" sz="2000" kern="1200" dirty="0" err="1"/>
            <a:t>Example</a:t>
          </a:r>
          <a:r>
            <a:rPr lang="fi-FI" sz="2000" kern="1200" dirty="0"/>
            <a:t>: </a:t>
          </a:r>
          <a:r>
            <a:rPr lang="fi-FI" sz="2000" kern="1200" dirty="0" err="1"/>
            <a:t>employment</a:t>
          </a:r>
          <a:r>
            <a:rPr lang="fi-FI" sz="2000" kern="1200" dirty="0"/>
            <a:t> </a:t>
          </a:r>
          <a:r>
            <a:rPr lang="fi-FI" sz="2000" kern="1200" dirty="0" err="1"/>
            <a:t>sequences</a:t>
          </a:r>
          <a:endParaRPr lang="fr-F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i-FI" sz="2000" kern="1200" dirty="0" err="1"/>
            <a:t>We</a:t>
          </a:r>
          <a:r>
            <a:rPr lang="fi-FI" sz="2000" kern="1200" dirty="0"/>
            <a:t> </a:t>
          </a:r>
          <a:r>
            <a:rPr lang="fi-FI" sz="2000" kern="1200" dirty="0" err="1"/>
            <a:t>run</a:t>
          </a:r>
          <a:r>
            <a:rPr lang="fi-FI" sz="2000" kern="1200" dirty="0"/>
            <a:t> </a:t>
          </a:r>
          <a:r>
            <a:rPr lang="fi-FI" sz="2000" kern="1200" dirty="0" err="1"/>
            <a:t>the</a:t>
          </a:r>
          <a:r>
            <a:rPr lang="fi-FI" sz="2000" kern="1200" dirty="0"/>
            <a:t> </a:t>
          </a:r>
          <a:r>
            <a:rPr lang="fi-FI" sz="2000" kern="1200" dirty="0" err="1"/>
            <a:t>code</a:t>
          </a:r>
          <a:r>
            <a:rPr lang="fi-FI" sz="2000" kern="1200" dirty="0"/>
            <a:t> </a:t>
          </a:r>
          <a:r>
            <a:rPr lang="fi-FI" sz="2000" kern="1200" dirty="0" err="1"/>
            <a:t>together</a:t>
          </a:r>
          <a:r>
            <a:rPr lang="fi-FI" sz="2000" kern="1200" dirty="0"/>
            <a:t>, </a:t>
          </a:r>
          <a:r>
            <a:rPr lang="fi-FI" sz="2000" kern="1200" dirty="0" err="1"/>
            <a:t>we</a:t>
          </a:r>
          <a:r>
            <a:rPr lang="fi-FI" sz="2000" kern="1200" dirty="0"/>
            <a:t> </a:t>
          </a:r>
          <a:r>
            <a:rPr lang="fi-FI" sz="2000" kern="1200" dirty="0" err="1"/>
            <a:t>check</a:t>
          </a:r>
          <a:r>
            <a:rPr lang="fi-FI" sz="2000" kern="1200" dirty="0"/>
            <a:t> </a:t>
          </a:r>
          <a:r>
            <a:rPr lang="fi-FI" sz="2000" kern="1200" dirty="0" err="1"/>
            <a:t>the</a:t>
          </a:r>
          <a:r>
            <a:rPr lang="fi-FI" sz="2000" kern="1200" dirty="0"/>
            <a:t> </a:t>
          </a:r>
          <a:r>
            <a:rPr lang="fi-FI" sz="2000" kern="1200" dirty="0" err="1"/>
            <a:t>outputs</a:t>
          </a:r>
          <a:r>
            <a:rPr lang="fi-FI" sz="2000" kern="1200" dirty="0"/>
            <a:t> and </a:t>
          </a:r>
          <a:r>
            <a:rPr lang="fi-FI" sz="2000" kern="1200" dirty="0" err="1"/>
            <a:t>discuss</a:t>
          </a:r>
          <a:r>
            <a:rPr lang="fi-FI" sz="2000" kern="1200" dirty="0"/>
            <a:t> </a:t>
          </a:r>
          <a:r>
            <a:rPr lang="fi-FI" sz="2000" kern="1200" dirty="0" err="1"/>
            <a:t>interpretation</a:t>
          </a:r>
          <a:r>
            <a:rPr lang="fi-FI" sz="2000" kern="1200" dirty="0"/>
            <a:t> and </a:t>
          </a:r>
          <a:r>
            <a:rPr lang="fi-FI" sz="2000" kern="1200" dirty="0" err="1"/>
            <a:t>meaning</a:t>
          </a:r>
          <a:r>
            <a:rPr lang="fi-FI" sz="2000" kern="1200" dirty="0"/>
            <a:t> of </a:t>
          </a:r>
          <a:r>
            <a:rPr lang="fi-FI" sz="2000" kern="1200" dirty="0" err="1"/>
            <a:t>the</a:t>
          </a:r>
          <a:r>
            <a:rPr lang="fi-FI" sz="2000" kern="1200" dirty="0"/>
            <a:t> </a:t>
          </a:r>
          <a:r>
            <a:rPr lang="fi-FI" sz="2000" kern="1200" dirty="0" err="1"/>
            <a:t>analysis</a:t>
          </a:r>
          <a:endParaRPr lang="fr-F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i-FI" sz="2000" kern="1200" dirty="0" err="1"/>
            <a:t>Script</a:t>
          </a:r>
          <a:r>
            <a:rPr lang="fi-FI" sz="2000" kern="1200" dirty="0"/>
            <a:t> + </a:t>
          </a:r>
          <a:r>
            <a:rPr lang="fi-FI" sz="2000" kern="1200" dirty="0" err="1"/>
            <a:t>sheet</a:t>
          </a:r>
          <a:endParaRPr lang="fr-FR" sz="2000" kern="1200" dirty="0"/>
        </a:p>
      </dsp:txBody>
      <dsp:txXfrm>
        <a:off x="3286" y="654542"/>
        <a:ext cx="3203971" cy="3618253"/>
      </dsp:txXfrm>
    </dsp:sp>
    <dsp:sp modelId="{FBA7FB5E-74B3-4F1F-9D1C-5BD42B86274C}">
      <dsp:nvSpPr>
        <dsp:cNvPr id="0" name=""/>
        <dsp:cNvSpPr/>
      </dsp:nvSpPr>
      <dsp:spPr>
        <a:xfrm>
          <a:off x="3655814" y="78542"/>
          <a:ext cx="3203971" cy="57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000" kern="1200"/>
            <a:t>Phase B: your turn</a:t>
          </a:r>
          <a:endParaRPr lang="fr-FR" sz="2000" kern="1200"/>
        </a:p>
      </dsp:txBody>
      <dsp:txXfrm>
        <a:off x="3655814" y="78542"/>
        <a:ext cx="3203971" cy="576000"/>
      </dsp:txXfrm>
    </dsp:sp>
    <dsp:sp modelId="{1F4B401C-FACE-4F55-86FD-87C571989DBA}">
      <dsp:nvSpPr>
        <dsp:cNvPr id="0" name=""/>
        <dsp:cNvSpPr/>
      </dsp:nvSpPr>
      <dsp:spPr>
        <a:xfrm>
          <a:off x="3655814" y="654542"/>
          <a:ext cx="3203971" cy="361825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i-FI" sz="2000" kern="1200"/>
            <a:t>You do exactly the sam estep for your own research question</a:t>
          </a:r>
          <a:endParaRPr lang="fr-F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i-FI" sz="2000" kern="1200"/>
            <a:t>You may change: </a:t>
          </a:r>
          <a:endParaRPr lang="fr-FR" sz="2000" kern="120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Sequence domain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Subgroup comparison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Distance settings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Cluster solution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Later outcome.</a:t>
          </a:r>
        </a:p>
      </dsp:txBody>
      <dsp:txXfrm>
        <a:off x="3655814" y="654542"/>
        <a:ext cx="3203971" cy="3618253"/>
      </dsp:txXfrm>
    </dsp:sp>
    <dsp:sp modelId="{5D6743ED-D986-4E15-8F15-63586EE0090D}">
      <dsp:nvSpPr>
        <dsp:cNvPr id="0" name=""/>
        <dsp:cNvSpPr/>
      </dsp:nvSpPr>
      <dsp:spPr>
        <a:xfrm>
          <a:off x="7308342" y="78542"/>
          <a:ext cx="3203971" cy="57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What you can do:</a:t>
          </a:r>
        </a:p>
      </dsp:txBody>
      <dsp:txXfrm>
        <a:off x="7308342" y="78542"/>
        <a:ext cx="3203971" cy="576000"/>
      </dsp:txXfrm>
    </dsp:sp>
    <dsp:sp modelId="{43C30B56-4ADF-42CA-A1B6-488176C86C13}">
      <dsp:nvSpPr>
        <dsp:cNvPr id="0" name=""/>
        <dsp:cNvSpPr/>
      </dsp:nvSpPr>
      <dsp:spPr>
        <a:xfrm>
          <a:off x="7308342" y="654542"/>
          <a:ext cx="3203971" cy="361825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Run the guided example first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Ask conceptual questions, not only coding questions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Then adapt the code to your own mini-project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Keep notes in your passport/checklist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Save your script every session</a:t>
          </a:r>
        </a:p>
      </dsp:txBody>
      <dsp:txXfrm>
        <a:off x="7308342" y="654542"/>
        <a:ext cx="3203971" cy="3618253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DDE5D-CD68-4E12-9A46-5E7186F81CDB}">
      <dsp:nvSpPr>
        <dsp:cNvPr id="0" name=""/>
        <dsp:cNvSpPr/>
      </dsp:nvSpPr>
      <dsp:spPr>
        <a:xfrm>
          <a:off x="3286" y="95546"/>
          <a:ext cx="3203971" cy="9485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Each student decides:</a:t>
          </a:r>
        </a:p>
      </dsp:txBody>
      <dsp:txXfrm>
        <a:off x="3286" y="95546"/>
        <a:ext cx="3203971" cy="948595"/>
      </dsp:txXfrm>
    </dsp:sp>
    <dsp:sp modelId="{325482AA-76E2-4C35-A67B-A5D682D9CF35}">
      <dsp:nvSpPr>
        <dsp:cNvPr id="0" name=""/>
        <dsp:cNvSpPr/>
      </dsp:nvSpPr>
      <dsp:spPr>
        <a:xfrm>
          <a:off x="3286" y="1044141"/>
          <a:ext cx="3203971" cy="321164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Research question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Population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 err="1"/>
            <a:t>Sequence</a:t>
          </a:r>
          <a:r>
            <a:rPr lang="fr-FR" sz="2600" kern="1200" dirty="0"/>
            <a:t> </a:t>
          </a:r>
          <a:r>
            <a:rPr lang="fr-FR" sz="2600" kern="1200" dirty="0" err="1"/>
            <a:t>domain</a:t>
          </a:r>
          <a:r>
            <a:rPr lang="fr-FR" sz="2600" kern="1200" dirty="0"/>
            <a:t>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Time axis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Time unit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State alphabet. </a:t>
          </a:r>
        </a:p>
      </dsp:txBody>
      <dsp:txXfrm>
        <a:off x="3286" y="1044141"/>
        <a:ext cx="3203971" cy="3211649"/>
      </dsp:txXfrm>
    </dsp:sp>
    <dsp:sp modelId="{56886ADD-DEC2-47C8-A707-1EB50EB5A7F0}">
      <dsp:nvSpPr>
        <dsp:cNvPr id="0" name=""/>
        <dsp:cNvSpPr/>
      </dsp:nvSpPr>
      <dsp:spPr>
        <a:xfrm>
          <a:off x="3655814" y="95546"/>
          <a:ext cx="3203971" cy="9485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Then produces:</a:t>
          </a:r>
        </a:p>
      </dsp:txBody>
      <dsp:txXfrm>
        <a:off x="3655814" y="95546"/>
        <a:ext cx="3203971" cy="948595"/>
      </dsp:txXfrm>
    </dsp:sp>
    <dsp:sp modelId="{A003498C-ABD5-4632-A9A9-4584DD0A0A9B}">
      <dsp:nvSpPr>
        <dsp:cNvPr id="0" name=""/>
        <dsp:cNvSpPr/>
      </dsp:nvSpPr>
      <dsp:spPr>
        <a:xfrm>
          <a:off x="3655814" y="1044141"/>
          <a:ext cx="3203971" cy="321164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One descriptive </a:t>
          </a:r>
          <a:r>
            <a:rPr lang="fr-FR" sz="2600" kern="1200" dirty="0" err="1"/>
            <a:t>sequence</a:t>
          </a:r>
          <a:r>
            <a:rPr lang="fr-FR" sz="2600" kern="1200" dirty="0"/>
            <a:t> plot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2-3 sentences </a:t>
          </a:r>
          <a:r>
            <a:rPr lang="fr-FR" sz="2600" kern="1200" dirty="0" err="1"/>
            <a:t>interpreting</a:t>
          </a:r>
          <a:r>
            <a:rPr lang="fr-FR" sz="2600" kern="1200" dirty="0"/>
            <a:t> </a:t>
          </a:r>
          <a:r>
            <a:rPr lang="fr-FR" sz="2600" kern="1200" dirty="0" err="1"/>
            <a:t>it</a:t>
          </a:r>
          <a:r>
            <a:rPr lang="fr-FR" sz="2600" kern="1200" dirty="0"/>
            <a:t>. </a:t>
          </a:r>
        </a:p>
      </dsp:txBody>
      <dsp:txXfrm>
        <a:off x="3655814" y="1044141"/>
        <a:ext cx="3203971" cy="3211649"/>
      </dsp:txXfrm>
    </dsp:sp>
    <dsp:sp modelId="{7D79E8A1-A83E-4893-BB5F-1AB9B90D4926}">
      <dsp:nvSpPr>
        <dsp:cNvPr id="0" name=""/>
        <dsp:cNvSpPr/>
      </dsp:nvSpPr>
      <dsp:spPr>
        <a:xfrm>
          <a:off x="7308342" y="95546"/>
          <a:ext cx="3203971" cy="9485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From the report:</a:t>
          </a:r>
        </a:p>
      </dsp:txBody>
      <dsp:txXfrm>
        <a:off x="7308342" y="95546"/>
        <a:ext cx="3203971" cy="948595"/>
      </dsp:txXfrm>
    </dsp:sp>
    <dsp:sp modelId="{BC05041F-5AB2-476A-B573-CE29B61159E6}">
      <dsp:nvSpPr>
        <dsp:cNvPr id="0" name=""/>
        <dsp:cNvSpPr/>
      </dsp:nvSpPr>
      <dsp:spPr>
        <a:xfrm>
          <a:off x="7308342" y="1044141"/>
          <a:ext cx="3203971" cy="321164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b="1" kern="1200"/>
            <a:t>Research question + Data and sequence construction</a:t>
          </a:r>
          <a:endParaRPr lang="fr-FR" sz="2600" kern="1200"/>
        </a:p>
      </dsp:txBody>
      <dsp:txXfrm>
        <a:off x="7308342" y="1044141"/>
        <a:ext cx="3203971" cy="3211649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4D6C1A-0F2B-4F0D-A03D-D6297B00042B}">
      <dsp:nvSpPr>
        <dsp:cNvPr id="0" name=""/>
        <dsp:cNvSpPr/>
      </dsp:nvSpPr>
      <dsp:spPr>
        <a:xfrm>
          <a:off x="3953" y="409077"/>
          <a:ext cx="2377306" cy="857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Step 1: Choose a track</a:t>
          </a:r>
          <a:endParaRPr lang="fr-FR" sz="1700" kern="1200" dirty="0"/>
        </a:p>
      </dsp:txBody>
      <dsp:txXfrm>
        <a:off x="3953" y="409077"/>
        <a:ext cx="2377306" cy="857666"/>
      </dsp:txXfrm>
    </dsp:sp>
    <dsp:sp modelId="{51B304ED-15B1-4434-9032-70AD9C53084B}">
      <dsp:nvSpPr>
        <dsp:cNvPr id="0" name=""/>
        <dsp:cNvSpPr/>
      </dsp:nvSpPr>
      <dsp:spPr>
        <a:xfrm>
          <a:off x="3953" y="1266743"/>
          <a:ext cx="2377306" cy="32665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Examples:</a:t>
          </a:r>
          <a:endParaRPr lang="fr-FR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Employment trajectories and parental education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Employment trajectories and later mental health</a:t>
          </a:r>
          <a:endParaRPr lang="fr-FR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Family trajectories and childhood SEP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Housing trajectories and social background</a:t>
          </a:r>
        </a:p>
      </dsp:txBody>
      <dsp:txXfrm>
        <a:off x="3953" y="1266743"/>
        <a:ext cx="2377306" cy="3266550"/>
      </dsp:txXfrm>
    </dsp:sp>
    <dsp:sp modelId="{6204535D-5766-44EC-96F9-B5B6C858227B}">
      <dsp:nvSpPr>
        <dsp:cNvPr id="0" name=""/>
        <dsp:cNvSpPr/>
      </dsp:nvSpPr>
      <dsp:spPr>
        <a:xfrm>
          <a:off x="2714082" y="409077"/>
          <a:ext cx="2377306" cy="857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dirty="0" err="1"/>
            <a:t>Step</a:t>
          </a:r>
          <a:r>
            <a:rPr lang="fr-FR" sz="1700" b="1" kern="1200" dirty="0"/>
            <a:t> 2 : </a:t>
          </a:r>
          <a:r>
            <a:rPr lang="fr-FR" sz="1700" b="1" kern="1200" dirty="0" err="1"/>
            <a:t>Create</a:t>
          </a:r>
          <a:r>
            <a:rPr lang="fr-FR" sz="1700" b="1" kern="1200" dirty="0"/>
            <a:t> </a:t>
          </a:r>
          <a:r>
            <a:rPr lang="fr-FR" sz="1700" b="1" kern="1200" dirty="0" err="1"/>
            <a:t>your</a:t>
          </a:r>
          <a:r>
            <a:rPr lang="fr-FR" sz="1700" b="1" kern="1200" dirty="0"/>
            <a:t> </a:t>
          </a:r>
          <a:r>
            <a:rPr lang="fr-FR" sz="1700" b="1" kern="1200" dirty="0" err="1"/>
            <a:t>sequence</a:t>
          </a:r>
          <a:r>
            <a:rPr lang="fr-FR" sz="1700" b="1" kern="1200" dirty="0"/>
            <a:t> </a:t>
          </a:r>
          <a:r>
            <a:rPr lang="fr-FR" sz="1700" b="1" kern="1200" dirty="0" err="1"/>
            <a:t>object</a:t>
          </a:r>
          <a:endParaRPr lang="fr-FR" sz="1700" kern="1200" dirty="0"/>
        </a:p>
      </dsp:txBody>
      <dsp:txXfrm>
        <a:off x="2714082" y="409077"/>
        <a:ext cx="2377306" cy="857666"/>
      </dsp:txXfrm>
    </dsp:sp>
    <dsp:sp modelId="{1025BDF7-99FB-49C8-A0E3-F923709F4A4B}">
      <dsp:nvSpPr>
        <dsp:cNvPr id="0" name=""/>
        <dsp:cNvSpPr/>
      </dsp:nvSpPr>
      <dsp:spPr>
        <a:xfrm>
          <a:off x="2714082" y="1266743"/>
          <a:ext cx="2377306" cy="32665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Adapt the guided code to your chosen domain.</a:t>
          </a:r>
          <a:endParaRPr lang="fr-FR" sz="1700" kern="1200"/>
        </a:p>
      </dsp:txBody>
      <dsp:txXfrm>
        <a:off x="2714082" y="1266743"/>
        <a:ext cx="2377306" cy="3266550"/>
      </dsp:txXfrm>
    </dsp:sp>
    <dsp:sp modelId="{5E21B614-59C3-4A14-BADB-42007267DD1B}">
      <dsp:nvSpPr>
        <dsp:cNvPr id="0" name=""/>
        <dsp:cNvSpPr/>
      </dsp:nvSpPr>
      <dsp:spPr>
        <a:xfrm>
          <a:off x="5424211" y="409077"/>
          <a:ext cx="2377306" cy="857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Step 3: Produce one descriptive figure</a:t>
          </a:r>
          <a:endParaRPr lang="fr-FR" sz="1700" kern="1200" dirty="0"/>
        </a:p>
      </dsp:txBody>
      <dsp:txXfrm>
        <a:off x="5424211" y="409077"/>
        <a:ext cx="2377306" cy="857666"/>
      </dsp:txXfrm>
    </dsp:sp>
    <dsp:sp modelId="{F62693F6-3A35-4411-9526-A1B1B3A61473}">
      <dsp:nvSpPr>
        <dsp:cNvPr id="0" name=""/>
        <dsp:cNvSpPr/>
      </dsp:nvSpPr>
      <dsp:spPr>
        <a:xfrm>
          <a:off x="5424211" y="1266743"/>
          <a:ext cx="2377306" cy="32665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Choose either:</a:t>
          </a:r>
          <a:endParaRPr lang="fr-FR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index plot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state distribution plot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grouped state distribution plot</a:t>
          </a:r>
        </a:p>
      </dsp:txBody>
      <dsp:txXfrm>
        <a:off x="5424211" y="1266743"/>
        <a:ext cx="2377306" cy="3266550"/>
      </dsp:txXfrm>
    </dsp:sp>
    <dsp:sp modelId="{92D207AD-67F5-43D6-B36B-463FA365CD48}">
      <dsp:nvSpPr>
        <dsp:cNvPr id="0" name=""/>
        <dsp:cNvSpPr/>
      </dsp:nvSpPr>
      <dsp:spPr>
        <a:xfrm>
          <a:off x="8134340" y="409077"/>
          <a:ext cx="2377306" cy="857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dirty="0" err="1"/>
            <a:t>Step</a:t>
          </a:r>
          <a:r>
            <a:rPr lang="fr-FR" sz="1700" b="1" kern="1200" dirty="0"/>
            <a:t> 4:  Write </a:t>
          </a:r>
          <a:r>
            <a:rPr lang="fr-FR" sz="1700" b="1" kern="1200" dirty="0" err="1"/>
            <a:t>three</a:t>
          </a:r>
          <a:r>
            <a:rPr lang="fr-FR" sz="1700" b="1" kern="1200" dirty="0"/>
            <a:t> </a:t>
          </a:r>
          <a:r>
            <a:rPr lang="fr-FR" sz="1700" b="1" kern="1200" dirty="0" err="1"/>
            <a:t>interpretation</a:t>
          </a:r>
          <a:r>
            <a:rPr lang="fr-FR" sz="1700" b="1" kern="1200" dirty="0"/>
            <a:t> sentences</a:t>
          </a:r>
          <a:endParaRPr lang="fr-FR" sz="1700" kern="1200" dirty="0"/>
        </a:p>
      </dsp:txBody>
      <dsp:txXfrm>
        <a:off x="8134340" y="409077"/>
        <a:ext cx="2377306" cy="857666"/>
      </dsp:txXfrm>
    </dsp:sp>
    <dsp:sp modelId="{34772CCC-94B0-421F-A232-CF454FEC81C1}">
      <dsp:nvSpPr>
        <dsp:cNvPr id="0" name=""/>
        <dsp:cNvSpPr/>
      </dsp:nvSpPr>
      <dsp:spPr>
        <a:xfrm>
          <a:off x="8134340" y="1266743"/>
          <a:ext cx="2377306" cy="32665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What is the dominant pattern?</a:t>
          </a:r>
          <a:endParaRPr lang="fr-FR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Where is there heterogeneity?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What can you not conclude yet?</a:t>
          </a:r>
          <a:endParaRPr lang="fr-FR" sz="1700" kern="1200"/>
        </a:p>
      </dsp:txBody>
      <dsp:txXfrm>
        <a:off x="8134340" y="1266743"/>
        <a:ext cx="2377306" cy="3266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EEC0F-9FDF-4C0F-AE4F-6E761314559B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40CC0-A3AA-4B2D-A5BD-68CCAF80C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35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lab</a:t>
            </a:r>
            <a:r>
              <a:rPr lang="fr-FR" dirty="0"/>
              <a:t> </a:t>
            </a:r>
            <a:r>
              <a:rPr lang="fr-FR" dirty="0" err="1"/>
              <a:t>produces</a:t>
            </a:r>
            <a:r>
              <a:rPr lang="fr-FR" dirty="0"/>
              <a:t> one part of </a:t>
            </a:r>
            <a:r>
              <a:rPr lang="fr-FR" dirty="0" err="1"/>
              <a:t>your</a:t>
            </a:r>
            <a:r>
              <a:rPr lang="fr-FR" dirty="0"/>
              <a:t>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4208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 these people the same in a regression measured only at age 35?</a:t>
            </a:r>
          </a:p>
          <a:p>
            <a:r>
              <a:rPr lang="en-US" dirty="0"/>
              <a:t>If our dataset contains only employment status at age 35, what disappears?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3652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7D403-9212-8EB4-4AF3-3E4388C0C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8F429-CDE5-D9AF-1A11-53007D587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F32F94-0B73-2743-6705-9F4AFC3B8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 these people the same in a regression measured only at age 35?</a:t>
            </a:r>
          </a:p>
          <a:p>
            <a:r>
              <a:rPr lang="en-US" dirty="0"/>
              <a:t>If our dataset contains only employment status at age 35, what disappears?</a:t>
            </a: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D9ECB-EFE8-1553-701D-1CF81C20B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491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Vanhoutte et al.’s housing modal plot: owned, rented, non-private, abroad.</a:t>
            </a:r>
            <a:br>
              <a:rPr lang="en-US" dirty="0"/>
            </a:br>
            <a:r>
              <a:rPr lang="en-US" dirty="0"/>
              <a:t>Message: studying only “first homeownership” misses people who never own, lose ownership, or move between housing states. 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121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has the most unemployment? (A=B=C)</a:t>
            </a:r>
          </a:p>
          <a:p>
            <a:r>
              <a:rPr lang="en-US" dirty="0"/>
              <a:t>Who experiences disadvantage earliest? (B)</a:t>
            </a:r>
          </a:p>
          <a:p>
            <a:r>
              <a:rPr lang="en-US" dirty="0"/>
              <a:t>Who follows an upward trajectory? (B)</a:t>
            </a:r>
          </a:p>
          <a:p>
            <a:r>
              <a:rPr lang="en-US" dirty="0"/>
              <a:t>Who follows a downward trajectory? (A)</a:t>
            </a:r>
          </a:p>
          <a:p>
            <a:r>
              <a:rPr lang="en-US" dirty="0"/>
              <a:t>Who has the greatest instability? (C)</a:t>
            </a:r>
          </a:p>
          <a:p>
            <a:r>
              <a:rPr lang="en-US" dirty="0"/>
              <a:t>Would a variable counting “years unemployed” distinguish A, B and C?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230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analysis does not, by itself, “test” these mechanisms causally. It helps you:</a:t>
            </a:r>
          </a:p>
          <a:p>
            <a:r>
              <a:rPr lang="en-US" dirty="0"/>
              <a:t>represent them; </a:t>
            </a:r>
          </a:p>
          <a:p>
            <a:r>
              <a:rPr lang="en-US" dirty="0"/>
              <a:t>construct relevant measures; </a:t>
            </a:r>
          </a:p>
          <a:p>
            <a:r>
              <a:rPr lang="en-US" dirty="0"/>
              <a:t>identify patterns consistent with them; </a:t>
            </a:r>
          </a:p>
          <a:p>
            <a:r>
              <a:rPr lang="en-US" dirty="0"/>
              <a:t>compare their association with outcomes. </a:t>
            </a:r>
          </a:p>
          <a:p>
            <a:r>
              <a:rPr lang="en-US" dirty="0"/>
              <a:t>Formal testing requires an appropriate subsequent design or model.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0882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have:</a:t>
            </a:r>
          </a:p>
          <a:p>
            <a:r>
              <a:rPr lang="en-US" dirty="0"/>
              <a:t>four periods employed; </a:t>
            </a:r>
          </a:p>
          <a:p>
            <a:r>
              <a:rPr lang="en-US" dirty="0"/>
              <a:t>four periods unemployed. </a:t>
            </a:r>
          </a:p>
          <a:p>
            <a:r>
              <a:rPr lang="en-US" dirty="0"/>
              <a:t>But they differ in:</a:t>
            </a:r>
          </a:p>
          <a:p>
            <a:r>
              <a:rPr lang="en-US" dirty="0"/>
              <a:t>timing; </a:t>
            </a:r>
          </a:p>
          <a:p>
            <a:r>
              <a:rPr lang="en-US" dirty="0"/>
              <a:t>duration of spells; </a:t>
            </a:r>
          </a:p>
          <a:p>
            <a:r>
              <a:rPr lang="en-US" dirty="0"/>
              <a:t>number of transitions; </a:t>
            </a:r>
          </a:p>
          <a:p>
            <a:r>
              <a:rPr lang="en-US" dirty="0"/>
              <a:t>order; </a:t>
            </a:r>
          </a:p>
          <a:p>
            <a:r>
              <a:rPr lang="en-US" dirty="0"/>
              <a:t>direction.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2743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445BE-350E-952F-3EE9-38E98C42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E4E61-E8B6-D98D-0E0D-10A933707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C262A6-D0D3-C4F4-8E0C-5F7A0DC7B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have:</a:t>
            </a:r>
          </a:p>
          <a:p>
            <a:r>
              <a:rPr lang="en-US" dirty="0"/>
              <a:t>four periods employed; </a:t>
            </a:r>
          </a:p>
          <a:p>
            <a:r>
              <a:rPr lang="en-US" dirty="0"/>
              <a:t>four periods unemployed. </a:t>
            </a:r>
          </a:p>
          <a:p>
            <a:r>
              <a:rPr lang="en-US" dirty="0"/>
              <a:t>But they differ in:</a:t>
            </a:r>
          </a:p>
          <a:p>
            <a:r>
              <a:rPr lang="en-US" dirty="0"/>
              <a:t>timing; </a:t>
            </a:r>
          </a:p>
          <a:p>
            <a:r>
              <a:rPr lang="en-US" dirty="0"/>
              <a:t>duration of spells; </a:t>
            </a:r>
          </a:p>
          <a:p>
            <a:r>
              <a:rPr lang="en-US" dirty="0"/>
              <a:t>number of transitions; </a:t>
            </a:r>
          </a:p>
          <a:p>
            <a:r>
              <a:rPr lang="en-US" dirty="0"/>
              <a:t>order; </a:t>
            </a:r>
          </a:p>
          <a:p>
            <a:r>
              <a:rPr lang="en-US" dirty="0"/>
              <a:t>direction.</a:t>
            </a: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17E66-06BA-D45C-301F-59A6810CF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721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6689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source determines which parts of life are visible—and at what resolution.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699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age 22:</a:t>
            </a:r>
          </a:p>
          <a:p>
            <a:r>
              <a:rPr lang="en-US" dirty="0"/>
              <a:t>* A is on parental leave. </a:t>
            </a:r>
          </a:p>
          <a:p>
            <a:r>
              <a:rPr lang="en-US" dirty="0"/>
              <a:t>* B is in full-time employment. </a:t>
            </a:r>
          </a:p>
          <a:p>
            <a:r>
              <a:rPr lang="en-US" dirty="0"/>
              <a:t>At age 30:</a:t>
            </a:r>
          </a:p>
          <a:p>
            <a:r>
              <a:rPr lang="en-US" dirty="0"/>
              <a:t>* A has already returned to stable employment. </a:t>
            </a:r>
          </a:p>
          <a:p>
            <a:r>
              <a:rPr lang="en-US" dirty="0"/>
              <a:t>* B is beginning parental leave. </a:t>
            </a:r>
          </a:p>
          <a:p>
            <a:r>
              <a:rPr lang="en-US" dirty="0"/>
              <a:t>The sequences will appear quite different because </a:t>
            </a:r>
            <a:r>
              <a:rPr lang="en-US" b="1" dirty="0"/>
              <a:t>age at first birth is part of the trajectory</a:t>
            </a:r>
            <a:r>
              <a:rPr lang="en-US" dirty="0"/>
              <a:t>.</a:t>
            </a:r>
          </a:p>
          <a:p>
            <a:r>
              <a:rPr lang="en-US" b="1" dirty="0"/>
              <a:t>Research question: </a:t>
            </a:r>
            <a:r>
              <a:rPr lang="en-US" dirty="0"/>
              <a:t>How do women’s employment and family trajectories unfold between ages 20 and 35?</a:t>
            </a:r>
          </a:p>
          <a:p>
            <a:r>
              <a:rPr lang="en-US" dirty="0"/>
              <a:t>Or more specifically: What types of work–family trajectories </a:t>
            </a:r>
            <a:r>
              <a:rPr lang="en-US" dirty="0" err="1"/>
              <a:t>characterise</a:t>
            </a:r>
            <a:r>
              <a:rPr lang="en-US" dirty="0"/>
              <a:t> young adulthood, and how do they differ in the timing of parenthood?</a:t>
            </a:r>
          </a:p>
          <a:p>
            <a:r>
              <a:rPr lang="en-US" dirty="0"/>
              <a:t>Here, the analysis captures:</a:t>
            </a:r>
          </a:p>
          <a:p>
            <a:r>
              <a:rPr lang="en-US" dirty="0"/>
              <a:t>* early versus late parenthood; </a:t>
            </a:r>
          </a:p>
          <a:p>
            <a:r>
              <a:rPr lang="en-US" dirty="0"/>
              <a:t>* employment before and after parenthood; </a:t>
            </a:r>
          </a:p>
          <a:p>
            <a:r>
              <a:rPr lang="en-US" dirty="0"/>
              <a:t>* childlessness during the observation window; </a:t>
            </a:r>
          </a:p>
          <a:p>
            <a:r>
              <a:rPr lang="en-US" dirty="0"/>
              <a:t>* differences in the order and timing of work and family transitions. </a:t>
            </a:r>
          </a:p>
          <a:p>
            <a:r>
              <a:rPr lang="en-US" dirty="0"/>
              <a:t>Age alignment is therefore appropriate when the timing of childbirth within the life course is substantively important.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974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C641A-FD73-4056-2D47-9088C38B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B11E4-E9A0-E229-B81C-98D7182A8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DE891-A10D-5A52-81C8-238B63857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trajectories now appear almost identical. Their ages are different at each position.</a:t>
            </a:r>
          </a:p>
          <a:p>
            <a:r>
              <a:rPr lang="en-US" dirty="0"/>
              <a:t>The comparison is no longer between people </a:t>
            </a:r>
            <a:r>
              <a:rPr lang="en-US" b="1" dirty="0"/>
              <a:t>at the same age</a:t>
            </a:r>
            <a:r>
              <a:rPr lang="en-US" dirty="0"/>
              <a:t>. It is between people </a:t>
            </a:r>
            <a:r>
              <a:rPr lang="en-US" b="1" dirty="0"/>
              <a:t>at the same distance from childbirth</a:t>
            </a:r>
            <a:r>
              <a:rPr lang="en-US" dirty="0"/>
              <a:t>.</a:t>
            </a:r>
          </a:p>
          <a:p>
            <a:r>
              <a:rPr lang="en-US" b="1" dirty="0"/>
              <a:t>Research question: </a:t>
            </a:r>
            <a:r>
              <a:rPr lang="en-US" dirty="0"/>
              <a:t>How do women’s employment trajectories evolve before and after first birth?</a:t>
            </a:r>
          </a:p>
          <a:p>
            <a:r>
              <a:rPr lang="en-US" dirty="0"/>
              <a:t>Or: What patterns of employment interruption and return to work occur around the transition to parenthood?</a:t>
            </a:r>
          </a:p>
          <a:p>
            <a:r>
              <a:rPr lang="en-US" dirty="0"/>
              <a:t>Here, the analysis focuses on:</a:t>
            </a:r>
          </a:p>
          <a:p>
            <a:r>
              <a:rPr lang="en-US" dirty="0"/>
              <a:t>* anticipation before childbirth; </a:t>
            </a:r>
          </a:p>
          <a:p>
            <a:r>
              <a:rPr lang="en-US" dirty="0"/>
              <a:t>* interruption at childbirth; </a:t>
            </a:r>
          </a:p>
          <a:p>
            <a:r>
              <a:rPr lang="en-US" dirty="0"/>
              <a:t>* speed and form of return to work; </a:t>
            </a:r>
          </a:p>
          <a:p>
            <a:r>
              <a:rPr lang="en-US" dirty="0"/>
              <a:t>* stability or instability following childbirth. </a:t>
            </a:r>
          </a:p>
          <a:p>
            <a:r>
              <a:rPr lang="en-US" dirty="0"/>
              <a:t>Age at first birth is no longer directly represented by the position of the states. It would need to be added separately as:</a:t>
            </a:r>
          </a:p>
          <a:p>
            <a:r>
              <a:rPr lang="en-US" dirty="0"/>
              <a:t>- a covariate; </a:t>
            </a:r>
          </a:p>
          <a:p>
            <a:r>
              <a:rPr lang="en-US" dirty="0"/>
              <a:t>- a stratifying variable; </a:t>
            </a:r>
          </a:p>
          <a:p>
            <a:r>
              <a:rPr lang="en-US" dirty="0"/>
              <a:t>- or part of a comparison between early and late mothers.</a:t>
            </a:r>
          </a:p>
          <a:p>
            <a:endParaRPr lang="en-US" dirty="0"/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A9DDB-7290-B0FA-AC38-5FF0326E2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7923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the sequences cover 2008–2020 for everyone.</a:t>
            </a:r>
          </a:p>
          <a:p>
            <a:r>
              <a:rPr lang="en-US" dirty="0"/>
              <a:t>This could answer: How did employment trajectories develop during a common historical period?</a:t>
            </a:r>
          </a:p>
          <a:p>
            <a:r>
              <a:rPr lang="en-US" dirty="0"/>
              <a:t>Or: How did trajectories change around the introduction of a parental-leave reform in 2015?</a:t>
            </a:r>
          </a:p>
          <a:p>
            <a:r>
              <a:rPr lang="en-US" dirty="0"/>
              <a:t>People would be at different ages in the same calendar year. This alignment highlights period and institutional context rather than age or time since birth.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046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to </a:t>
            </a:r>
            <a:r>
              <a:rPr lang="en-US" dirty="0" err="1"/>
              <a:t>emphasise</a:t>
            </a:r>
            <a:r>
              <a:rPr lang="en-US" dirty="0"/>
              <a:t> that the three formats do </a:t>
            </a:r>
            <a:r>
              <a:rPr lang="en-US" b="1" dirty="0"/>
              <a:t>not</a:t>
            </a:r>
            <a:r>
              <a:rPr lang="en-US" dirty="0"/>
              <a:t> represent three different histories. They are three ways of storing the same information.</a:t>
            </a:r>
          </a:p>
          <a:p>
            <a:r>
              <a:rPr lang="en-US" dirty="0"/>
              <a:t>Also we must explain:</a:t>
            </a:r>
          </a:p>
          <a:p>
            <a:r>
              <a:rPr lang="en-US" dirty="0"/>
              <a:t>* Long data may contain repeated observations for every month or year. </a:t>
            </a:r>
          </a:p>
          <a:p>
            <a:r>
              <a:rPr lang="en-US" dirty="0"/>
              <a:t>* Spell data only record when a state begins and ends. </a:t>
            </a:r>
          </a:p>
          <a:p>
            <a:r>
              <a:rPr lang="en-US" dirty="0"/>
              <a:t>* To compare sequences, observations generally need to be placed on a common timeline. </a:t>
            </a:r>
          </a:p>
          <a:p>
            <a:r>
              <a:rPr lang="en-US" dirty="0"/>
              <a:t>* The conversion may require substantive decisions about overlaps, gaps and simultaneous statuses.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9671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err="1"/>
              <a:t>Symthetic</a:t>
            </a:r>
            <a:r>
              <a:rPr lang="fi-FI" dirty="0"/>
              <a:t> = I </a:t>
            </a:r>
            <a:r>
              <a:rPr lang="fi-FI" dirty="0" err="1"/>
              <a:t>created</a:t>
            </a:r>
            <a:r>
              <a:rPr lang="fi-FI" dirty="0"/>
              <a:t> it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9695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select one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predefined</a:t>
            </a:r>
            <a:r>
              <a:rPr lang="fr-FR" dirty="0"/>
              <a:t> questions; or propose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question </a:t>
            </a:r>
            <a:r>
              <a:rPr lang="fr-FR" dirty="0" err="1"/>
              <a:t>using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, </a:t>
            </a:r>
            <a:r>
              <a:rPr lang="fr-FR" dirty="0" err="1"/>
              <a:t>subject</a:t>
            </a:r>
            <a:r>
              <a:rPr lang="fr-FR" dirty="0"/>
              <a:t> to a quick check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40CC0-A3AA-4B2D-A5BD-68CCAF80CF8B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229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6A2-59BF-556C-C36B-FD74C5908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19F6B-28A7-1118-0941-ABAE48382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428A0-F214-E78D-5F06-3A94A80C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2A349-F68E-4BDE-B612-7656197E0A3E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3C17D-B0DA-83DC-749D-BD29EF83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980E0-CCD5-3A32-8352-03525CED2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94FE-72C9-4F03-ABFE-8771B52442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62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B7CEF-35C0-BDE2-9653-C29896ACE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17E68-BAF7-74A5-8BAA-84A9A0361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24217-CD93-6B01-DAB6-A0FF6E3B2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2A349-F68E-4BDE-B612-7656197E0A3E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68ECE-EF24-D7B8-C009-2D5B61A3F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51DBC-E20B-47A9-A77F-42A80B23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94FE-72C9-4F03-ABFE-8771B52442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8091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3C8E6-4D23-6749-04A0-6BE43999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C2939-8962-C23A-7E46-66FDD77A0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B6644-670E-13D7-F3EC-FDC8CB435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2A349-F68E-4BDE-B612-7656197E0A3E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CC93F-D653-4D64-EF89-C64C7ECC7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1D94F-21CB-DE04-8006-22FE0619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94FE-72C9-4F03-ABFE-8771B52442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134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EDFB6-53B5-B693-1447-778A6D58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EC455-604B-FDCE-D1D5-E9B1F95F4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DCCF4-1C5F-0845-2F86-D25276C44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A736F-DB14-1B5B-AF3C-4E2921CA5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2A349-F68E-4BDE-B612-7656197E0A3E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74553-5D7B-F15B-70C0-E28613B9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0849E-3DEC-2B44-A2FC-8193CB64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94FE-72C9-4F03-ABFE-8771B52442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681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8EC3-E703-F454-3B24-6384B806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F8B45-9501-9A5F-CAAB-E65840054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DA9A2-3CA6-1E36-76D7-F382BB98B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733D6-244A-50C8-C59F-4A92BF4EF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4BDEA5-4AB9-9F42-6654-07FEDDDB2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3F24F1-E865-45C4-BB50-33641DB2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2A349-F68E-4BDE-B612-7656197E0A3E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C22635-C2BB-4987-009C-F7031F7EC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B550AB-8E35-D1E2-A4A1-6D948472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94FE-72C9-4F03-ABFE-8771B52442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525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64C5-A142-BB27-525A-1891BEE4F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54DC5-7B85-7DE6-EBFD-0D9CB39C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2A349-F68E-4BDE-B612-7656197E0A3E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A853C-ACB7-0972-D211-15725CA6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E60D00-52F6-B82D-1605-EA2E43BE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94FE-72C9-4F03-ABFE-8771B52442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088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C13189-0047-8826-1486-66EB3BD4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2A349-F68E-4BDE-B612-7656197E0A3E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075924-3F03-243D-57FB-8482F5BC9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AE778-CE91-422B-628C-9E161D536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94FE-72C9-4F03-ABFE-8771B52442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4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9D431-7F5C-C2D7-37BE-FB7161A89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FB682-4530-5B98-F382-3D1EA8FD7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7F17F-C57D-3AE8-68A3-88CE0B188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1B474-C298-AF45-8D87-DB8B695E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2A349-F68E-4BDE-B612-7656197E0A3E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61F03-4326-F5B3-8E58-6C37D4516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9FFA4-6D55-8DD3-75FF-D179237D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94FE-72C9-4F03-ABFE-8771B52442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21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F9B7D-F08D-FDD1-4C7E-AA0781FF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8BC7F1-9103-B0FF-F92A-60CF09773E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E2EB7-A40F-B319-2AC9-F132C17D8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73EDC-BA48-2152-36B6-BB7A022F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2A349-F68E-4BDE-B612-7656197E0A3E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F07B1-4035-4BAA-B676-ED7DE6DA2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9CC30-073A-ECE6-C26E-284C92B5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94FE-72C9-4F03-ABFE-8771B52442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67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409A-C061-166A-4FE4-AC4CFE288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44831-3BBF-CFFE-9819-F80EEAABF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B05-3541-BB73-10B6-9EDB9F48D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2A349-F68E-4BDE-B612-7656197E0A3E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EB54C-A43D-0160-DCDA-663F21A61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6B84A-976D-1F34-1112-1DE8BAAF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94FE-72C9-4F03-ABFE-8771B52442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1892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B2122-BCD1-1CDD-1EF0-E306BE8D0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E09202-4387-A25B-6D25-2A5E78C5C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E4AF-607D-BADA-E4A4-D8E10F32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2A349-F68E-4BDE-B612-7656197E0A3E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B7BCE-C327-6204-1D45-C24B5C3D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A0BB9-FBC3-4E35-9ABD-EA1234D8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94FE-72C9-4F03-ABFE-8771B52442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4828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F5D8F-D38F-4701-CCC3-385FABFB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7128F-A965-D8BA-76F4-BE0D5E0A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928DA-5304-E283-E0DF-C063629DC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2A349-F68E-4BDE-B612-7656197E0A3E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81577-A116-63DA-3785-1D83EB7FD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11D53-52D6-3E30-E49D-EA21F419F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F94FE-72C9-4F03-ABFE-8771B52442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05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image" Target="../media/image9.svg"/><Relationship Id="rId7" Type="http://schemas.openxmlformats.org/officeDocument/2006/relationships/diagramQuickStyle" Target="../diagrams/quickStyle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4" Type="http://schemas.openxmlformats.org/officeDocument/2006/relationships/image" Target="../media/image10.svg"/><Relationship Id="rId9" Type="http://schemas.microsoft.com/office/2007/relationships/diagramDrawing" Target="../diagrams/drawing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ic.oup.com/esr/article-abstract/23/4/409/479592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4987B-3F23-E0DF-ACC4-95879BD8F3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err="1"/>
              <a:t>Lesson</a:t>
            </a:r>
            <a:r>
              <a:rPr lang="fi-FI" dirty="0"/>
              <a:t> 1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E4458-A4F3-C023-9AF7-BD70886A2C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3194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C1339-09AA-47C5-345B-FD735EEE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Welcome</a:t>
            </a:r>
            <a:r>
              <a:rPr lang="fi-FI" dirty="0"/>
              <a:t>!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8EABE-4287-EB74-2554-9231B6EE7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i-FI" dirty="0" err="1"/>
              <a:t>Sequence</a:t>
            </a:r>
            <a:r>
              <a:rPr lang="fi-FI" dirty="0"/>
              <a:t> </a:t>
            </a:r>
            <a:r>
              <a:rPr lang="fi-FI" dirty="0" err="1"/>
              <a:t>analysis</a:t>
            </a:r>
            <a:r>
              <a:rPr lang="fi-FI" dirty="0"/>
              <a:t> (</a:t>
            </a:r>
            <a:r>
              <a:rPr lang="fi-FI" dirty="0" err="1"/>
              <a:t>SAn</a:t>
            </a:r>
            <a:r>
              <a:rPr lang="fi-FI" dirty="0"/>
              <a:t>),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b="1" i="1" dirty="0" err="1"/>
              <a:t>how</a:t>
            </a:r>
            <a:r>
              <a:rPr lang="fi-FI" b="1" i="1" dirty="0"/>
              <a:t> to go </a:t>
            </a:r>
            <a:r>
              <a:rPr lang="fi-FI" b="1" i="1" dirty="0" err="1"/>
              <a:t>from</a:t>
            </a:r>
            <a:r>
              <a:rPr lang="fi-FI" b="1" i="1" dirty="0"/>
              <a:t> </a:t>
            </a:r>
            <a:r>
              <a:rPr lang="fi-FI" b="1" i="1" dirty="0" err="1"/>
              <a:t>events</a:t>
            </a:r>
            <a:r>
              <a:rPr lang="fi-FI" b="1" i="1" dirty="0"/>
              <a:t> to </a:t>
            </a:r>
            <a:r>
              <a:rPr lang="fi-FI" b="1" i="1" dirty="0" err="1"/>
              <a:t>trajectories</a:t>
            </a:r>
            <a:endParaRPr lang="fr-FR" b="1" i="1" dirty="0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56D3F3E9-1C1D-143B-D1D4-7F582B66256E}"/>
              </a:ext>
            </a:extLst>
          </p:cNvPr>
          <p:cNvSpPr/>
          <p:nvPr/>
        </p:nvSpPr>
        <p:spPr>
          <a:xfrm>
            <a:off x="1189973" y="3068877"/>
            <a:ext cx="9181578" cy="50104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08354196-B8B9-0CFA-EA27-CD684218344D}"/>
              </a:ext>
            </a:extLst>
          </p:cNvPr>
          <p:cNvSpPr/>
          <p:nvPr/>
        </p:nvSpPr>
        <p:spPr>
          <a:xfrm>
            <a:off x="1189973" y="4189070"/>
            <a:ext cx="10163827" cy="501041"/>
          </a:xfrm>
          <a:prstGeom prst="homePlat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1C3D5D7F-5B3D-CE0A-A125-DC29ACD98938}"/>
              </a:ext>
            </a:extLst>
          </p:cNvPr>
          <p:cNvSpPr/>
          <p:nvPr/>
        </p:nvSpPr>
        <p:spPr>
          <a:xfrm>
            <a:off x="1189973" y="5309264"/>
            <a:ext cx="7778663" cy="501041"/>
          </a:xfrm>
          <a:prstGeom prst="homePlat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331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425E-FDA5-4CB0-625E-5EAECB897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Who</a:t>
            </a:r>
            <a:r>
              <a:rPr lang="fi-FI" dirty="0"/>
              <a:t> am I?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EC430-9B75-B47E-7336-0B4FE620F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Joan Damiens, PhD in </a:t>
            </a:r>
            <a:r>
              <a:rPr lang="fi-FI" dirty="0" err="1"/>
              <a:t>demography</a:t>
            </a:r>
            <a:r>
              <a:rPr lang="fi-FI" dirty="0"/>
              <a:t> in 2023</a:t>
            </a:r>
          </a:p>
          <a:p>
            <a:r>
              <a:rPr lang="fi-FI" dirty="0" err="1"/>
              <a:t>Researcher</a:t>
            </a:r>
            <a:r>
              <a:rPr lang="fi-FI" dirty="0"/>
              <a:t> at </a:t>
            </a:r>
            <a:r>
              <a:rPr lang="fi-FI" dirty="0" err="1"/>
              <a:t>the</a:t>
            </a:r>
            <a:r>
              <a:rPr lang="fi-FI" dirty="0"/>
              <a:t> Helsinki Institute for </a:t>
            </a:r>
            <a:r>
              <a:rPr lang="fi-FI" dirty="0" err="1"/>
              <a:t>Demography</a:t>
            </a:r>
            <a:r>
              <a:rPr lang="fi-FI" dirty="0"/>
              <a:t> and Population Health</a:t>
            </a:r>
          </a:p>
          <a:p>
            <a:r>
              <a:rPr lang="en-US" dirty="0"/>
              <a:t>Research on health inequalities, housing, family background, life-course trajectories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5226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845B4-76E3-6F32-DF8A-DBB0911C5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Who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you</a:t>
            </a:r>
            <a:r>
              <a:rPr lang="fi-FI" dirty="0"/>
              <a:t>?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BE327A-90C4-5EFB-20CA-FDEF436D40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63516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5291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602C8-6B17-8834-306C-D11D1A64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What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course</a:t>
            </a:r>
            <a:r>
              <a:rPr lang="fi-FI" dirty="0"/>
              <a:t> </a:t>
            </a:r>
            <a:r>
              <a:rPr lang="fi-FI" dirty="0" err="1"/>
              <a:t>will</a:t>
            </a:r>
            <a:r>
              <a:rPr lang="fi-FI" dirty="0"/>
              <a:t> cover</a:t>
            </a:r>
            <a:endParaRPr lang="fr-F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EF0C1E-4859-E81E-E304-C3D7063A11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7121432"/>
              </p:ext>
            </p:extLst>
          </p:nvPr>
        </p:nvGraphicFramePr>
        <p:xfrm>
          <a:off x="838200" y="2517731"/>
          <a:ext cx="10515600" cy="3659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E1C162B-FE0B-7EA3-6950-8E40663FC24B}"/>
              </a:ext>
            </a:extLst>
          </p:cNvPr>
          <p:cNvSpPr txBox="1"/>
          <p:nvPr/>
        </p:nvSpPr>
        <p:spPr>
          <a:xfrm>
            <a:off x="2107503" y="1690688"/>
            <a:ext cx="84769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800" dirty="0" err="1"/>
              <a:t>build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</a:t>
            </a:r>
            <a:r>
              <a:rPr lang="fr-FR" sz="2800" dirty="0" err="1"/>
              <a:t>describe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compare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cluster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</a:t>
            </a:r>
            <a:r>
              <a:rPr lang="fr-FR" sz="2800" dirty="0" err="1"/>
              <a:t>interpret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79018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7C6B0-EB6F-2256-734E-25CEDE92E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Main </a:t>
            </a:r>
            <a:r>
              <a:rPr lang="fi-FI" dirty="0" err="1"/>
              <a:t>references</a:t>
            </a:r>
            <a:r>
              <a:rPr lang="fi-FI" dirty="0"/>
              <a:t> </a:t>
            </a:r>
            <a:r>
              <a:rPr lang="fi-FI" dirty="0" err="1"/>
              <a:t>used</a:t>
            </a:r>
            <a:r>
              <a:rPr lang="fi-FI" dirty="0"/>
              <a:t> to </a:t>
            </a:r>
            <a:r>
              <a:rPr lang="fi-FI" dirty="0" err="1"/>
              <a:t>build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course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039CA-39C8-FD71-C5A0-7A908D8B5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642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63E2D-29C2-9163-8D16-86DE3E8A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Your</a:t>
            </a:r>
            <a:r>
              <a:rPr lang="fi-FI" dirty="0"/>
              <a:t> main </a:t>
            </a:r>
            <a:r>
              <a:rPr lang="fi-FI" dirty="0" err="1"/>
              <a:t>task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B3729A-F6A5-1378-202B-5A39ED0A6F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955051"/>
              </p:ext>
            </p:extLst>
          </p:nvPr>
        </p:nvGraphicFramePr>
        <p:xfrm>
          <a:off x="1640910" y="1758157"/>
          <a:ext cx="9712890" cy="4418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13075F6-6D16-979C-B15A-485525A1ABE4}"/>
              </a:ext>
            </a:extLst>
          </p:cNvPr>
          <p:cNvSpPr txBox="1"/>
          <p:nvPr/>
        </p:nvSpPr>
        <p:spPr>
          <a:xfrm>
            <a:off x="4575132" y="1234937"/>
            <a:ext cx="6093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A mini-</a:t>
            </a:r>
            <a:r>
              <a:rPr lang="fr-FR" sz="2800" dirty="0" err="1"/>
              <a:t>project</a:t>
            </a:r>
            <a:r>
              <a:rPr lang="fr-FR" sz="2800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4809B-BCBC-506A-D960-FDE8EC759ECC}"/>
              </a:ext>
            </a:extLst>
          </p:cNvPr>
          <p:cNvSpPr txBox="1"/>
          <p:nvPr/>
        </p:nvSpPr>
        <p:spPr>
          <a:xfrm>
            <a:off x="4744279" y="5405147"/>
            <a:ext cx="490330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500" b="1" i="1" dirty="0"/>
              <a:t>Focus </a:t>
            </a:r>
            <a:r>
              <a:rPr lang="fi-FI" sz="2500" b="1" i="1" dirty="0" err="1"/>
              <a:t>more</a:t>
            </a:r>
            <a:r>
              <a:rPr lang="fi-FI" sz="2500" b="1" i="1" dirty="0"/>
              <a:t> on </a:t>
            </a:r>
            <a:r>
              <a:rPr lang="fi-FI" sz="2500" b="1" i="1" dirty="0" err="1"/>
              <a:t>the</a:t>
            </a:r>
            <a:r>
              <a:rPr lang="fi-FI" sz="2500" b="1" i="1" dirty="0"/>
              <a:t> </a:t>
            </a:r>
            <a:r>
              <a:rPr lang="fi-FI" sz="2500" b="1" i="1" dirty="0" err="1"/>
              <a:t>methodological</a:t>
            </a:r>
            <a:r>
              <a:rPr lang="fi-FI" sz="2500" b="1" i="1" dirty="0"/>
              <a:t> </a:t>
            </a:r>
            <a:r>
              <a:rPr lang="fi-FI" sz="2500" b="1" i="1" dirty="0" err="1"/>
              <a:t>choices</a:t>
            </a:r>
            <a:r>
              <a:rPr lang="fi-FI" sz="2500" b="1" i="1" dirty="0"/>
              <a:t>, </a:t>
            </a:r>
            <a:r>
              <a:rPr lang="fi-FI" sz="2500" b="1" i="1" dirty="0" err="1"/>
              <a:t>not</a:t>
            </a:r>
            <a:r>
              <a:rPr lang="fi-FI" sz="2500" b="1" i="1" dirty="0"/>
              <a:t> </a:t>
            </a:r>
            <a:r>
              <a:rPr lang="fi-FI" sz="2500" b="1" i="1" dirty="0" err="1"/>
              <a:t>only</a:t>
            </a:r>
            <a:r>
              <a:rPr lang="fi-FI" sz="2500" b="1" i="1" dirty="0"/>
              <a:t> on </a:t>
            </a:r>
            <a:r>
              <a:rPr lang="fi-FI" sz="2500" b="1" i="1" dirty="0" err="1"/>
              <a:t>the</a:t>
            </a:r>
            <a:r>
              <a:rPr lang="fi-FI" sz="2500" b="1" i="1" dirty="0"/>
              <a:t> </a:t>
            </a:r>
            <a:r>
              <a:rPr lang="fi-FI" sz="2500" b="1" i="1" dirty="0" err="1"/>
              <a:t>result</a:t>
            </a:r>
            <a:r>
              <a:rPr lang="fi-FI" sz="2500" b="1" i="1" dirty="0"/>
              <a:t> </a:t>
            </a:r>
            <a:r>
              <a:rPr lang="fi-FI" sz="2500" b="1" i="1" dirty="0" err="1"/>
              <a:t>or</a:t>
            </a:r>
            <a:r>
              <a:rPr lang="fi-FI" sz="2500" b="1" i="1" dirty="0"/>
              <a:t> </a:t>
            </a:r>
            <a:r>
              <a:rPr lang="fi-FI" sz="2500" b="1" i="1" dirty="0" err="1"/>
              <a:t>commands</a:t>
            </a:r>
            <a:endParaRPr lang="fr-FR" sz="2500" b="1" i="1" dirty="0"/>
          </a:p>
        </p:txBody>
      </p:sp>
    </p:spTree>
    <p:extLst>
      <p:ext uri="{BB962C8B-B14F-4D97-AF65-F5344CB8AC3E}">
        <p14:creationId xmlns:p14="http://schemas.microsoft.com/office/powerpoint/2010/main" val="713088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6CBD8-75B0-225E-5298-09E9324E4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report</a:t>
            </a:r>
            <a:endParaRPr lang="fr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4D381-B9B8-DC5D-5ECF-CB67C3634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err="1"/>
              <a:t>Modalities</a:t>
            </a:r>
            <a:endParaRPr lang="fr-FR" dirty="0"/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F4B9F0B4-61AD-569E-FF14-9C9FC82F247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450CC5-F7B5-3C35-03FE-92AF4E394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9765" y="1704354"/>
            <a:ext cx="5183188" cy="823912"/>
          </a:xfrm>
        </p:spPr>
        <p:txBody>
          <a:bodyPr/>
          <a:lstStyle/>
          <a:p>
            <a:r>
              <a:rPr lang="fi-FI" dirty="0" err="1"/>
              <a:t>Sections</a:t>
            </a:r>
            <a:endParaRPr lang="fr-F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38C86E-B161-5D3A-65E6-F262E174AE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08304" y="2505075"/>
            <a:ext cx="5183188" cy="3684588"/>
          </a:xfrm>
        </p:spPr>
        <p:txBody>
          <a:bodyPr>
            <a:normAutofit fontScale="77500" lnSpcReduction="20000"/>
          </a:bodyPr>
          <a:lstStyle/>
          <a:p>
            <a:r>
              <a:rPr lang="fi-FI" dirty="0" err="1"/>
              <a:t>Title</a:t>
            </a:r>
            <a:endParaRPr lang="fi-FI" dirty="0"/>
          </a:p>
          <a:p>
            <a:r>
              <a:rPr lang="fi-FI" dirty="0"/>
              <a:t>Research </a:t>
            </a:r>
            <a:r>
              <a:rPr lang="fi-FI" dirty="0" err="1"/>
              <a:t>question</a:t>
            </a:r>
            <a:endParaRPr lang="fi-FI" dirty="0"/>
          </a:p>
          <a:p>
            <a:r>
              <a:rPr lang="fi-FI" dirty="0"/>
              <a:t>Data and </a:t>
            </a:r>
            <a:r>
              <a:rPr lang="fi-FI" dirty="0" err="1"/>
              <a:t>sequence</a:t>
            </a:r>
            <a:r>
              <a:rPr lang="fi-FI" dirty="0"/>
              <a:t> </a:t>
            </a:r>
            <a:r>
              <a:rPr lang="fi-FI" dirty="0" err="1"/>
              <a:t>construction</a:t>
            </a:r>
            <a:endParaRPr lang="fi-FI" dirty="0"/>
          </a:p>
          <a:p>
            <a:r>
              <a:rPr lang="fi-FI" dirty="0" err="1"/>
              <a:t>Analytical</a:t>
            </a:r>
            <a:r>
              <a:rPr lang="fi-FI" dirty="0"/>
              <a:t> </a:t>
            </a:r>
            <a:r>
              <a:rPr lang="fi-FI" dirty="0" err="1"/>
              <a:t>strategy</a:t>
            </a:r>
            <a:endParaRPr lang="fi-FI" dirty="0"/>
          </a:p>
          <a:p>
            <a:pPr lvl="1"/>
            <a:r>
              <a:rPr lang="fi-FI" dirty="0" err="1"/>
              <a:t>Sequence</a:t>
            </a:r>
            <a:r>
              <a:rPr lang="fi-FI" dirty="0"/>
              <a:t> </a:t>
            </a:r>
            <a:r>
              <a:rPr lang="fi-FI" dirty="0" err="1"/>
              <a:t>description</a:t>
            </a:r>
            <a:endParaRPr lang="fi-FI" dirty="0"/>
          </a:p>
          <a:p>
            <a:pPr lvl="1"/>
            <a:r>
              <a:rPr lang="fi-FI" dirty="0" err="1"/>
              <a:t>Dissimilarity</a:t>
            </a:r>
            <a:r>
              <a:rPr lang="fi-FI" dirty="0"/>
              <a:t> </a:t>
            </a:r>
            <a:r>
              <a:rPr lang="fi-FI" dirty="0" err="1"/>
              <a:t>measure</a:t>
            </a:r>
            <a:endParaRPr lang="fi-FI" dirty="0"/>
          </a:p>
          <a:p>
            <a:pPr lvl="1"/>
            <a:r>
              <a:rPr lang="fi-FI" dirty="0"/>
              <a:t>Clustering</a:t>
            </a:r>
          </a:p>
          <a:p>
            <a:pPr lvl="1"/>
            <a:r>
              <a:rPr lang="fi-FI" dirty="0" err="1"/>
              <a:t>Further</a:t>
            </a:r>
            <a:r>
              <a:rPr lang="fi-FI" dirty="0"/>
              <a:t> </a:t>
            </a:r>
            <a:r>
              <a:rPr lang="fi-FI" dirty="0" err="1"/>
              <a:t>analysis</a:t>
            </a:r>
            <a:endParaRPr lang="fi-FI" dirty="0"/>
          </a:p>
          <a:p>
            <a:r>
              <a:rPr lang="fi-FI" dirty="0" err="1"/>
              <a:t>Results</a:t>
            </a:r>
            <a:endParaRPr lang="fi-FI" dirty="0"/>
          </a:p>
          <a:p>
            <a:r>
              <a:rPr lang="fi-FI" dirty="0" err="1"/>
              <a:t>Interpretation</a:t>
            </a:r>
            <a:endParaRPr lang="fi-FI" dirty="0"/>
          </a:p>
          <a:p>
            <a:r>
              <a:rPr lang="fi-FI" dirty="0" err="1"/>
              <a:t>References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8927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C942-571C-6385-A979-AE3334CC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What</a:t>
            </a:r>
            <a:r>
              <a:rPr lang="fi-FI" dirty="0"/>
              <a:t> to </a:t>
            </a:r>
            <a:r>
              <a:rPr lang="fi-FI" dirty="0" err="1"/>
              <a:t>put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presentation</a:t>
            </a:r>
            <a:endParaRPr lang="fr-FR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7E45D86-E73D-81FC-D6DA-2FFAE95CA0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083162"/>
              </p:ext>
            </p:extLst>
          </p:nvPr>
        </p:nvGraphicFramePr>
        <p:xfrm>
          <a:off x="838200" y="3177209"/>
          <a:ext cx="10515600" cy="2928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7E056-1A63-A637-397E-25241C47A3B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04361" y="1690688"/>
            <a:ext cx="5183187" cy="823913"/>
          </a:xfrm>
        </p:spPr>
        <p:txBody>
          <a:bodyPr>
            <a:normAutofit fontScale="92500" lnSpcReduction="20000"/>
          </a:bodyPr>
          <a:lstStyle/>
          <a:p>
            <a:r>
              <a:rPr lang="fi-FI" dirty="0"/>
              <a:t>Powerpoint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any</a:t>
            </a:r>
            <a:r>
              <a:rPr lang="fi-FI" dirty="0"/>
              <a:t> </a:t>
            </a:r>
            <a:r>
              <a:rPr lang="fi-FI" dirty="0" err="1"/>
              <a:t>other</a:t>
            </a:r>
            <a:r>
              <a:rPr lang="fi-FI" dirty="0"/>
              <a:t> </a:t>
            </a:r>
            <a:r>
              <a:rPr lang="fi-FI" dirty="0" err="1"/>
              <a:t>format</a:t>
            </a:r>
            <a:endParaRPr lang="fi-FI" dirty="0"/>
          </a:p>
          <a:p>
            <a:r>
              <a:rPr lang="fi-FI" dirty="0"/>
              <a:t>No </a:t>
            </a:r>
            <a:r>
              <a:rPr lang="fi-FI" dirty="0" err="1"/>
              <a:t>template</a:t>
            </a:r>
            <a:r>
              <a:rPr lang="fi-FI" dirty="0"/>
              <a:t> </a:t>
            </a:r>
            <a:r>
              <a:rPr lang="fi-FI" dirty="0" err="1"/>
              <a:t>provided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4455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B88C-E02B-1E50-E24A-919934BF5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How </a:t>
            </a:r>
            <a:r>
              <a:rPr lang="fi-FI" dirty="0" err="1"/>
              <a:t>you</a:t>
            </a:r>
            <a:r>
              <a:rPr lang="fi-FI" dirty="0"/>
              <a:t> </a:t>
            </a:r>
            <a:r>
              <a:rPr lang="fi-FI" dirty="0" err="1"/>
              <a:t>will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evaluated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026856-F460-D5FE-E3D9-E86E8FD626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918785"/>
              </p:ext>
            </p:extLst>
          </p:nvPr>
        </p:nvGraphicFramePr>
        <p:xfrm>
          <a:off x="4469295" y="2784745"/>
          <a:ext cx="6689036" cy="2194560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5363817">
                  <a:extLst>
                    <a:ext uri="{9D8B030D-6E8A-4147-A177-3AD203B41FA5}">
                      <a16:colId xmlns:a16="http://schemas.microsoft.com/office/drawing/2014/main" val="202036271"/>
                    </a:ext>
                  </a:extLst>
                </a:gridCol>
                <a:gridCol w="1325219">
                  <a:extLst>
                    <a:ext uri="{9D8B030D-6E8A-4147-A177-3AD203B41FA5}">
                      <a16:colId xmlns:a16="http://schemas.microsoft.com/office/drawing/2014/main" val="1604600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Criterion</a:t>
                      </a:r>
                      <a:endParaRPr lang="fr-FR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Weight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546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Research question and </a:t>
                      </a:r>
                      <a:r>
                        <a:rPr lang="fr-FR" dirty="0" err="1"/>
                        <a:t>sequence</a:t>
                      </a:r>
                      <a:r>
                        <a:rPr lang="fr-FR" dirty="0"/>
                        <a:t>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059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Methodological choices and justification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980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Analysis and figures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17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Interpretation, sensitivity and limitations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93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Presentation and clarity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659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688B41-AAFB-68C4-34B8-3999D90AAD1A}"/>
              </a:ext>
            </a:extLst>
          </p:cNvPr>
          <p:cNvSpPr txBox="1"/>
          <p:nvPr/>
        </p:nvSpPr>
        <p:spPr>
          <a:xfrm>
            <a:off x="1331843" y="3643498"/>
            <a:ext cx="229262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500" b="1" dirty="0"/>
              <a:t>PASS/FAIL</a:t>
            </a:r>
            <a:endParaRPr lang="fr-FR" sz="2500" b="1" dirty="0"/>
          </a:p>
        </p:txBody>
      </p:sp>
    </p:spTree>
    <p:extLst>
      <p:ext uri="{BB962C8B-B14F-4D97-AF65-F5344CB8AC3E}">
        <p14:creationId xmlns:p14="http://schemas.microsoft.com/office/powerpoint/2010/main" val="678093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273B4-EE24-C6F2-E9E6-5BAB2254D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i-FI" sz="5400"/>
              <a:t>Today’s task</a:t>
            </a:r>
            <a:endParaRPr lang="fr-FR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0006D4-B1BF-01AB-6536-216408315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32392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318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D0D38-1A31-8746-8524-4FA13BA3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Programme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labs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901CD-148E-9FF2-863B-5D90EE8FE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R + RStudio installed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Packages: </a:t>
            </a:r>
            <a:r>
              <a:rPr lang="en-US" dirty="0" err="1"/>
              <a:t>TraMineR</a:t>
            </a:r>
            <a:r>
              <a:rPr lang="en-US" dirty="0"/>
              <a:t>, </a:t>
            </a:r>
            <a:r>
              <a:rPr lang="en-US" dirty="0" err="1"/>
              <a:t>tidyverse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To download on Moodle or GitHub: lab scripts and lab sheets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Work in pairs if needed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2282B6-65A4-5225-D5C8-BF30CFE85F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90100"/>
              </p:ext>
            </p:extLst>
          </p:nvPr>
        </p:nvGraphicFramePr>
        <p:xfrm>
          <a:off x="838200" y="3747247"/>
          <a:ext cx="10515600" cy="24297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0653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7C66F-ACC7-57DB-38C5-BAC945E98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Sequence Analysis (SAn)?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A48B5-CBC8-385F-B412-EA2A5BF30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187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ADBE-2317-2FB1-D555-5F7BAFBE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What is the life-course (LC) paradigm? 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A74FE9-23F5-6A80-C4E8-B0AE1CEFE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591554"/>
              </p:ext>
            </p:extLst>
          </p:nvPr>
        </p:nvGraphicFramePr>
        <p:xfrm>
          <a:off x="566530" y="1939166"/>
          <a:ext cx="11058939" cy="3895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B487E19-3882-5123-83C2-71AF38EB072D}"/>
              </a:ext>
            </a:extLst>
          </p:cNvPr>
          <p:cNvSpPr txBox="1"/>
          <p:nvPr/>
        </p:nvSpPr>
        <p:spPr>
          <a:xfrm>
            <a:off x="838199" y="1260929"/>
            <a:ext cx="86337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Lives unfold over time and within a context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F2A45-F6D8-3FCC-FA36-ADACF844254F}"/>
              </a:ext>
            </a:extLst>
          </p:cNvPr>
          <p:cNvSpPr txBox="1"/>
          <p:nvPr/>
        </p:nvSpPr>
        <p:spPr>
          <a:xfrm>
            <a:off x="1328943" y="5834270"/>
            <a:ext cx="953411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/>
              <a:t>To understand where someone is today, we may need to understand the pathway that brought them there.</a:t>
            </a:r>
            <a:endParaRPr lang="fr-FR"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9729F7-2611-0EFE-5DF6-4B66A11C56A4}"/>
              </a:ext>
            </a:extLst>
          </p:cNvPr>
          <p:cNvSpPr txBox="1"/>
          <p:nvPr/>
        </p:nvSpPr>
        <p:spPr>
          <a:xfrm>
            <a:off x="7579360" y="142240"/>
            <a:ext cx="385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Elder</a:t>
            </a:r>
            <a:r>
              <a:rPr lang="fi-FI" dirty="0"/>
              <a:t> (1994)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3442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4EC9F-C55B-D6DD-A254-56AAFBA0A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742" y="119139"/>
            <a:ext cx="10515600" cy="1325563"/>
          </a:xfrm>
        </p:spPr>
        <p:txBody>
          <a:bodyPr/>
          <a:lstStyle/>
          <a:p>
            <a:r>
              <a:rPr lang="fi-FI" dirty="0" err="1"/>
              <a:t>Sequence</a:t>
            </a:r>
            <a:r>
              <a:rPr lang="fi-FI" dirty="0"/>
              <a:t> </a:t>
            </a:r>
            <a:r>
              <a:rPr lang="fi-FI" dirty="0" err="1"/>
              <a:t>analysis</a:t>
            </a:r>
            <a:r>
              <a:rPr lang="fi-FI" dirty="0"/>
              <a:t>: a </a:t>
            </a:r>
            <a:r>
              <a:rPr lang="fi-FI" dirty="0" err="1"/>
              <a:t>first</a:t>
            </a:r>
            <a:r>
              <a:rPr lang="fi-FI" dirty="0"/>
              <a:t> puzzle</a:t>
            </a:r>
            <a:endParaRPr lang="fr-FR" dirty="0"/>
          </a:p>
        </p:txBody>
      </p:sp>
      <p:pic>
        <p:nvPicPr>
          <p:cNvPr id="5" name="Graphic 4" descr="Office worker male with solid fill">
            <a:extLst>
              <a:ext uri="{FF2B5EF4-FFF2-40B4-BE49-F238E27FC236}">
                <a16:creationId xmlns:a16="http://schemas.microsoft.com/office/drawing/2014/main" id="{B33E36CC-5452-33C3-4B4A-F1D96F628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2916" y="5208318"/>
            <a:ext cx="914400" cy="914400"/>
          </a:xfrm>
          <a:prstGeom prst="rect">
            <a:avLst/>
          </a:prstGeom>
        </p:spPr>
      </p:pic>
      <p:pic>
        <p:nvPicPr>
          <p:cNvPr id="7" name="Graphic 6" descr="Office worker female with solid fill">
            <a:extLst>
              <a:ext uri="{FF2B5EF4-FFF2-40B4-BE49-F238E27FC236}">
                <a16:creationId xmlns:a16="http://schemas.microsoft.com/office/drawing/2014/main" id="{ABCFABE8-83CE-73DC-34A9-6D1D403E6F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3014" y="4084808"/>
            <a:ext cx="914400" cy="914400"/>
          </a:xfrm>
          <a:prstGeom prst="rect">
            <a:avLst/>
          </a:prstGeom>
        </p:spPr>
      </p:pic>
      <p:pic>
        <p:nvPicPr>
          <p:cNvPr id="8" name="Graphic 7" descr="Office worker male with solid fill">
            <a:extLst>
              <a:ext uri="{FF2B5EF4-FFF2-40B4-BE49-F238E27FC236}">
                <a16:creationId xmlns:a16="http://schemas.microsoft.com/office/drawing/2014/main" id="{2C771590-07C9-9F03-3ADD-A59EA745C7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8712" y="2743200"/>
            <a:ext cx="914400" cy="914400"/>
          </a:xfrm>
          <a:prstGeom prst="rect">
            <a:avLst/>
          </a:prstGeom>
        </p:spPr>
      </p:pic>
      <p:pic>
        <p:nvPicPr>
          <p:cNvPr id="10" name="Graphic 9" descr="Office worker female with solid fill">
            <a:extLst>
              <a:ext uri="{FF2B5EF4-FFF2-40B4-BE49-F238E27FC236}">
                <a16:creationId xmlns:a16="http://schemas.microsoft.com/office/drawing/2014/main" id="{FA23009B-57A3-9F25-FFB7-DD4ED95F0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8712" y="1561007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AF9D22-3FB4-1538-E2BF-EB2C63D3ECB3}"/>
              </a:ext>
            </a:extLst>
          </p:cNvPr>
          <p:cNvSpPr txBox="1"/>
          <p:nvPr/>
        </p:nvSpPr>
        <p:spPr>
          <a:xfrm>
            <a:off x="9657567" y="713984"/>
            <a:ext cx="2016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000" b="1" i="1" dirty="0" err="1">
                <a:solidFill>
                  <a:schemeClr val="accent3"/>
                </a:solidFill>
              </a:rPr>
              <a:t>Employed</a:t>
            </a:r>
            <a:r>
              <a:rPr lang="fi-FI" sz="2000" b="1" i="1" dirty="0">
                <a:solidFill>
                  <a:schemeClr val="accent3"/>
                </a:solidFill>
              </a:rPr>
              <a:t> at 35</a:t>
            </a:r>
            <a:endParaRPr lang="fr-FR" sz="2000" b="1" i="1" dirty="0">
              <a:solidFill>
                <a:schemeClr val="accent3"/>
              </a:solidFill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D99EE47A-6311-879A-BBA8-2D6EEA482892}"/>
              </a:ext>
            </a:extLst>
          </p:cNvPr>
          <p:cNvSpPr/>
          <p:nvPr/>
        </p:nvSpPr>
        <p:spPr>
          <a:xfrm>
            <a:off x="1054586" y="1789607"/>
            <a:ext cx="8730641" cy="457200"/>
          </a:xfrm>
          <a:prstGeom prst="homePlat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/>
              <a:t>Stable</a:t>
            </a:r>
            <a:r>
              <a:rPr lang="fi-FI" dirty="0"/>
              <a:t> </a:t>
            </a:r>
            <a:r>
              <a:rPr lang="fi-FI" dirty="0" err="1"/>
              <a:t>employment</a:t>
            </a:r>
            <a:r>
              <a:rPr lang="fi-FI" dirty="0"/>
              <a:t> </a:t>
            </a:r>
            <a:r>
              <a:rPr lang="fi-FI" dirty="0" err="1"/>
              <a:t>since</a:t>
            </a:r>
            <a:r>
              <a:rPr lang="fi-FI" dirty="0"/>
              <a:t> </a:t>
            </a:r>
            <a:r>
              <a:rPr lang="fi-FI" dirty="0" err="1"/>
              <a:t>age</a:t>
            </a:r>
            <a:r>
              <a:rPr lang="fi-FI" dirty="0"/>
              <a:t> 20</a:t>
            </a:r>
            <a:endParaRPr lang="fr-FR" dirty="0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8DE67021-B3AA-1E68-8445-0FBDE7C7BEF7}"/>
              </a:ext>
            </a:extLst>
          </p:cNvPr>
          <p:cNvSpPr/>
          <p:nvPr/>
        </p:nvSpPr>
        <p:spPr>
          <a:xfrm>
            <a:off x="1054586" y="2971800"/>
            <a:ext cx="8730641" cy="457200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Care and </a:t>
            </a:r>
            <a:r>
              <a:rPr lang="fi-FI" dirty="0" err="1"/>
              <a:t>family</a:t>
            </a:r>
            <a:r>
              <a:rPr lang="fi-FI" dirty="0"/>
              <a:t> </a:t>
            </a:r>
            <a:r>
              <a:rPr lang="fi-FI" dirty="0" err="1"/>
              <a:t>interruption</a:t>
            </a:r>
            <a:endParaRPr lang="fr-FR" dirty="0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3D91F59E-1972-0DCF-468C-084A3014FC94}"/>
              </a:ext>
            </a:extLst>
          </p:cNvPr>
          <p:cNvSpPr/>
          <p:nvPr/>
        </p:nvSpPr>
        <p:spPr>
          <a:xfrm>
            <a:off x="1054586" y="4366725"/>
            <a:ext cx="8730641" cy="457200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>
                <a:solidFill>
                  <a:sysClr val="windowText" lastClr="000000"/>
                </a:solidFill>
              </a:rPr>
              <a:t>Unemployment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E2EE39EE-E19A-7AAD-BA5D-BF6D3112A566}"/>
              </a:ext>
            </a:extLst>
          </p:cNvPr>
          <p:cNvSpPr/>
          <p:nvPr/>
        </p:nvSpPr>
        <p:spPr>
          <a:xfrm>
            <a:off x="1054586" y="5546382"/>
            <a:ext cx="8730641" cy="457200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/>
              <a:t>Repeated</a:t>
            </a:r>
            <a:r>
              <a:rPr lang="fi-FI" dirty="0"/>
              <a:t> </a:t>
            </a:r>
            <a:r>
              <a:rPr lang="fi-FI" dirty="0" err="1"/>
              <a:t>unstable</a:t>
            </a:r>
            <a:r>
              <a:rPr lang="fi-FI" dirty="0"/>
              <a:t> </a:t>
            </a:r>
            <a:r>
              <a:rPr lang="fi-FI" dirty="0" err="1"/>
              <a:t>jobs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0365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DE53C-157E-1364-0184-90D179B0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4EDDA-1176-2761-658F-D4A944B47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742" y="119139"/>
            <a:ext cx="10515600" cy="1325563"/>
          </a:xfrm>
        </p:spPr>
        <p:txBody>
          <a:bodyPr/>
          <a:lstStyle/>
          <a:p>
            <a:r>
              <a:rPr lang="fi-FI"/>
              <a:t>Sequence analysis: a first puzzle</a:t>
            </a:r>
            <a:endParaRPr lang="fr-FR" dirty="0"/>
          </a:p>
        </p:txBody>
      </p:sp>
      <p:pic>
        <p:nvPicPr>
          <p:cNvPr id="5" name="Graphic 4" descr="Office worker male with solid fill">
            <a:extLst>
              <a:ext uri="{FF2B5EF4-FFF2-40B4-BE49-F238E27FC236}">
                <a16:creationId xmlns:a16="http://schemas.microsoft.com/office/drawing/2014/main" id="{182CD1D1-4E57-CC27-85AB-8E9604DE58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3014" y="3942568"/>
            <a:ext cx="914400" cy="914400"/>
          </a:xfrm>
          <a:prstGeom prst="rect">
            <a:avLst/>
          </a:prstGeom>
        </p:spPr>
      </p:pic>
      <p:pic>
        <p:nvPicPr>
          <p:cNvPr id="7" name="Graphic 6" descr="Office worker female with solid fill">
            <a:extLst>
              <a:ext uri="{FF2B5EF4-FFF2-40B4-BE49-F238E27FC236}">
                <a16:creationId xmlns:a16="http://schemas.microsoft.com/office/drawing/2014/main" id="{83F096D7-EFF5-0A83-DDF2-908E7BC9BA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3014" y="5317782"/>
            <a:ext cx="914400" cy="914400"/>
          </a:xfrm>
          <a:prstGeom prst="rect">
            <a:avLst/>
          </a:prstGeom>
        </p:spPr>
      </p:pic>
      <p:pic>
        <p:nvPicPr>
          <p:cNvPr id="8" name="Graphic 7" descr="Office worker male with solid fill">
            <a:extLst>
              <a:ext uri="{FF2B5EF4-FFF2-40B4-BE49-F238E27FC236}">
                <a16:creationId xmlns:a16="http://schemas.microsoft.com/office/drawing/2014/main" id="{408EF161-8F2E-B0DA-ABCE-F20E423B7A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3014" y="1445028"/>
            <a:ext cx="914400" cy="914400"/>
          </a:xfrm>
          <a:prstGeom prst="rect">
            <a:avLst/>
          </a:prstGeom>
        </p:spPr>
      </p:pic>
      <p:pic>
        <p:nvPicPr>
          <p:cNvPr id="10" name="Graphic 9" descr="Office worker female with solid fill">
            <a:extLst>
              <a:ext uri="{FF2B5EF4-FFF2-40B4-BE49-F238E27FC236}">
                <a16:creationId xmlns:a16="http://schemas.microsoft.com/office/drawing/2014/main" id="{0D492015-CC32-9A8A-B0BB-67A4BD0159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3014" y="2718305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DF1E4C-3D5D-A2BF-4CA4-E5E27904A7BD}"/>
              </a:ext>
            </a:extLst>
          </p:cNvPr>
          <p:cNvSpPr txBox="1"/>
          <p:nvPr/>
        </p:nvSpPr>
        <p:spPr>
          <a:xfrm>
            <a:off x="9657567" y="713984"/>
            <a:ext cx="2016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000" b="1" i="1" dirty="0" err="1">
                <a:solidFill>
                  <a:schemeClr val="accent3"/>
                </a:solidFill>
              </a:rPr>
              <a:t>Employed</a:t>
            </a:r>
            <a:r>
              <a:rPr lang="fi-FI" sz="2000" b="1" i="1" dirty="0">
                <a:solidFill>
                  <a:schemeClr val="accent3"/>
                </a:solidFill>
              </a:rPr>
              <a:t> at 35</a:t>
            </a:r>
            <a:endParaRPr lang="fr-FR" sz="2000" b="1" i="1" dirty="0">
              <a:solidFill>
                <a:schemeClr val="accent3"/>
              </a:solidFill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2AC4B16-7641-FCBF-E4B7-2AB38EC54F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61730"/>
              </p:ext>
            </p:extLst>
          </p:nvPr>
        </p:nvGraphicFramePr>
        <p:xfrm>
          <a:off x="828261" y="3021496"/>
          <a:ext cx="8544339" cy="3689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0F96D3-84B8-068D-376A-A01A13577A04}"/>
              </a:ext>
            </a:extLst>
          </p:cNvPr>
          <p:cNvSpPr txBox="1"/>
          <p:nvPr/>
        </p:nvSpPr>
        <p:spPr>
          <a:xfrm>
            <a:off x="828261" y="1478373"/>
            <a:ext cx="83712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If our dataset contains only employment status at age 35, what disappears?</a:t>
            </a:r>
          </a:p>
        </p:txBody>
      </p:sp>
    </p:spTree>
    <p:extLst>
      <p:ext uri="{BB962C8B-B14F-4D97-AF65-F5344CB8AC3E}">
        <p14:creationId xmlns:p14="http://schemas.microsoft.com/office/powerpoint/2010/main" val="3543327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84321-4521-F3B9-EBAD-7F31D4A60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5400" kern="1200" dirty="0">
                <a:latin typeface="+mj-lt"/>
                <a:ea typeface="+mj-ea"/>
                <a:cs typeface="+mj-cs"/>
              </a:rPr>
              <a:t>Reason to use </a:t>
            </a:r>
            <a:r>
              <a:rPr lang="en-US" sz="5400" kern="1200" dirty="0" err="1">
                <a:latin typeface="+mj-lt"/>
                <a:ea typeface="+mj-ea"/>
                <a:cs typeface="+mj-cs"/>
              </a:rPr>
              <a:t>SAn</a:t>
            </a:r>
            <a:r>
              <a:rPr lang="en-US" sz="5400" kern="1200" dirty="0">
                <a:latin typeface="+mj-lt"/>
                <a:ea typeface="+mj-ea"/>
                <a:cs typeface="+mj-cs"/>
              </a:rPr>
              <a:t> #1</a:t>
            </a:r>
            <a:br>
              <a:rPr lang="en-US" sz="5400" kern="1200" dirty="0">
                <a:latin typeface="+mj-lt"/>
                <a:ea typeface="+mj-ea"/>
                <a:cs typeface="+mj-cs"/>
              </a:rPr>
            </a:br>
            <a:r>
              <a:rPr lang="en-US" sz="4200" kern="1200" dirty="0">
                <a:latin typeface="+mj-lt"/>
                <a:ea typeface="+mj-ea"/>
                <a:cs typeface="+mj-cs"/>
              </a:rPr>
              <a:t>I</a:t>
            </a:r>
            <a:r>
              <a:rPr lang="en-US" sz="4200" dirty="0"/>
              <a:t>t brings personal history into the analysis</a:t>
            </a:r>
            <a:endParaRPr lang="en-US" sz="5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CB60B-6294-BFA9-D1C2-07C6D5775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200" kern="1200" dirty="0">
              <a:latin typeface="+mn-lt"/>
              <a:ea typeface="+mn-ea"/>
              <a:cs typeface="+mn-cs"/>
            </a:endParaRPr>
          </a:p>
          <a:p>
            <a:r>
              <a:rPr lang="en-US" sz="2200" kern="1200" dirty="0">
                <a:latin typeface="+mn-lt"/>
                <a:ea typeface="+mn-ea"/>
                <a:cs typeface="+mn-cs"/>
              </a:rPr>
              <a:t>We observe how states develop over time.</a:t>
            </a:r>
          </a:p>
          <a:p>
            <a:r>
              <a:rPr lang="en-US" sz="2200" kern="1200" dirty="0">
                <a:latin typeface="+mn-lt"/>
                <a:ea typeface="+mn-ea"/>
                <a:cs typeface="+mn-cs"/>
              </a:rPr>
              <a:t>We retain information about timing, duration and interruptions.</a:t>
            </a:r>
          </a:p>
          <a:p>
            <a:r>
              <a:rPr lang="en-US" sz="2200" kern="1200" dirty="0">
                <a:latin typeface="+mn-lt"/>
                <a:ea typeface="+mn-ea"/>
                <a:cs typeface="+mn-cs"/>
              </a:rPr>
              <a:t>Past experiences can be related to later outcomes.</a:t>
            </a:r>
          </a:p>
          <a:p>
            <a:endParaRPr lang="en-US" sz="22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693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958C3-EA4D-3946-068D-EF2F5CE5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Example</a:t>
            </a:r>
            <a:r>
              <a:rPr lang="fi-FI" dirty="0"/>
              <a:t> 1: </a:t>
            </a:r>
            <a:r>
              <a:rPr lang="fi-FI" dirty="0" err="1"/>
              <a:t>school</a:t>
            </a:r>
            <a:r>
              <a:rPr lang="fi-FI" dirty="0"/>
              <a:t> to </a:t>
            </a:r>
            <a:r>
              <a:rPr lang="fi-FI" dirty="0" err="1"/>
              <a:t>work</a:t>
            </a:r>
            <a:r>
              <a:rPr lang="fi-FI" dirty="0"/>
              <a:t> </a:t>
            </a:r>
            <a:r>
              <a:rPr lang="fi-FI" dirty="0" err="1"/>
              <a:t>transitions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0C322-8C89-5B78-B501-CD70E3C8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To </a:t>
            </a:r>
            <a:r>
              <a:rPr lang="fi-FI" dirty="0" err="1"/>
              <a:t>complete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>
                <a:hlinkClick r:id="rId2"/>
              </a:rPr>
              <a:t>https://academic.oup.com/esr/article-abstract/23/4/409/479592</a:t>
            </a:r>
            <a:endParaRPr lang="fi-FI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0780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DFF7-BBC5-30EF-DBB4-B3E9374E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Example</a:t>
            </a:r>
            <a:r>
              <a:rPr lang="fi-FI" dirty="0"/>
              <a:t> 2: </a:t>
            </a:r>
            <a:r>
              <a:rPr lang="fi-FI" dirty="0" err="1"/>
              <a:t>family</a:t>
            </a:r>
            <a:r>
              <a:rPr lang="fi-FI" dirty="0"/>
              <a:t> </a:t>
            </a:r>
            <a:r>
              <a:rPr lang="fi-FI" dirty="0" err="1"/>
              <a:t>formation</a:t>
            </a:r>
            <a:r>
              <a:rPr lang="fi-FI" dirty="0"/>
              <a:t> </a:t>
            </a:r>
            <a:r>
              <a:rPr lang="fi-FI" dirty="0" err="1"/>
              <a:t>trajectories</a:t>
            </a:r>
            <a:endParaRPr lang="fr-F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3F5001-4ED8-4EE9-554D-FB2E9C636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790" y="1910513"/>
            <a:ext cx="10515600" cy="4745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8C2B46-C8BB-121E-BC46-503B1D92D3B4}"/>
              </a:ext>
            </a:extLst>
          </p:cNvPr>
          <p:cNvSpPr txBox="1"/>
          <p:nvPr/>
        </p:nvSpPr>
        <p:spPr>
          <a:xfrm>
            <a:off x="1183709" y="1506022"/>
            <a:ext cx="982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Fig.2 </a:t>
            </a:r>
            <a:r>
              <a:rPr lang="fi-FI" dirty="0" err="1"/>
              <a:t>Distribution</a:t>
            </a:r>
            <a:r>
              <a:rPr lang="fi-FI" dirty="0"/>
              <a:t> of </a:t>
            </a:r>
            <a:r>
              <a:rPr lang="fi-FI" dirty="0" err="1"/>
              <a:t>family</a:t>
            </a:r>
            <a:r>
              <a:rPr lang="fi-FI" dirty="0"/>
              <a:t> </a:t>
            </a:r>
            <a:r>
              <a:rPr lang="fi-FI" dirty="0" err="1"/>
              <a:t>states</a:t>
            </a:r>
            <a:r>
              <a:rPr lang="fi-FI" dirty="0"/>
              <a:t>, </a:t>
            </a:r>
            <a:r>
              <a:rPr lang="fi-FI" dirty="0" err="1"/>
              <a:t>women</a:t>
            </a:r>
            <a:r>
              <a:rPr lang="fi-FI" dirty="0"/>
              <a:t> </a:t>
            </a:r>
            <a:r>
              <a:rPr lang="fi-FI" dirty="0" err="1"/>
              <a:t>aged</a:t>
            </a:r>
            <a:r>
              <a:rPr lang="fi-FI" dirty="0"/>
              <a:t> 15-30, </a:t>
            </a:r>
            <a:r>
              <a:rPr lang="fi-FI" dirty="0" err="1"/>
              <a:t>weighted</a:t>
            </a:r>
            <a:r>
              <a:rPr lang="fi-FI" dirty="0"/>
              <a:t> </a:t>
            </a:r>
            <a:r>
              <a:rPr lang="fi-FI" dirty="0" err="1"/>
              <a:t>frequencies</a:t>
            </a:r>
            <a:r>
              <a:rPr lang="fi-FI" dirty="0"/>
              <a:t>. </a:t>
            </a:r>
            <a:r>
              <a:rPr lang="fi-FI" dirty="0" err="1"/>
              <a:t>From</a:t>
            </a:r>
            <a:r>
              <a:rPr lang="fi-FI" dirty="0"/>
              <a:t>  </a:t>
            </a:r>
            <a:r>
              <a:rPr lang="fi-FI" dirty="0" err="1"/>
              <a:t>Barban</a:t>
            </a:r>
            <a:r>
              <a:rPr lang="fi-FI" dirty="0"/>
              <a:t> (2013)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1565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D22A-0DEA-0D26-B09B-40C8A8E36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Example</a:t>
            </a:r>
            <a:r>
              <a:rPr lang="fi-FI" dirty="0"/>
              <a:t> 3: </a:t>
            </a:r>
            <a:r>
              <a:rPr lang="en-US" dirty="0"/>
              <a:t>transition to adulthood? Health? work-family trajectories?</a:t>
            </a:r>
            <a:endParaRPr lang="fr-FR" dirty="0"/>
          </a:p>
        </p:txBody>
      </p:sp>
      <p:pic>
        <p:nvPicPr>
          <p:cNvPr id="5" name="Content Placeholder 4" descr="A bar graph with numbers and a number of objects&#10;&#10;AI-generated content may be incorrect.">
            <a:extLst>
              <a:ext uri="{FF2B5EF4-FFF2-40B4-BE49-F238E27FC236}">
                <a16:creationId xmlns:a16="http://schemas.microsoft.com/office/drawing/2014/main" id="{18BB74BF-CE7B-B0E6-0571-46E94E52F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908" y="1690688"/>
            <a:ext cx="7318025" cy="487205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F19F9D-02D6-8DFF-A017-D830336451DB}"/>
              </a:ext>
            </a:extLst>
          </p:cNvPr>
          <p:cNvSpPr txBox="1"/>
          <p:nvPr/>
        </p:nvSpPr>
        <p:spPr>
          <a:xfrm>
            <a:off x="316588" y="1881803"/>
            <a:ext cx="4365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Fig.2 </a:t>
            </a:r>
            <a:r>
              <a:rPr lang="en-US" dirty="0"/>
              <a:t>Modal plot of the ten housing careers (proportion of respondents) (N = 7505). </a:t>
            </a:r>
            <a:r>
              <a:rPr lang="fi-FI" dirty="0" err="1"/>
              <a:t>From</a:t>
            </a:r>
            <a:r>
              <a:rPr lang="fi-FI" dirty="0"/>
              <a:t>  </a:t>
            </a:r>
            <a:r>
              <a:rPr lang="fi-FI" dirty="0" err="1"/>
              <a:t>Vanhoutte</a:t>
            </a:r>
            <a:r>
              <a:rPr lang="fi-FI" dirty="0"/>
              <a:t> et al. (2017)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7358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9C1E26-E8EE-B89D-857E-695306FF3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BE415-BE19-42D9-FEDE-D66118728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kern="1200" dirty="0">
                <a:latin typeface="+mj-lt"/>
                <a:ea typeface="+mj-ea"/>
                <a:cs typeface="+mj-cs"/>
              </a:rPr>
              <a:t>Reason to use </a:t>
            </a:r>
            <a:r>
              <a:rPr lang="en-US" sz="4900" kern="1200" dirty="0" err="1">
                <a:latin typeface="+mj-lt"/>
                <a:ea typeface="+mj-ea"/>
                <a:cs typeface="+mj-cs"/>
              </a:rPr>
              <a:t>SAn</a:t>
            </a:r>
            <a:r>
              <a:rPr lang="en-US" sz="4900" kern="1200" dirty="0">
                <a:latin typeface="+mj-lt"/>
                <a:ea typeface="+mj-ea"/>
                <a:cs typeface="+mj-cs"/>
              </a:rPr>
              <a:t> #</a:t>
            </a:r>
            <a:r>
              <a:rPr lang="en-US" sz="4900" dirty="0"/>
              <a:t>2</a:t>
            </a:r>
            <a:br>
              <a:rPr lang="en-US" sz="3400" kern="1200" dirty="0">
                <a:latin typeface="+mj-lt"/>
                <a:ea typeface="+mj-ea"/>
                <a:cs typeface="+mj-cs"/>
              </a:rPr>
            </a:br>
            <a:r>
              <a:rPr lang="en-US" sz="3400" dirty="0"/>
              <a:t>Events are moments; trajectories contain a before and an after</a:t>
            </a:r>
            <a:endParaRPr lang="en-US" sz="3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8124CB-B162-4956-1A0D-35887EE1C0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21657"/>
              </p:ext>
            </p:extLst>
          </p:nvPr>
        </p:nvGraphicFramePr>
        <p:xfrm>
          <a:off x="646707" y="2006114"/>
          <a:ext cx="10972800" cy="4180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2780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C9D8-1699-9D2B-5A31-7C2ED461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What</a:t>
            </a:r>
            <a:r>
              <a:rPr lang="fi-FI" dirty="0"/>
              <a:t> life-</a:t>
            </a:r>
            <a:r>
              <a:rPr lang="fi-FI" dirty="0" err="1"/>
              <a:t>course</a:t>
            </a:r>
            <a:r>
              <a:rPr lang="fi-FI" dirty="0"/>
              <a:t> </a:t>
            </a:r>
            <a:r>
              <a:rPr lang="fi-FI" dirty="0" err="1"/>
              <a:t>research</a:t>
            </a:r>
            <a:r>
              <a:rPr lang="fi-FI" dirty="0"/>
              <a:t> </a:t>
            </a:r>
            <a:r>
              <a:rPr lang="fi-FI" dirty="0" err="1"/>
              <a:t>cares</a:t>
            </a:r>
            <a:r>
              <a:rPr lang="fi-FI" dirty="0"/>
              <a:t> </a:t>
            </a:r>
            <a:r>
              <a:rPr lang="fi-FI" dirty="0" err="1"/>
              <a:t>about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9B2281-310C-31B1-98E0-D5DA97C2B2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26908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6404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8CD2A-B02E-937A-1F4C-413F84F77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AD6CA4-84B9-A8E8-2DA8-3A6A96E3D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4900" kern="1200" dirty="0">
                <a:latin typeface="+mj-lt"/>
                <a:ea typeface="+mj-ea"/>
                <a:cs typeface="+mj-cs"/>
              </a:rPr>
              <a:t>Reason to use </a:t>
            </a:r>
            <a:r>
              <a:rPr lang="en-US" sz="4900" kern="1200" dirty="0" err="1">
                <a:latin typeface="+mj-lt"/>
                <a:ea typeface="+mj-ea"/>
                <a:cs typeface="+mj-cs"/>
              </a:rPr>
              <a:t>SAn</a:t>
            </a:r>
            <a:r>
              <a:rPr lang="en-US" sz="4900" kern="1200" dirty="0">
                <a:latin typeface="+mj-lt"/>
                <a:ea typeface="+mj-ea"/>
                <a:cs typeface="+mj-cs"/>
              </a:rPr>
              <a:t> #3</a:t>
            </a:r>
            <a:br>
              <a:rPr lang="en-US" sz="4200" kern="1200" dirty="0">
                <a:latin typeface="+mj-lt"/>
                <a:ea typeface="+mj-ea"/>
                <a:cs typeface="+mj-cs"/>
              </a:rPr>
            </a:br>
            <a:r>
              <a:rPr lang="en-US" sz="4200" dirty="0"/>
              <a:t>Time can influence outcomes in different ways</a:t>
            </a:r>
            <a:endParaRPr lang="en-US" sz="42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D9348E4-C705-6368-6B23-1C7B1B5684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838590"/>
              </p:ext>
            </p:extLst>
          </p:nvPr>
        </p:nvGraphicFramePr>
        <p:xfrm>
          <a:off x="1486250" y="2228087"/>
          <a:ext cx="9219501" cy="3948878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3015807">
                  <a:extLst>
                    <a:ext uri="{9D8B030D-6E8A-4147-A177-3AD203B41FA5}">
                      <a16:colId xmlns:a16="http://schemas.microsoft.com/office/drawing/2014/main" val="2552515014"/>
                    </a:ext>
                  </a:extLst>
                </a:gridCol>
                <a:gridCol w="3453827">
                  <a:extLst>
                    <a:ext uri="{9D8B030D-6E8A-4147-A177-3AD203B41FA5}">
                      <a16:colId xmlns:a16="http://schemas.microsoft.com/office/drawing/2014/main" val="4248123134"/>
                    </a:ext>
                  </a:extLst>
                </a:gridCol>
                <a:gridCol w="2749867">
                  <a:extLst>
                    <a:ext uri="{9D8B030D-6E8A-4147-A177-3AD203B41FA5}">
                      <a16:colId xmlns:a16="http://schemas.microsoft.com/office/drawing/2014/main" val="3727844462"/>
                    </a:ext>
                  </a:extLst>
                </a:gridCol>
              </a:tblGrid>
              <a:tr h="952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b="1" u="sng"/>
                        <a:t>Life-course mechanism</a:t>
                      </a:r>
                    </a:p>
                  </a:txBody>
                  <a:tcPr marL="81210" marR="81210" marT="40606" marB="40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b="1" u="sng"/>
                        <a:t>Sequence feature</a:t>
                      </a:r>
                    </a:p>
                  </a:txBody>
                  <a:tcPr marL="81210" marR="81210" marT="40606" marB="40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b="1" u="sng"/>
                        <a:t>Question</a:t>
                      </a:r>
                    </a:p>
                  </a:txBody>
                  <a:tcPr marL="81210" marR="81210" marT="40606" marB="40606" anchor="ctr"/>
                </a:tc>
                <a:extLst>
                  <a:ext uri="{0D108BD9-81ED-4DB2-BD59-A6C34878D82A}">
                    <a16:rowId xmlns:a16="http://schemas.microsoft.com/office/drawing/2014/main" val="1184120030"/>
                  </a:ext>
                </a:extLst>
              </a:tr>
              <a:tr h="464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/>
                        <a:t>Accumulation</a:t>
                      </a:r>
                      <a:endParaRPr lang="fr-FR" sz="2200"/>
                    </a:p>
                  </a:txBody>
                  <a:tcPr marL="81210" marR="81210" marT="40606" marB="40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Total duration</a:t>
                      </a:r>
                    </a:p>
                  </a:txBody>
                  <a:tcPr marL="81210" marR="81210" marT="40606" marB="40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How long?</a:t>
                      </a:r>
                    </a:p>
                  </a:txBody>
                  <a:tcPr marL="81210" marR="81210" marT="40606" marB="40606" anchor="ctr"/>
                </a:tc>
                <a:extLst>
                  <a:ext uri="{0D108BD9-81ED-4DB2-BD59-A6C34878D82A}">
                    <a16:rowId xmlns:a16="http://schemas.microsoft.com/office/drawing/2014/main" val="2751877860"/>
                  </a:ext>
                </a:extLst>
              </a:tr>
              <a:tr h="802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/>
                        <a:t>Critical or sensitive period</a:t>
                      </a:r>
                      <a:endParaRPr lang="fr-FR" sz="2200"/>
                    </a:p>
                  </a:txBody>
                  <a:tcPr marL="81210" marR="81210" marT="40606" marB="40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Timing</a:t>
                      </a:r>
                    </a:p>
                  </a:txBody>
                  <a:tcPr marL="81210" marR="81210" marT="40606" marB="40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When?</a:t>
                      </a:r>
                    </a:p>
                  </a:txBody>
                  <a:tcPr marL="81210" marR="81210" marT="40606" marB="40606" anchor="ctr"/>
                </a:tc>
                <a:extLst>
                  <a:ext uri="{0D108BD9-81ED-4DB2-BD59-A6C34878D82A}">
                    <a16:rowId xmlns:a16="http://schemas.microsoft.com/office/drawing/2014/main" val="2385829386"/>
                  </a:ext>
                </a:extLst>
              </a:tr>
              <a:tr h="464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/>
                        <a:t>Mobility or direction</a:t>
                      </a:r>
                      <a:endParaRPr lang="fr-FR" sz="2200"/>
                    </a:p>
                  </a:txBody>
                  <a:tcPr marL="81210" marR="81210" marT="40606" marB="40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Order of states</a:t>
                      </a:r>
                    </a:p>
                  </a:txBody>
                  <a:tcPr marL="81210" marR="81210" marT="40606" marB="40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In which direction?</a:t>
                      </a:r>
                    </a:p>
                  </a:txBody>
                  <a:tcPr marL="81210" marR="81210" marT="40606" marB="40606" anchor="ctr"/>
                </a:tc>
                <a:extLst>
                  <a:ext uri="{0D108BD9-81ED-4DB2-BD59-A6C34878D82A}">
                    <a16:rowId xmlns:a16="http://schemas.microsoft.com/office/drawing/2014/main" val="1334243381"/>
                  </a:ext>
                </a:extLst>
              </a:tr>
              <a:tr h="464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/>
                        <a:t>Chain of risk</a:t>
                      </a:r>
                      <a:endParaRPr lang="fr-FR" sz="2200"/>
                    </a:p>
                  </a:txBody>
                  <a:tcPr marL="81210" marR="81210" marT="40606" marB="40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Ordered succession</a:t>
                      </a:r>
                    </a:p>
                  </a:txBody>
                  <a:tcPr marL="81210" marR="81210" marT="40606" marB="40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What follows what?</a:t>
                      </a:r>
                    </a:p>
                  </a:txBody>
                  <a:tcPr marL="81210" marR="81210" marT="40606" marB="40606" anchor="ctr"/>
                </a:tc>
                <a:extLst>
                  <a:ext uri="{0D108BD9-81ED-4DB2-BD59-A6C34878D82A}">
                    <a16:rowId xmlns:a16="http://schemas.microsoft.com/office/drawing/2014/main" val="2345517731"/>
                  </a:ext>
                </a:extLst>
              </a:tr>
              <a:tr h="802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/>
                        <a:t>Instability</a:t>
                      </a:r>
                      <a:endParaRPr lang="fr-FR" sz="2200"/>
                    </a:p>
                  </a:txBody>
                  <a:tcPr marL="81210" marR="81210" marT="40606" marB="40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Repeated transitions and short spells</a:t>
                      </a:r>
                    </a:p>
                  </a:txBody>
                  <a:tcPr marL="81210" marR="81210" marT="40606" marB="40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How fragmented?</a:t>
                      </a:r>
                    </a:p>
                  </a:txBody>
                  <a:tcPr marL="81210" marR="81210" marT="40606" marB="40606" anchor="ctr"/>
                </a:tc>
                <a:extLst>
                  <a:ext uri="{0D108BD9-81ED-4DB2-BD59-A6C34878D82A}">
                    <a16:rowId xmlns:a16="http://schemas.microsoft.com/office/drawing/2014/main" val="2570603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312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ED983-649B-5DC2-44D1-47EAC31B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Different</a:t>
            </a:r>
            <a:r>
              <a:rPr lang="fi-FI" dirty="0"/>
              <a:t> </a:t>
            </a:r>
            <a:r>
              <a:rPr lang="fi-FI" dirty="0" err="1"/>
              <a:t>types</a:t>
            </a:r>
            <a:r>
              <a:rPr lang="fi-FI" dirty="0"/>
              <a:t> of </a:t>
            </a:r>
            <a:r>
              <a:rPr lang="fi-FI" dirty="0" err="1"/>
              <a:t>sequences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506DE-94AD-B9B3-3522-B37BA8F81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 </a:t>
            </a:r>
          </a:p>
          <a:p>
            <a:r>
              <a:rPr lang="fr-FR" dirty="0"/>
              <a:t>B </a:t>
            </a:r>
          </a:p>
          <a:p>
            <a:r>
              <a:rPr lang="fr-FR" dirty="0"/>
              <a:t>C </a:t>
            </a:r>
          </a:p>
          <a:p>
            <a:r>
              <a:rPr lang="fr-FR" dirty="0"/>
              <a:t>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182914-5178-0767-6C15-9056197AB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047332"/>
              </p:ext>
            </p:extLst>
          </p:nvPr>
        </p:nvGraphicFramePr>
        <p:xfrm>
          <a:off x="1644373" y="1855442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7FA4DF-20B8-B8CD-F992-9ACF4FCE1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168849"/>
              </p:ext>
            </p:extLst>
          </p:nvPr>
        </p:nvGraphicFramePr>
        <p:xfrm>
          <a:off x="1644373" y="2361219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A8317E-B2D3-0E16-E38D-0B5E19580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646851"/>
              </p:ext>
            </p:extLst>
          </p:nvPr>
        </p:nvGraphicFramePr>
        <p:xfrm>
          <a:off x="1644373" y="2866996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C93D470-45EA-B3A5-1186-0D6BAB590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753293"/>
              </p:ext>
            </p:extLst>
          </p:nvPr>
        </p:nvGraphicFramePr>
        <p:xfrm>
          <a:off x="1644373" y="3393770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F9699C7-80B6-86D3-B67D-3E9360B9DFBE}"/>
              </a:ext>
            </a:extLst>
          </p:cNvPr>
          <p:cNvSpPr txBox="1"/>
          <p:nvPr/>
        </p:nvSpPr>
        <p:spPr>
          <a:xfrm>
            <a:off x="1858617" y="1471202"/>
            <a:ext cx="240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err="1">
                <a:solidFill>
                  <a:schemeClr val="accent3"/>
                </a:solidFill>
              </a:rPr>
              <a:t>Employed</a:t>
            </a:r>
            <a:endParaRPr lang="fr-FR" b="1" dirty="0">
              <a:solidFill>
                <a:schemeClr val="accent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14B01A-44B8-7FEE-AF65-E44704CBA388}"/>
              </a:ext>
            </a:extLst>
          </p:cNvPr>
          <p:cNvSpPr txBox="1"/>
          <p:nvPr/>
        </p:nvSpPr>
        <p:spPr>
          <a:xfrm>
            <a:off x="5638800" y="1471202"/>
            <a:ext cx="240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err="1">
                <a:solidFill>
                  <a:schemeClr val="accent1">
                    <a:lumMod val="75000"/>
                  </a:schemeClr>
                </a:solidFill>
              </a:rPr>
              <a:t>Unemployed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30632C-2A2E-D07C-CE6B-041ABCC135DB}"/>
              </a:ext>
            </a:extLst>
          </p:cNvPr>
          <p:cNvSpPr txBox="1"/>
          <p:nvPr/>
        </p:nvSpPr>
        <p:spPr>
          <a:xfrm>
            <a:off x="10316817" y="2101862"/>
            <a:ext cx="69330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STABLE</a:t>
            </a:r>
          </a:p>
          <a:p>
            <a:r>
              <a:rPr lang="fi-FI" dirty="0"/>
              <a:t>UNSTABLE?</a:t>
            </a:r>
          </a:p>
          <a:p>
            <a:r>
              <a:rPr lang="fi-FI" dirty="0"/>
              <a:t>DOWNWARD?</a:t>
            </a:r>
          </a:p>
          <a:p>
            <a:r>
              <a:rPr lang="fi-FI" dirty="0"/>
              <a:t>UPWARD?</a:t>
            </a:r>
          </a:p>
          <a:p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70F25C-CF26-A2D5-47CB-495B87A83265}"/>
              </a:ext>
            </a:extLst>
          </p:cNvPr>
          <p:cNvSpPr txBox="1"/>
          <p:nvPr/>
        </p:nvSpPr>
        <p:spPr>
          <a:xfrm>
            <a:off x="1782418" y="4786120"/>
            <a:ext cx="927983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Duration alone cannot capture timing, order and fragmentation.</a:t>
            </a:r>
            <a:endParaRPr lang="fr-FR" sz="2500" dirty="0"/>
          </a:p>
        </p:txBody>
      </p:sp>
    </p:spTree>
    <p:extLst>
      <p:ext uri="{BB962C8B-B14F-4D97-AF65-F5344CB8AC3E}">
        <p14:creationId xmlns:p14="http://schemas.microsoft.com/office/powerpoint/2010/main" val="2840439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EA92-7FB3-0A82-F0DB-21313F5C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these figures reveal that a regression table does not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82B5E6-9A2D-CF6A-11C0-152694F621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6624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D36D-5420-5C62-F5C0-874C2783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What</a:t>
            </a:r>
            <a:r>
              <a:rPr lang="fi-FI" dirty="0"/>
              <a:t> is </a:t>
            </a:r>
            <a:r>
              <a:rPr lang="fi-FI" dirty="0" err="1"/>
              <a:t>Sequence</a:t>
            </a:r>
            <a:r>
              <a:rPr lang="fi-FI" dirty="0"/>
              <a:t> Analysis? (SA)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F8F12-50CA-B903-7709-04692CE64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/>
              <a:t>A </a:t>
            </a:r>
            <a:r>
              <a:rPr lang="fi-FI" dirty="0" err="1"/>
              <a:t>history</a:t>
            </a:r>
            <a:r>
              <a:rPr lang="fi-FI" dirty="0"/>
              <a:t> </a:t>
            </a:r>
            <a:r>
              <a:rPr lang="fi-FI" dirty="0" err="1"/>
              <a:t>anchored</a:t>
            </a:r>
            <a:r>
              <a:rPr lang="fi-FI" dirty="0"/>
              <a:t> in </a:t>
            </a:r>
            <a:r>
              <a:rPr lang="fi-FI" dirty="0" err="1"/>
              <a:t>biology</a:t>
            </a:r>
            <a:endParaRPr lang="fi-FI" dirty="0"/>
          </a:p>
          <a:p>
            <a:pPr lvl="1"/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biological</a:t>
            </a:r>
            <a:r>
              <a:rPr lang="fi-FI" dirty="0"/>
              <a:t> </a:t>
            </a:r>
            <a:r>
              <a:rPr lang="fi-FI" dirty="0" err="1"/>
              <a:t>sequences</a:t>
            </a:r>
            <a:r>
              <a:rPr lang="fi-FI" dirty="0"/>
              <a:t>…</a:t>
            </a:r>
          </a:p>
          <a:p>
            <a:pPr lvl="2"/>
            <a:r>
              <a:rPr lang="fi-FI" dirty="0"/>
              <a:t>DNA: G T A C A T G…</a:t>
            </a:r>
          </a:p>
          <a:p>
            <a:pPr lvl="1"/>
            <a:r>
              <a:rPr lang="fi-FI" dirty="0"/>
              <a:t>To </a:t>
            </a:r>
            <a:r>
              <a:rPr lang="fi-FI" dirty="0" err="1"/>
              <a:t>social</a:t>
            </a:r>
            <a:r>
              <a:rPr lang="fi-FI" dirty="0"/>
              <a:t> </a:t>
            </a:r>
            <a:r>
              <a:rPr lang="fi-FI" dirty="0" err="1"/>
              <a:t>sequences</a:t>
            </a:r>
            <a:endParaRPr lang="fi-FI" dirty="0"/>
          </a:p>
          <a:p>
            <a:pPr lvl="2"/>
            <a:r>
              <a:rPr lang="fi-FI" dirty="0" err="1"/>
              <a:t>Partnership</a:t>
            </a:r>
            <a:r>
              <a:rPr lang="fi-FI" dirty="0"/>
              <a:t>: </a:t>
            </a:r>
            <a:r>
              <a:rPr lang="fi-FI" dirty="0" err="1"/>
              <a:t>Unmarried</a:t>
            </a:r>
            <a:r>
              <a:rPr lang="fi-FI" dirty="0"/>
              <a:t>, </a:t>
            </a:r>
            <a:r>
              <a:rPr lang="fi-FI" dirty="0" err="1"/>
              <a:t>married</a:t>
            </a:r>
            <a:r>
              <a:rPr lang="fi-FI" dirty="0"/>
              <a:t>, </a:t>
            </a:r>
            <a:r>
              <a:rPr lang="fi-FI" dirty="0" err="1"/>
              <a:t>divorced</a:t>
            </a:r>
            <a:r>
              <a:rPr lang="fi-FI" dirty="0"/>
              <a:t>, </a:t>
            </a:r>
            <a:r>
              <a:rPr lang="fi-FI" dirty="0" err="1"/>
              <a:t>re-married</a:t>
            </a:r>
            <a:r>
              <a:rPr lang="fi-FI" dirty="0"/>
              <a:t>…</a:t>
            </a:r>
          </a:p>
          <a:p>
            <a:r>
              <a:rPr lang="fi-FI" dirty="0" err="1"/>
              <a:t>Sequence</a:t>
            </a:r>
            <a:r>
              <a:rPr lang="fi-FI" dirty="0"/>
              <a:t> </a:t>
            </a:r>
            <a:r>
              <a:rPr lang="fi-FI" dirty="0" err="1"/>
              <a:t>analysis</a:t>
            </a:r>
            <a:r>
              <a:rPr lang="fi-FI" dirty="0"/>
              <a:t>: </a:t>
            </a:r>
            <a:r>
              <a:rPr lang="en-US" dirty="0"/>
              <a:t>Methods to </a:t>
            </a:r>
            <a:r>
              <a:rPr lang="en-US" dirty="0" err="1"/>
              <a:t>visualise</a:t>
            </a:r>
            <a:r>
              <a:rPr lang="en-US" dirty="0"/>
              <a:t>, describe, compare and group ordered sequences.</a:t>
            </a:r>
          </a:p>
          <a:p>
            <a:pPr lvl="1"/>
            <a:r>
              <a:rPr lang="en-US" b="1" dirty="0"/>
              <a:t>1995:</a:t>
            </a:r>
            <a:r>
              <a:rPr lang="en-US" dirty="0"/>
              <a:t> Andrew Abbott, </a:t>
            </a:r>
            <a:r>
              <a:rPr lang="en-US" i="1" dirty="0"/>
              <a:t>Sequence Analysis: New Methods for Old Ideas</a:t>
            </a:r>
          </a:p>
          <a:p>
            <a:pPr lvl="1"/>
            <a:r>
              <a:rPr lang="en-US" b="1" dirty="0"/>
              <a:t>2000s onward</a:t>
            </a:r>
            <a:r>
              <a:rPr lang="en-US" dirty="0"/>
              <a:t>: expansion of life-course applications, distance measures, clustering and software</a:t>
            </a:r>
          </a:p>
          <a:p>
            <a:pPr lvl="1"/>
            <a:r>
              <a:rPr lang="en-US" b="1" dirty="0"/>
              <a:t>Today</a:t>
            </a:r>
            <a:r>
              <a:rPr lang="en-US" dirty="0"/>
              <a:t>: applications across sociology, demography, public health and other social sciences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98393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2530A-24F3-45C6-79A4-D6FCD152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From life-course data to sequences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8148D-CFA3-8491-CE6E-FB30D1448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100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3D spheres connected with a red line">
            <a:extLst>
              <a:ext uri="{FF2B5EF4-FFF2-40B4-BE49-F238E27FC236}">
                <a16:creationId xmlns:a16="http://schemas.microsoft.com/office/drawing/2014/main" id="{53AB67FF-05AD-69FB-7D7F-C5479B63D1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48" r="13763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27DAC-7544-60CA-1D34-7A7A1057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fi-FI" sz="4000"/>
              <a:t>What is a trajectory?</a:t>
            </a:r>
            <a:endParaRPr lang="fr-FR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10CE9-FC95-68F8-7664-04D287E80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i-FI" sz="2000" b="1" i="1" dirty="0" err="1"/>
              <a:t>From</a:t>
            </a:r>
            <a:r>
              <a:rPr lang="fi-FI" sz="2000" b="1" i="1" dirty="0"/>
              <a:t> </a:t>
            </a:r>
            <a:r>
              <a:rPr lang="fi-FI" sz="2000" b="1" i="1" dirty="0" err="1"/>
              <a:t>lived</a:t>
            </a:r>
            <a:r>
              <a:rPr lang="fi-FI" sz="2000" b="1" i="1" dirty="0"/>
              <a:t> </a:t>
            </a:r>
            <a:r>
              <a:rPr lang="fi-FI" sz="2000" b="1" i="1" dirty="0" err="1"/>
              <a:t>lives</a:t>
            </a:r>
            <a:r>
              <a:rPr lang="fi-FI" sz="2000" b="1" i="1" dirty="0"/>
              <a:t> to </a:t>
            </a:r>
            <a:r>
              <a:rPr lang="fi-FI" sz="2000" b="1" i="1" dirty="0" err="1"/>
              <a:t>coded</a:t>
            </a:r>
            <a:r>
              <a:rPr lang="fi-FI" sz="2000" b="1" i="1" dirty="0"/>
              <a:t> </a:t>
            </a:r>
            <a:r>
              <a:rPr lang="fi-FI" sz="2000" b="1" i="1" dirty="0" err="1"/>
              <a:t>sequences</a:t>
            </a:r>
            <a:endParaRPr lang="fi-FI" sz="2000" b="1" i="1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A trajectory is the unfolding process.</a:t>
            </a:r>
          </a:p>
          <a:p>
            <a:r>
              <a:rPr lang="en-US" sz="2000" dirty="0"/>
              <a:t>A sequence is the coded representation of that trajectory.</a:t>
            </a:r>
          </a:p>
          <a:p>
            <a:r>
              <a:rPr lang="en-US" sz="2000" dirty="0"/>
              <a:t>Sequence analysis studies the coded representation, not life itself.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651125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7BD2-A568-CF9F-7E35-65ACC631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What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sequential</a:t>
            </a:r>
            <a:r>
              <a:rPr lang="fi-FI" dirty="0"/>
              <a:t> data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0CC77-0898-60A6-5EE0-BECF7A08C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Sequential data: repeated observations whose order is preserved</a:t>
            </a:r>
            <a:endParaRPr lang="fr-F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2F0B2F-2FE6-B071-478B-ABF372B8F63C}"/>
              </a:ext>
            </a:extLst>
          </p:cNvPr>
          <p:cNvSpPr txBox="1">
            <a:spLocks/>
          </p:cNvSpPr>
          <p:nvPr/>
        </p:nvSpPr>
        <p:spPr>
          <a:xfrm>
            <a:off x="1676400" y="2740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 </a:t>
            </a:r>
          </a:p>
          <a:p>
            <a:r>
              <a:rPr lang="fr-FR" dirty="0"/>
              <a:t>B </a:t>
            </a:r>
          </a:p>
          <a:p>
            <a:r>
              <a:rPr lang="fr-FR" dirty="0"/>
              <a:t>C 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DEE850-BD64-2E3D-0C0B-2F995C205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944627"/>
              </p:ext>
            </p:extLst>
          </p:nvPr>
        </p:nvGraphicFramePr>
        <p:xfrm>
          <a:off x="2482573" y="2769842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3B096F-DAC6-D628-50A0-AF507BF51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60947"/>
              </p:ext>
            </p:extLst>
          </p:nvPr>
        </p:nvGraphicFramePr>
        <p:xfrm>
          <a:off x="2482573" y="3275619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27D99E-7DE9-0568-D830-A5A29E20B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075675"/>
              </p:ext>
            </p:extLst>
          </p:nvPr>
        </p:nvGraphicFramePr>
        <p:xfrm>
          <a:off x="2482573" y="3781396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1FC4E78-A243-647A-91C8-B6C9DEAA21C9}"/>
              </a:ext>
            </a:extLst>
          </p:cNvPr>
          <p:cNvSpPr txBox="1"/>
          <p:nvPr/>
        </p:nvSpPr>
        <p:spPr>
          <a:xfrm>
            <a:off x="2696817" y="2385602"/>
            <a:ext cx="240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err="1">
                <a:solidFill>
                  <a:schemeClr val="accent3"/>
                </a:solidFill>
              </a:rPr>
              <a:t>Employed</a:t>
            </a:r>
            <a:endParaRPr lang="fr-FR" b="1" dirty="0">
              <a:solidFill>
                <a:schemeClr val="accent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8DC05-A30B-CC1A-B5EE-92643B4DDF40}"/>
              </a:ext>
            </a:extLst>
          </p:cNvPr>
          <p:cNvSpPr txBox="1"/>
          <p:nvPr/>
        </p:nvSpPr>
        <p:spPr>
          <a:xfrm>
            <a:off x="6477000" y="2385602"/>
            <a:ext cx="240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err="1">
                <a:solidFill>
                  <a:schemeClr val="accent1">
                    <a:lumMod val="75000"/>
                  </a:schemeClr>
                </a:solidFill>
              </a:rPr>
              <a:t>Unemployed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8975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F9E53-933C-9EFA-66CB-ACB97DD0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536E-C96D-A907-5E62-4B7E7B14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What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sequential</a:t>
            </a:r>
            <a:r>
              <a:rPr lang="fi-FI" dirty="0"/>
              <a:t> data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70676-8ED6-90FF-43AA-E018F2C42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Sequential data: repeated observations whose order is preserved</a:t>
            </a:r>
          </a:p>
          <a:p>
            <a:endParaRPr lang="fr-FR" dirty="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D63B8D3-57F7-D422-AE76-C37448299B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18976"/>
              </p:ext>
            </p:extLst>
          </p:nvPr>
        </p:nvGraphicFramePr>
        <p:xfrm>
          <a:off x="838200" y="2874130"/>
          <a:ext cx="10515600" cy="3139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0079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8EEE44-4C23-180D-C055-7227BE1DD9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4452513"/>
              </p:ext>
            </p:extLst>
          </p:nvPr>
        </p:nvGraphicFramePr>
        <p:xfrm>
          <a:off x="1001038" y="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613A0D9-FEBD-8B87-C966-3B45CC6833B5}"/>
              </a:ext>
            </a:extLst>
          </p:cNvPr>
          <p:cNvSpPr/>
          <p:nvPr/>
        </p:nvSpPr>
        <p:spPr>
          <a:xfrm>
            <a:off x="1290181" y="5039820"/>
            <a:ext cx="4434214" cy="8517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/>
              <a:t>Unmarried</a:t>
            </a:r>
            <a:r>
              <a:rPr lang="fi-FI" dirty="0"/>
              <a:t> 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4FEF85-69C9-3C53-C154-EEA7DB7412A8}"/>
              </a:ext>
            </a:extLst>
          </p:cNvPr>
          <p:cNvSpPr/>
          <p:nvPr/>
        </p:nvSpPr>
        <p:spPr>
          <a:xfrm>
            <a:off x="5724395" y="5039820"/>
            <a:ext cx="3832964" cy="85177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/>
              <a:t>Married</a:t>
            </a:r>
            <a:r>
              <a:rPr lang="fi-FI" dirty="0"/>
              <a:t> 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2718E-9686-EEAE-372F-5F6AE1FDD65C}"/>
              </a:ext>
            </a:extLst>
          </p:cNvPr>
          <p:cNvSpPr/>
          <p:nvPr/>
        </p:nvSpPr>
        <p:spPr>
          <a:xfrm>
            <a:off x="9557359" y="5039820"/>
            <a:ext cx="1653436" cy="85177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/>
              <a:t>Divorced</a:t>
            </a:r>
            <a:r>
              <a:rPr lang="fi-FI" dirty="0"/>
              <a:t> 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B2F37-9D4E-A544-8C6C-0BA8CAA0C8C9}"/>
              </a:ext>
            </a:extLst>
          </p:cNvPr>
          <p:cNvSpPr txBox="1"/>
          <p:nvPr/>
        </p:nvSpPr>
        <p:spPr>
          <a:xfrm>
            <a:off x="237994" y="162838"/>
            <a:ext cx="25678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000" b="1" u="sng" dirty="0" err="1"/>
              <a:t>Trajectory</a:t>
            </a:r>
            <a:endParaRPr lang="fr-FR" sz="30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3C9981-AE47-F624-7D8F-3219E6776118}"/>
              </a:ext>
            </a:extLst>
          </p:cNvPr>
          <p:cNvSpPr txBox="1"/>
          <p:nvPr/>
        </p:nvSpPr>
        <p:spPr>
          <a:xfrm>
            <a:off x="237993" y="3797340"/>
            <a:ext cx="25678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000" b="1" u="sng" dirty="0" err="1"/>
              <a:t>Sequence</a:t>
            </a:r>
            <a:endParaRPr lang="fr-FR" sz="3000" b="1" u="sng" dirty="0"/>
          </a:p>
        </p:txBody>
      </p:sp>
    </p:spTree>
    <p:extLst>
      <p:ext uri="{BB962C8B-B14F-4D97-AF65-F5344CB8AC3E}">
        <p14:creationId xmlns:p14="http://schemas.microsoft.com/office/powerpoint/2010/main" val="11659342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8D3F-4F92-A826-E114-66008002B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States</a:t>
            </a:r>
            <a:r>
              <a:rPr lang="fi-FI" dirty="0"/>
              <a:t>, </a:t>
            </a:r>
            <a:r>
              <a:rPr lang="fi-FI" dirty="0" err="1"/>
              <a:t>transitions</a:t>
            </a:r>
            <a:r>
              <a:rPr lang="fi-FI" dirty="0"/>
              <a:t> and </a:t>
            </a:r>
            <a:r>
              <a:rPr lang="fi-FI" dirty="0" err="1"/>
              <a:t>spells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847EF-E58B-B996-BEC9-0B0365F97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 </a:t>
            </a:r>
            <a:r>
              <a:rPr lang="fi-FI" dirty="0" err="1"/>
              <a:t>sequence</a:t>
            </a:r>
            <a:r>
              <a:rPr lang="fi-FI" dirty="0"/>
              <a:t> is: </a:t>
            </a:r>
            <a:endParaRPr lang="fr-FR" dirty="0"/>
          </a:p>
          <a:p>
            <a:endParaRPr lang="fi-FI" dirty="0"/>
          </a:p>
          <a:p>
            <a:pPr marL="0" indent="0">
              <a:buNone/>
            </a:pPr>
            <a:endParaRPr lang="fi-FI" dirty="0"/>
          </a:p>
          <a:p>
            <a:r>
              <a:rPr lang="fi-FI" dirty="0"/>
              <a:t>A </a:t>
            </a:r>
            <a:r>
              <a:rPr lang="fi-FI" dirty="0" err="1"/>
              <a:t>state</a:t>
            </a:r>
            <a:r>
              <a:rPr lang="fi-FI" dirty="0"/>
              <a:t> is :</a:t>
            </a:r>
          </a:p>
          <a:p>
            <a:endParaRPr lang="fi-FI" dirty="0"/>
          </a:p>
          <a:p>
            <a:r>
              <a:rPr lang="fi-FI" dirty="0"/>
              <a:t>A </a:t>
            </a:r>
            <a:r>
              <a:rPr lang="fi-FI" dirty="0" err="1"/>
              <a:t>spell</a:t>
            </a:r>
            <a:r>
              <a:rPr lang="fi-FI" dirty="0"/>
              <a:t> is : </a:t>
            </a:r>
          </a:p>
          <a:p>
            <a:endParaRPr lang="fi-FI" dirty="0"/>
          </a:p>
          <a:p>
            <a:r>
              <a:rPr lang="fi-FI" dirty="0"/>
              <a:t>A transition is :               </a:t>
            </a:r>
            <a:r>
              <a:rPr lang="fi-FI" dirty="0">
                <a:sym typeface="Wingdings" panose="05000000000000000000" pitchFamily="2" charset="2"/>
              </a:rPr>
              <a:t></a:t>
            </a:r>
            <a:endParaRPr lang="fi-FI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6AC3CC-4814-6B38-4FA2-871BDAFCD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450555"/>
              </p:ext>
            </p:extLst>
          </p:nvPr>
        </p:nvGraphicFramePr>
        <p:xfrm>
          <a:off x="636042" y="2464452"/>
          <a:ext cx="109199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994">
                  <a:extLst>
                    <a:ext uri="{9D8B030D-6E8A-4147-A177-3AD203B41FA5}">
                      <a16:colId xmlns:a16="http://schemas.microsoft.com/office/drawing/2014/main" val="747456463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2348531578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3997636978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3811402012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584705007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1942208130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2777617106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1358642713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3133034705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4142729882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1650006494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1684277341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245555738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3099434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58972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9D5499-F9DD-0129-DF92-370A058E7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527819"/>
              </p:ext>
            </p:extLst>
          </p:nvPr>
        </p:nvGraphicFramePr>
        <p:xfrm>
          <a:off x="2946400" y="3423636"/>
          <a:ext cx="7362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252">
                  <a:extLst>
                    <a:ext uri="{9D8B030D-6E8A-4147-A177-3AD203B41FA5}">
                      <a16:colId xmlns:a16="http://schemas.microsoft.com/office/drawing/2014/main" val="9638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47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7A70E1-6362-21A3-71BD-4CDCB6220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053747"/>
              </p:ext>
            </p:extLst>
          </p:nvPr>
        </p:nvGraphicFramePr>
        <p:xfrm>
          <a:off x="4100882" y="3423636"/>
          <a:ext cx="7362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252">
                  <a:extLst>
                    <a:ext uri="{9D8B030D-6E8A-4147-A177-3AD203B41FA5}">
                      <a16:colId xmlns:a16="http://schemas.microsoft.com/office/drawing/2014/main" val="9638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M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47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B1B11A-6CF2-98A9-1F67-7C6D4A2D3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186500"/>
              </p:ext>
            </p:extLst>
          </p:nvPr>
        </p:nvGraphicFramePr>
        <p:xfrm>
          <a:off x="5372274" y="3423636"/>
          <a:ext cx="7362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252">
                  <a:extLst>
                    <a:ext uri="{9D8B030D-6E8A-4147-A177-3AD203B41FA5}">
                      <a16:colId xmlns:a16="http://schemas.microsoft.com/office/drawing/2014/main" val="9638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47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ADF645E-1BBA-FDB3-6EB9-0595958E4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775596"/>
              </p:ext>
            </p:extLst>
          </p:nvPr>
        </p:nvGraphicFramePr>
        <p:xfrm>
          <a:off x="3010421" y="4429459"/>
          <a:ext cx="545995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994">
                  <a:extLst>
                    <a:ext uri="{9D8B030D-6E8A-4147-A177-3AD203B41FA5}">
                      <a16:colId xmlns:a16="http://schemas.microsoft.com/office/drawing/2014/main" val="1041379080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3779471116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575009652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1693423064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2463855681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1042983678"/>
                    </a:ext>
                  </a:extLst>
                </a:gridCol>
                <a:gridCol w="779994">
                  <a:extLst>
                    <a:ext uri="{9D8B030D-6E8A-4147-A177-3AD203B41FA5}">
                      <a16:colId xmlns:a16="http://schemas.microsoft.com/office/drawing/2014/main" val="1797672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05549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ACAC01B-9CA2-466C-F507-7F06B49B1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137208"/>
              </p:ext>
            </p:extLst>
          </p:nvPr>
        </p:nvGraphicFramePr>
        <p:xfrm>
          <a:off x="3682652" y="5419186"/>
          <a:ext cx="7362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252">
                  <a:extLst>
                    <a:ext uri="{9D8B030D-6E8A-4147-A177-3AD203B41FA5}">
                      <a16:colId xmlns:a16="http://schemas.microsoft.com/office/drawing/2014/main" val="9638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47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C382EF-605B-8AFE-055A-31EFFF189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723108"/>
              </p:ext>
            </p:extLst>
          </p:nvPr>
        </p:nvGraphicFramePr>
        <p:xfrm>
          <a:off x="4912290" y="5419186"/>
          <a:ext cx="7362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252">
                  <a:extLst>
                    <a:ext uri="{9D8B030D-6E8A-4147-A177-3AD203B41FA5}">
                      <a16:colId xmlns:a16="http://schemas.microsoft.com/office/drawing/2014/main" val="9638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M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909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360F0-7162-2C46-04DD-306B19D75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Sequence</a:t>
            </a:r>
            <a:r>
              <a:rPr lang="fi-FI" dirty="0"/>
              <a:t> </a:t>
            </a:r>
            <a:r>
              <a:rPr lang="fi-FI" dirty="0" err="1"/>
              <a:t>alphabet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B80031-F373-8D3B-2CFB-2176260CFC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341830"/>
              </p:ext>
            </p:extLst>
          </p:nvPr>
        </p:nvGraphicFramePr>
        <p:xfrm>
          <a:off x="838200" y="2344047"/>
          <a:ext cx="10515600" cy="21699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99AF62-54F4-E81E-E4CF-47F383CFC227}"/>
              </a:ext>
            </a:extLst>
          </p:cNvPr>
          <p:cNvSpPr txBox="1"/>
          <p:nvPr/>
        </p:nvSpPr>
        <p:spPr>
          <a:xfrm>
            <a:off x="838200" y="1378886"/>
            <a:ext cx="60976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2500" dirty="0" err="1"/>
              <a:t>The</a:t>
            </a:r>
            <a:r>
              <a:rPr lang="fi-FI" sz="2500" dirty="0"/>
              <a:t> </a:t>
            </a:r>
            <a:r>
              <a:rPr lang="fi-FI" sz="2500" dirty="0" err="1"/>
              <a:t>theoretical</a:t>
            </a:r>
            <a:r>
              <a:rPr lang="fi-FI" sz="2500" dirty="0"/>
              <a:t> definition of </a:t>
            </a:r>
            <a:r>
              <a:rPr lang="fi-FI" sz="2500" dirty="0" err="1"/>
              <a:t>the</a:t>
            </a:r>
            <a:r>
              <a:rPr lang="fi-FI" sz="2500" dirty="0"/>
              <a:t> </a:t>
            </a:r>
            <a:r>
              <a:rPr lang="fi-FI" sz="2500" dirty="0" err="1"/>
              <a:t>categories</a:t>
            </a:r>
            <a:endParaRPr lang="fi-FI" sz="2500" dirty="0"/>
          </a:p>
        </p:txBody>
      </p:sp>
    </p:spTree>
    <p:extLst>
      <p:ext uri="{BB962C8B-B14F-4D97-AF65-F5344CB8AC3E}">
        <p14:creationId xmlns:p14="http://schemas.microsoft.com/office/powerpoint/2010/main" val="40897578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413A2-2E43-CBFB-D541-A61E2321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Where</a:t>
            </a:r>
            <a:r>
              <a:rPr lang="fi-FI" dirty="0"/>
              <a:t> to </a:t>
            </a:r>
            <a:r>
              <a:rPr lang="fi-FI" dirty="0" err="1"/>
              <a:t>find</a:t>
            </a:r>
            <a:r>
              <a:rPr lang="fi-FI" dirty="0"/>
              <a:t> </a:t>
            </a:r>
            <a:r>
              <a:rPr lang="fi-FI" dirty="0" err="1"/>
              <a:t>appropriate</a:t>
            </a:r>
            <a:r>
              <a:rPr lang="fi-FI" dirty="0"/>
              <a:t> data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97DE27-906E-AE15-0434-90F27ED545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762897"/>
              </p:ext>
            </p:extLst>
          </p:nvPr>
        </p:nvGraphicFramePr>
        <p:xfrm>
          <a:off x="838200" y="1411357"/>
          <a:ext cx="10515600" cy="50815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7774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220E-EB97-FE54-1698-B726B878D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choice</a:t>
            </a:r>
            <a:r>
              <a:rPr lang="fi-FI" dirty="0"/>
              <a:t> of a </a:t>
            </a:r>
            <a:r>
              <a:rPr lang="fi-FI" dirty="0" err="1"/>
              <a:t>time</a:t>
            </a:r>
            <a:r>
              <a:rPr lang="fi-FI" dirty="0"/>
              <a:t> </a:t>
            </a:r>
            <a:r>
              <a:rPr lang="fi-FI" dirty="0" err="1"/>
              <a:t>axis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46869-7E39-CEA2-111B-49284AA38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15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i-FI" sz="3500" dirty="0" err="1"/>
              <a:t>We</a:t>
            </a:r>
            <a:r>
              <a:rPr lang="fi-FI" sz="3500" dirty="0"/>
              <a:t> </a:t>
            </a:r>
            <a:r>
              <a:rPr lang="fi-FI" sz="3500" dirty="0" err="1"/>
              <a:t>can</a:t>
            </a:r>
            <a:r>
              <a:rPr lang="fi-FI" sz="3500" dirty="0"/>
              <a:t> </a:t>
            </a:r>
            <a:r>
              <a:rPr lang="fi-FI" sz="3500" dirty="0" err="1"/>
              <a:t>align</a:t>
            </a:r>
            <a:r>
              <a:rPr lang="fi-FI" sz="3500" dirty="0"/>
              <a:t> </a:t>
            </a:r>
            <a:r>
              <a:rPr lang="fi-FI" sz="3500" dirty="0" err="1"/>
              <a:t>trajectories</a:t>
            </a:r>
            <a:r>
              <a:rPr lang="fi-FI" sz="3500" dirty="0"/>
              <a:t> </a:t>
            </a:r>
            <a:r>
              <a:rPr lang="fi-FI" sz="3500" dirty="0" err="1"/>
              <a:t>by</a:t>
            </a:r>
            <a:endParaRPr lang="fi-FI" sz="3500" dirty="0"/>
          </a:p>
          <a:p>
            <a:r>
              <a:rPr lang="fi-FI" dirty="0" err="1"/>
              <a:t>Age</a:t>
            </a:r>
            <a:r>
              <a:rPr lang="fi-FI" dirty="0"/>
              <a:t> (in </a:t>
            </a:r>
            <a:r>
              <a:rPr lang="fi-FI" dirty="0" err="1"/>
              <a:t>years</a:t>
            </a:r>
            <a:r>
              <a:rPr lang="fi-FI" dirty="0"/>
              <a:t>, in </a:t>
            </a:r>
            <a:r>
              <a:rPr lang="fi-FI" dirty="0" err="1"/>
              <a:t>months</a:t>
            </a:r>
            <a:r>
              <a:rPr lang="fi-FI" dirty="0"/>
              <a:t>…)</a:t>
            </a:r>
          </a:p>
          <a:p>
            <a:pPr marL="0" indent="0">
              <a:buNone/>
            </a:pPr>
            <a:endParaRPr lang="fi-FI" dirty="0"/>
          </a:p>
          <a:p>
            <a:r>
              <a:rPr lang="fi-FI" dirty="0" err="1"/>
              <a:t>Calendar</a:t>
            </a:r>
            <a:r>
              <a:rPr lang="fi-FI" dirty="0"/>
              <a:t> </a:t>
            </a:r>
            <a:r>
              <a:rPr lang="fi-FI" dirty="0" err="1"/>
              <a:t>time</a:t>
            </a:r>
            <a:r>
              <a:rPr lang="fi-FI" dirty="0"/>
              <a:t> (</a:t>
            </a:r>
            <a:r>
              <a:rPr lang="fi-FI" dirty="0" err="1"/>
              <a:t>years</a:t>
            </a:r>
            <a:r>
              <a:rPr lang="fi-FI" dirty="0"/>
              <a:t>, </a:t>
            </a:r>
            <a:r>
              <a:rPr lang="fi-FI" dirty="0" err="1"/>
              <a:t>months</a:t>
            </a:r>
            <a:r>
              <a:rPr lang="fi-FI" dirty="0"/>
              <a:t>)</a:t>
            </a:r>
          </a:p>
          <a:p>
            <a:pPr marL="0" indent="0">
              <a:buNone/>
            </a:pPr>
            <a:endParaRPr lang="fi-FI" dirty="0"/>
          </a:p>
          <a:p>
            <a:endParaRPr lang="fi-FI" dirty="0"/>
          </a:p>
          <a:p>
            <a:r>
              <a:rPr lang="fi-FI" dirty="0"/>
              <a:t>Time </a:t>
            </a:r>
            <a:r>
              <a:rPr lang="fi-FI" dirty="0" err="1"/>
              <a:t>since</a:t>
            </a:r>
            <a:r>
              <a:rPr lang="fi-FI" dirty="0"/>
              <a:t> </a:t>
            </a:r>
            <a:r>
              <a:rPr lang="fi-FI" dirty="0" err="1"/>
              <a:t>events</a:t>
            </a:r>
            <a:endParaRPr lang="fr-F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6C19D6-70AF-1441-AA5B-249938681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92572"/>
              </p:ext>
            </p:extLst>
          </p:nvPr>
        </p:nvGraphicFramePr>
        <p:xfrm>
          <a:off x="1756427" y="2633780"/>
          <a:ext cx="8128001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6709227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2411232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15444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530915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01247279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8507152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19383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18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19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20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21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22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23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24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3917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FE2287-5D8F-7408-19A3-702A63521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521437"/>
              </p:ext>
            </p:extLst>
          </p:nvPr>
        </p:nvGraphicFramePr>
        <p:xfrm>
          <a:off x="950933" y="3775826"/>
          <a:ext cx="10760904" cy="6400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68636">
                  <a:extLst>
                    <a:ext uri="{9D8B030D-6E8A-4147-A177-3AD203B41FA5}">
                      <a16:colId xmlns:a16="http://schemas.microsoft.com/office/drawing/2014/main" val="2670922702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3629739311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1824112327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2121026027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715444570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3385472609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953091501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1229007776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1012472794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3881201938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2185071525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4236930115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2119383017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399032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Jan 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Feb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Mar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Apr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May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Jun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Jul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Aug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Sep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Oct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Nov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Dec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Jan 2001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Feb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3917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FA0B79-D39E-D044-EEE5-1517F51AB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50328"/>
              </p:ext>
            </p:extLst>
          </p:nvPr>
        </p:nvGraphicFramePr>
        <p:xfrm>
          <a:off x="1482943" y="5257843"/>
          <a:ext cx="9514911" cy="6400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359273">
                  <a:extLst>
                    <a:ext uri="{9D8B030D-6E8A-4147-A177-3AD203B41FA5}">
                      <a16:colId xmlns:a16="http://schemas.microsoft.com/office/drawing/2014/main" val="2670922702"/>
                    </a:ext>
                  </a:extLst>
                </a:gridCol>
                <a:gridCol w="1359273">
                  <a:extLst>
                    <a:ext uri="{9D8B030D-6E8A-4147-A177-3AD203B41FA5}">
                      <a16:colId xmlns:a16="http://schemas.microsoft.com/office/drawing/2014/main" val="1824112327"/>
                    </a:ext>
                  </a:extLst>
                </a:gridCol>
                <a:gridCol w="1359273">
                  <a:extLst>
                    <a:ext uri="{9D8B030D-6E8A-4147-A177-3AD203B41FA5}">
                      <a16:colId xmlns:a16="http://schemas.microsoft.com/office/drawing/2014/main" val="715444570"/>
                    </a:ext>
                  </a:extLst>
                </a:gridCol>
                <a:gridCol w="1359273">
                  <a:extLst>
                    <a:ext uri="{9D8B030D-6E8A-4147-A177-3AD203B41FA5}">
                      <a16:colId xmlns:a16="http://schemas.microsoft.com/office/drawing/2014/main" val="953091501"/>
                    </a:ext>
                  </a:extLst>
                </a:gridCol>
                <a:gridCol w="1359273">
                  <a:extLst>
                    <a:ext uri="{9D8B030D-6E8A-4147-A177-3AD203B41FA5}">
                      <a16:colId xmlns:a16="http://schemas.microsoft.com/office/drawing/2014/main" val="1012472794"/>
                    </a:ext>
                  </a:extLst>
                </a:gridCol>
                <a:gridCol w="1359273">
                  <a:extLst>
                    <a:ext uri="{9D8B030D-6E8A-4147-A177-3AD203B41FA5}">
                      <a16:colId xmlns:a16="http://schemas.microsoft.com/office/drawing/2014/main" val="2185071525"/>
                    </a:ext>
                  </a:extLst>
                </a:gridCol>
                <a:gridCol w="1359273">
                  <a:extLst>
                    <a:ext uri="{9D8B030D-6E8A-4147-A177-3AD203B41FA5}">
                      <a16:colId xmlns:a16="http://schemas.microsoft.com/office/drawing/2014/main" val="2119383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 err="1"/>
                        <a:t>Childbirth</a:t>
                      </a:r>
                      <a:r>
                        <a:rPr lang="fi-FI" dirty="0"/>
                        <a:t> </a:t>
                      </a:r>
                      <a:r>
                        <a:rPr lang="fi-FI" dirty="0" err="1"/>
                        <a:t>year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Year</a:t>
                      </a:r>
                      <a:r>
                        <a:rPr lang="fi-FI" dirty="0"/>
                        <a:t> +1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Year</a:t>
                      </a:r>
                      <a:r>
                        <a:rPr lang="fi-FI" dirty="0"/>
                        <a:t> +2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Year</a:t>
                      </a:r>
                      <a:r>
                        <a:rPr lang="fi-FI" dirty="0"/>
                        <a:t> +3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Year</a:t>
                      </a:r>
                      <a:r>
                        <a:rPr lang="fi-FI" dirty="0"/>
                        <a:t> +4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Year</a:t>
                      </a:r>
                      <a:r>
                        <a:rPr lang="fi-FI" dirty="0"/>
                        <a:t> +5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Year</a:t>
                      </a:r>
                      <a:r>
                        <a:rPr lang="fi-FI" dirty="0"/>
                        <a:t> +6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391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6665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51F9A-9A76-3BBE-4762-32BA778C7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C8A9-09A7-4163-008D-736F865F6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choice</a:t>
            </a:r>
            <a:r>
              <a:rPr lang="fi-FI" dirty="0"/>
              <a:t> of a </a:t>
            </a:r>
            <a:r>
              <a:rPr lang="fi-FI" dirty="0" err="1"/>
              <a:t>time</a:t>
            </a:r>
            <a:r>
              <a:rPr lang="fi-FI" dirty="0"/>
              <a:t> </a:t>
            </a:r>
            <a:r>
              <a:rPr lang="fi-FI" dirty="0" err="1"/>
              <a:t>axis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9A015-450A-90AC-3C4F-B44E96886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15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i-FI" sz="3500" dirty="0" err="1"/>
              <a:t>We</a:t>
            </a:r>
            <a:r>
              <a:rPr lang="fi-FI" sz="3500" dirty="0"/>
              <a:t> </a:t>
            </a:r>
            <a:r>
              <a:rPr lang="fi-FI" sz="3500" dirty="0" err="1"/>
              <a:t>can</a:t>
            </a:r>
            <a:r>
              <a:rPr lang="fi-FI" sz="3500" dirty="0"/>
              <a:t> </a:t>
            </a:r>
            <a:r>
              <a:rPr lang="fi-FI" sz="3500" dirty="0" err="1"/>
              <a:t>align</a:t>
            </a:r>
            <a:r>
              <a:rPr lang="fi-FI" sz="3500" dirty="0"/>
              <a:t> </a:t>
            </a:r>
            <a:r>
              <a:rPr lang="fi-FI" sz="3500" dirty="0" err="1"/>
              <a:t>trajectories</a:t>
            </a:r>
            <a:r>
              <a:rPr lang="fi-FI" sz="3500" dirty="0"/>
              <a:t> </a:t>
            </a:r>
            <a:r>
              <a:rPr lang="fi-FI" sz="3500" dirty="0" err="1"/>
              <a:t>by</a:t>
            </a:r>
            <a:endParaRPr lang="fi-FI" sz="3500" dirty="0"/>
          </a:p>
          <a:p>
            <a:r>
              <a:rPr lang="fi-FI" dirty="0" err="1"/>
              <a:t>Age</a:t>
            </a:r>
            <a:r>
              <a:rPr lang="fi-FI" dirty="0"/>
              <a:t> (in </a:t>
            </a:r>
            <a:r>
              <a:rPr lang="fi-FI" dirty="0" err="1"/>
              <a:t>years</a:t>
            </a:r>
            <a:r>
              <a:rPr lang="fi-FI" dirty="0"/>
              <a:t>, in </a:t>
            </a:r>
            <a:r>
              <a:rPr lang="fi-FI" dirty="0" err="1"/>
              <a:t>months</a:t>
            </a:r>
            <a:r>
              <a:rPr lang="fi-FI" dirty="0"/>
              <a:t>…)</a:t>
            </a:r>
          </a:p>
          <a:p>
            <a:pPr marL="0" indent="0">
              <a:buNone/>
            </a:pPr>
            <a:endParaRPr lang="fi-FI" dirty="0"/>
          </a:p>
          <a:p>
            <a:r>
              <a:rPr lang="fi-FI" dirty="0" err="1"/>
              <a:t>Calendar</a:t>
            </a:r>
            <a:r>
              <a:rPr lang="fi-FI" dirty="0"/>
              <a:t> </a:t>
            </a:r>
            <a:r>
              <a:rPr lang="fi-FI" dirty="0" err="1"/>
              <a:t>time</a:t>
            </a:r>
            <a:r>
              <a:rPr lang="fi-FI" dirty="0"/>
              <a:t> (</a:t>
            </a:r>
            <a:r>
              <a:rPr lang="fi-FI" dirty="0" err="1"/>
              <a:t>years</a:t>
            </a:r>
            <a:r>
              <a:rPr lang="fi-FI" dirty="0"/>
              <a:t>, </a:t>
            </a:r>
            <a:r>
              <a:rPr lang="fi-FI" dirty="0" err="1"/>
              <a:t>months</a:t>
            </a:r>
            <a:r>
              <a:rPr lang="fi-FI" dirty="0"/>
              <a:t>)</a:t>
            </a:r>
          </a:p>
          <a:p>
            <a:pPr marL="0" indent="0">
              <a:buNone/>
            </a:pPr>
            <a:endParaRPr lang="fi-FI" dirty="0"/>
          </a:p>
          <a:p>
            <a:endParaRPr lang="fi-FI" dirty="0"/>
          </a:p>
          <a:p>
            <a:r>
              <a:rPr lang="fi-FI" dirty="0"/>
              <a:t>Time </a:t>
            </a:r>
            <a:r>
              <a:rPr lang="fi-FI" dirty="0" err="1"/>
              <a:t>since</a:t>
            </a:r>
            <a:r>
              <a:rPr lang="fi-FI" dirty="0"/>
              <a:t> </a:t>
            </a:r>
            <a:r>
              <a:rPr lang="fi-FI" dirty="0" err="1"/>
              <a:t>events</a:t>
            </a:r>
            <a:endParaRPr lang="fr-F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46A03D-329A-DFCA-A93D-E6EA2EDFC1BC}"/>
              </a:ext>
            </a:extLst>
          </p:cNvPr>
          <p:cNvGraphicFramePr>
            <a:graphicFrameLocks noGrp="1"/>
          </p:cNvGraphicFramePr>
          <p:nvPr/>
        </p:nvGraphicFramePr>
        <p:xfrm>
          <a:off x="1756427" y="2633780"/>
          <a:ext cx="8128001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6709227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2411232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15444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530915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01247279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8507152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19383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18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19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20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21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22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23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24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3917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9BCB2F-60B4-3A7B-4767-C421B9FE83EE}"/>
              </a:ext>
            </a:extLst>
          </p:cNvPr>
          <p:cNvGraphicFramePr>
            <a:graphicFrameLocks noGrp="1"/>
          </p:cNvGraphicFramePr>
          <p:nvPr/>
        </p:nvGraphicFramePr>
        <p:xfrm>
          <a:off x="950933" y="3775826"/>
          <a:ext cx="10760904" cy="6400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68636">
                  <a:extLst>
                    <a:ext uri="{9D8B030D-6E8A-4147-A177-3AD203B41FA5}">
                      <a16:colId xmlns:a16="http://schemas.microsoft.com/office/drawing/2014/main" val="2670922702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3629739311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1824112327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2121026027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715444570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3385472609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953091501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1229007776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1012472794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3881201938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2185071525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4236930115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2119383017"/>
                    </a:ext>
                  </a:extLst>
                </a:gridCol>
                <a:gridCol w="768636">
                  <a:extLst>
                    <a:ext uri="{9D8B030D-6E8A-4147-A177-3AD203B41FA5}">
                      <a16:colId xmlns:a16="http://schemas.microsoft.com/office/drawing/2014/main" val="399032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Jan 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Feb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Mar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Apr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May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Jun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Jul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Aug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Sep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Oct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Nov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Dec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Jan 2001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Feb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3917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AA04CE-2662-09C9-48AB-1DEFE4B88C98}"/>
              </a:ext>
            </a:extLst>
          </p:cNvPr>
          <p:cNvGraphicFramePr>
            <a:graphicFrameLocks noGrp="1"/>
          </p:cNvGraphicFramePr>
          <p:nvPr/>
        </p:nvGraphicFramePr>
        <p:xfrm>
          <a:off x="1482943" y="5257843"/>
          <a:ext cx="9514911" cy="6400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359273">
                  <a:extLst>
                    <a:ext uri="{9D8B030D-6E8A-4147-A177-3AD203B41FA5}">
                      <a16:colId xmlns:a16="http://schemas.microsoft.com/office/drawing/2014/main" val="2670922702"/>
                    </a:ext>
                  </a:extLst>
                </a:gridCol>
                <a:gridCol w="1359273">
                  <a:extLst>
                    <a:ext uri="{9D8B030D-6E8A-4147-A177-3AD203B41FA5}">
                      <a16:colId xmlns:a16="http://schemas.microsoft.com/office/drawing/2014/main" val="1824112327"/>
                    </a:ext>
                  </a:extLst>
                </a:gridCol>
                <a:gridCol w="1359273">
                  <a:extLst>
                    <a:ext uri="{9D8B030D-6E8A-4147-A177-3AD203B41FA5}">
                      <a16:colId xmlns:a16="http://schemas.microsoft.com/office/drawing/2014/main" val="715444570"/>
                    </a:ext>
                  </a:extLst>
                </a:gridCol>
                <a:gridCol w="1359273">
                  <a:extLst>
                    <a:ext uri="{9D8B030D-6E8A-4147-A177-3AD203B41FA5}">
                      <a16:colId xmlns:a16="http://schemas.microsoft.com/office/drawing/2014/main" val="953091501"/>
                    </a:ext>
                  </a:extLst>
                </a:gridCol>
                <a:gridCol w="1359273">
                  <a:extLst>
                    <a:ext uri="{9D8B030D-6E8A-4147-A177-3AD203B41FA5}">
                      <a16:colId xmlns:a16="http://schemas.microsoft.com/office/drawing/2014/main" val="1012472794"/>
                    </a:ext>
                  </a:extLst>
                </a:gridCol>
                <a:gridCol w="1359273">
                  <a:extLst>
                    <a:ext uri="{9D8B030D-6E8A-4147-A177-3AD203B41FA5}">
                      <a16:colId xmlns:a16="http://schemas.microsoft.com/office/drawing/2014/main" val="2185071525"/>
                    </a:ext>
                  </a:extLst>
                </a:gridCol>
                <a:gridCol w="1359273">
                  <a:extLst>
                    <a:ext uri="{9D8B030D-6E8A-4147-A177-3AD203B41FA5}">
                      <a16:colId xmlns:a16="http://schemas.microsoft.com/office/drawing/2014/main" val="2119383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 err="1"/>
                        <a:t>Childbirth</a:t>
                      </a:r>
                      <a:r>
                        <a:rPr lang="fi-FI" dirty="0"/>
                        <a:t> </a:t>
                      </a:r>
                      <a:r>
                        <a:rPr lang="fi-FI" dirty="0" err="1"/>
                        <a:t>year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Year</a:t>
                      </a:r>
                      <a:r>
                        <a:rPr lang="fi-FI" dirty="0"/>
                        <a:t> +1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Year</a:t>
                      </a:r>
                      <a:r>
                        <a:rPr lang="fi-FI" dirty="0"/>
                        <a:t> +2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Year</a:t>
                      </a:r>
                      <a:r>
                        <a:rPr lang="fi-FI" dirty="0"/>
                        <a:t> +3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Year</a:t>
                      </a:r>
                      <a:r>
                        <a:rPr lang="fi-FI" dirty="0"/>
                        <a:t> +4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Year</a:t>
                      </a:r>
                      <a:r>
                        <a:rPr lang="fi-FI" dirty="0"/>
                        <a:t> +5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/>
                        <a:t>Year</a:t>
                      </a:r>
                      <a:r>
                        <a:rPr lang="fi-FI" dirty="0"/>
                        <a:t> +6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3917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E82F5AF-C43F-CD77-1A01-0047D3487510}"/>
              </a:ext>
            </a:extLst>
          </p:cNvPr>
          <p:cNvSpPr txBox="1"/>
          <p:nvPr/>
        </p:nvSpPr>
        <p:spPr>
          <a:xfrm>
            <a:off x="7518400" y="584200"/>
            <a:ext cx="358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This</a:t>
            </a:r>
            <a:r>
              <a:rPr lang="fi-FI" dirty="0"/>
              <a:t> </a:t>
            </a:r>
            <a:r>
              <a:rPr lang="fi-FI" dirty="0" err="1"/>
              <a:t>choice</a:t>
            </a:r>
            <a:r>
              <a:rPr lang="fi-FI" dirty="0"/>
              <a:t> </a:t>
            </a:r>
            <a:r>
              <a:rPr lang="fi-FI" dirty="0" err="1"/>
              <a:t>depends</a:t>
            </a:r>
            <a:r>
              <a:rPr lang="fi-FI" dirty="0"/>
              <a:t> on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research</a:t>
            </a:r>
            <a:r>
              <a:rPr lang="fi-FI" dirty="0"/>
              <a:t> </a:t>
            </a:r>
            <a:r>
              <a:rPr lang="fi-FI" dirty="0" err="1"/>
              <a:t>question</a:t>
            </a:r>
            <a:r>
              <a:rPr lang="fi-FI" dirty="0"/>
              <a:t> and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change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approach</a:t>
            </a:r>
            <a:r>
              <a:rPr lang="fi-FI" dirty="0"/>
              <a:t>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6597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323DA-7B3C-EAD2-5F57-3230E8FBA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ABF3E-2F4E-D333-287C-F777DB89E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choice</a:t>
            </a:r>
            <a:r>
              <a:rPr lang="fi-FI" dirty="0"/>
              <a:t> of a </a:t>
            </a:r>
            <a:r>
              <a:rPr lang="fi-FI" dirty="0" err="1"/>
              <a:t>time</a:t>
            </a:r>
            <a:r>
              <a:rPr lang="fi-FI" dirty="0"/>
              <a:t> </a:t>
            </a:r>
            <a:r>
              <a:rPr lang="fi-FI" dirty="0" err="1"/>
              <a:t>axis</a:t>
            </a:r>
            <a:endParaRPr lang="fr-FR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7F5CB53-4060-E672-F898-6B7A06CDC3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2690550"/>
              </p:ext>
            </p:extLst>
          </p:nvPr>
        </p:nvGraphicFramePr>
        <p:xfrm>
          <a:off x="838204" y="2447925"/>
          <a:ext cx="105155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43">
                  <a:extLst>
                    <a:ext uri="{9D8B030D-6E8A-4147-A177-3AD203B41FA5}">
                      <a16:colId xmlns:a16="http://schemas.microsoft.com/office/drawing/2014/main" val="2279778937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02633225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739341689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34352693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25236020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38393746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97633151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38241678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65804802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83567554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049384956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27129858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4075121659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161467940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98745949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140121961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358671384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0982942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19039648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92671624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514897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3250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63E3D85-6452-72F2-38A5-D43BC14B9E50}"/>
              </a:ext>
            </a:extLst>
          </p:cNvPr>
          <p:cNvSpPr txBox="1"/>
          <p:nvPr/>
        </p:nvSpPr>
        <p:spPr>
          <a:xfrm>
            <a:off x="8051800" y="336310"/>
            <a:ext cx="414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A 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one</a:t>
            </a:r>
            <a:r>
              <a:rPr lang="fi-FI" dirty="0"/>
              <a:t> baby at </a:t>
            </a:r>
            <a:r>
              <a:rPr lang="fi-FI" dirty="0" err="1"/>
              <a:t>age</a:t>
            </a:r>
            <a:r>
              <a:rPr lang="fi-FI" dirty="0"/>
              <a:t> 22</a:t>
            </a:r>
          </a:p>
          <a:p>
            <a:r>
              <a:rPr lang="fi-FI" dirty="0"/>
              <a:t>B 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one</a:t>
            </a:r>
            <a:r>
              <a:rPr lang="fi-FI" dirty="0"/>
              <a:t> baby at </a:t>
            </a:r>
            <a:r>
              <a:rPr lang="fi-FI" dirty="0" err="1"/>
              <a:t>age</a:t>
            </a:r>
            <a:r>
              <a:rPr lang="fi-FI" dirty="0"/>
              <a:t> 35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678B18-FCFC-FE0B-9846-0D2C3FF60660}"/>
              </a:ext>
            </a:extLst>
          </p:cNvPr>
          <p:cNvSpPr txBox="1"/>
          <p:nvPr/>
        </p:nvSpPr>
        <p:spPr>
          <a:xfrm>
            <a:off x="749300" y="2077085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CF6D2-CE4A-B1E0-2B44-D36AF3A39AB5}"/>
              </a:ext>
            </a:extLst>
          </p:cNvPr>
          <p:cNvSpPr txBox="1"/>
          <p:nvPr/>
        </p:nvSpPr>
        <p:spPr>
          <a:xfrm>
            <a:off x="3327400" y="2077085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25</a:t>
            </a: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B68B1-8791-B741-E58B-358E153F6D9F}"/>
              </a:ext>
            </a:extLst>
          </p:cNvPr>
          <p:cNvSpPr txBox="1"/>
          <p:nvPr/>
        </p:nvSpPr>
        <p:spPr>
          <a:xfrm>
            <a:off x="5905500" y="2077085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30</a:t>
            </a:r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84B67-036D-580B-7538-9C8A05E312A0}"/>
              </a:ext>
            </a:extLst>
          </p:cNvPr>
          <p:cNvSpPr txBox="1"/>
          <p:nvPr/>
        </p:nvSpPr>
        <p:spPr>
          <a:xfrm>
            <a:off x="8331200" y="2061528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35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797DF1-7C33-7029-93E9-95EF036405CE}"/>
              </a:ext>
            </a:extLst>
          </p:cNvPr>
          <p:cNvSpPr txBox="1"/>
          <p:nvPr/>
        </p:nvSpPr>
        <p:spPr>
          <a:xfrm>
            <a:off x="10845800" y="2023428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</a:t>
            </a:r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00C4F-F380-58E2-A016-03F2A30AFB26}"/>
              </a:ext>
            </a:extLst>
          </p:cNvPr>
          <p:cNvSpPr txBox="1"/>
          <p:nvPr/>
        </p:nvSpPr>
        <p:spPr>
          <a:xfrm>
            <a:off x="228600" y="2432368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A</a:t>
            </a:r>
            <a:endParaRPr lang="fr-FR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CFAE27-F785-2A01-2EB6-2200B0CEA4DD}"/>
              </a:ext>
            </a:extLst>
          </p:cNvPr>
          <p:cNvSpPr txBox="1"/>
          <p:nvPr/>
        </p:nvSpPr>
        <p:spPr>
          <a:xfrm>
            <a:off x="241300" y="3158491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B</a:t>
            </a:r>
            <a:endParaRPr lang="fr-FR" b="1" dirty="0"/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A934BFFF-AE92-4680-45CF-332BDF1377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160285"/>
              </p:ext>
            </p:extLst>
          </p:nvPr>
        </p:nvGraphicFramePr>
        <p:xfrm>
          <a:off x="838200" y="3158491"/>
          <a:ext cx="105155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43">
                  <a:extLst>
                    <a:ext uri="{9D8B030D-6E8A-4147-A177-3AD203B41FA5}">
                      <a16:colId xmlns:a16="http://schemas.microsoft.com/office/drawing/2014/main" val="2279778937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02633225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739341689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34352693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25236020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38393746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97633151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38241678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65804802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83567554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049384956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27129858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4075121659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161467940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98745949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140121961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358671384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0982942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19039648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92671624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514897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32503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1EE95E2-A99E-3C26-A125-3F0A9C6BAB96}"/>
              </a:ext>
            </a:extLst>
          </p:cNvPr>
          <p:cNvSpPr txBox="1"/>
          <p:nvPr/>
        </p:nvSpPr>
        <p:spPr>
          <a:xfrm>
            <a:off x="4108448" y="2120582"/>
            <a:ext cx="397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FULL TIME</a:t>
            </a:r>
            <a:endParaRPr lang="fr-FR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72CB51-B905-E7F5-03C3-7CD98C637128}"/>
              </a:ext>
            </a:extLst>
          </p:cNvPr>
          <p:cNvSpPr txBox="1"/>
          <p:nvPr/>
        </p:nvSpPr>
        <p:spPr>
          <a:xfrm>
            <a:off x="8928100" y="3529331"/>
            <a:ext cx="19177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>
                <a:solidFill>
                  <a:srgbClr val="00B0F0"/>
                </a:solidFill>
              </a:rPr>
              <a:t>PART-TIME</a:t>
            </a:r>
            <a:endParaRPr lang="fr-FR" b="1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C07A00-1017-CBE4-DEA7-BC5A39678AAE}"/>
              </a:ext>
            </a:extLst>
          </p:cNvPr>
          <p:cNvSpPr txBox="1"/>
          <p:nvPr/>
        </p:nvSpPr>
        <p:spPr>
          <a:xfrm>
            <a:off x="1752600" y="2120582"/>
            <a:ext cx="92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>
                <a:solidFill>
                  <a:srgbClr val="FFC000"/>
                </a:solidFill>
              </a:rPr>
              <a:t>LEAVE</a:t>
            </a:r>
            <a:endParaRPr lang="fr-FR" b="1" dirty="0">
              <a:solidFill>
                <a:srgbClr val="FFC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37F463-7736-967F-642B-D305C41FB3DB}"/>
              </a:ext>
            </a:extLst>
          </p:cNvPr>
          <p:cNvSpPr txBox="1"/>
          <p:nvPr/>
        </p:nvSpPr>
        <p:spPr>
          <a:xfrm>
            <a:off x="342900" y="1485900"/>
            <a:ext cx="25781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500" b="1" u="sng" dirty="0"/>
              <a:t>ALIGNED </a:t>
            </a:r>
            <a:r>
              <a:rPr lang="fi-FI" sz="2500" b="1" u="sng" dirty="0" err="1"/>
              <a:t>by</a:t>
            </a:r>
            <a:r>
              <a:rPr lang="fi-FI" sz="2500" b="1" u="sng" dirty="0"/>
              <a:t> AGE</a:t>
            </a:r>
            <a:endParaRPr lang="fr-FR" sz="2500" b="1" u="sng" dirty="0"/>
          </a:p>
        </p:txBody>
      </p:sp>
    </p:spTree>
    <p:extLst>
      <p:ext uri="{BB962C8B-B14F-4D97-AF65-F5344CB8AC3E}">
        <p14:creationId xmlns:p14="http://schemas.microsoft.com/office/powerpoint/2010/main" val="881530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09C3E-CF29-1C1E-E53E-82510D3E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D6DC-6EC4-E305-28CB-FD9B67888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choice</a:t>
            </a:r>
            <a:r>
              <a:rPr lang="fi-FI" dirty="0"/>
              <a:t> of a </a:t>
            </a:r>
            <a:r>
              <a:rPr lang="fi-FI" dirty="0" err="1"/>
              <a:t>time</a:t>
            </a:r>
            <a:r>
              <a:rPr lang="fi-FI" dirty="0"/>
              <a:t> </a:t>
            </a:r>
            <a:r>
              <a:rPr lang="fi-FI" dirty="0" err="1"/>
              <a:t>axis</a:t>
            </a:r>
            <a:endParaRPr lang="fr-FR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E315C3A-25F5-A9C9-43C9-675B206F8B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4" y="2447925"/>
          <a:ext cx="105155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43">
                  <a:extLst>
                    <a:ext uri="{9D8B030D-6E8A-4147-A177-3AD203B41FA5}">
                      <a16:colId xmlns:a16="http://schemas.microsoft.com/office/drawing/2014/main" val="2279778937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02633225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739341689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34352693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25236020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38393746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97633151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38241678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65804802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83567554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049384956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27129858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4075121659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161467940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98745949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140121961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358671384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0982942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19039648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92671624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514897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3250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30031C-9F27-08B4-AE1B-FAF211E0D1B2}"/>
              </a:ext>
            </a:extLst>
          </p:cNvPr>
          <p:cNvSpPr txBox="1"/>
          <p:nvPr/>
        </p:nvSpPr>
        <p:spPr>
          <a:xfrm>
            <a:off x="8051800" y="336310"/>
            <a:ext cx="414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A 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one</a:t>
            </a:r>
            <a:r>
              <a:rPr lang="fi-FI" dirty="0"/>
              <a:t> baby at </a:t>
            </a:r>
            <a:r>
              <a:rPr lang="fi-FI" dirty="0" err="1"/>
              <a:t>age</a:t>
            </a:r>
            <a:r>
              <a:rPr lang="fi-FI" dirty="0"/>
              <a:t> 22</a:t>
            </a:r>
          </a:p>
          <a:p>
            <a:r>
              <a:rPr lang="fi-FI" dirty="0"/>
              <a:t>B 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one</a:t>
            </a:r>
            <a:r>
              <a:rPr lang="fi-FI" dirty="0"/>
              <a:t> baby at </a:t>
            </a:r>
            <a:r>
              <a:rPr lang="fi-FI" dirty="0" err="1"/>
              <a:t>age</a:t>
            </a:r>
            <a:r>
              <a:rPr lang="fi-FI" dirty="0"/>
              <a:t> 35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6C52BE-1BFE-603A-C455-673A38D2C655}"/>
              </a:ext>
            </a:extLst>
          </p:cNvPr>
          <p:cNvSpPr txBox="1"/>
          <p:nvPr/>
        </p:nvSpPr>
        <p:spPr>
          <a:xfrm>
            <a:off x="749300" y="2077085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829DFA-E97C-703C-8BD4-FDC516EBF4FF}"/>
              </a:ext>
            </a:extLst>
          </p:cNvPr>
          <p:cNvSpPr txBox="1"/>
          <p:nvPr/>
        </p:nvSpPr>
        <p:spPr>
          <a:xfrm>
            <a:off x="3327400" y="2077085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25</a:t>
            </a: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E1B010-0951-BB15-AA81-3DA593421E2C}"/>
              </a:ext>
            </a:extLst>
          </p:cNvPr>
          <p:cNvSpPr txBox="1"/>
          <p:nvPr/>
        </p:nvSpPr>
        <p:spPr>
          <a:xfrm>
            <a:off x="5905500" y="2077085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30</a:t>
            </a:r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8A700B-AEAB-8316-9FD9-C6075BC0993E}"/>
              </a:ext>
            </a:extLst>
          </p:cNvPr>
          <p:cNvSpPr txBox="1"/>
          <p:nvPr/>
        </p:nvSpPr>
        <p:spPr>
          <a:xfrm>
            <a:off x="8331200" y="2061528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35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31D346-42CC-8531-7CA9-1343508536F5}"/>
              </a:ext>
            </a:extLst>
          </p:cNvPr>
          <p:cNvSpPr txBox="1"/>
          <p:nvPr/>
        </p:nvSpPr>
        <p:spPr>
          <a:xfrm>
            <a:off x="10845800" y="2023428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</a:t>
            </a:r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22ECE8-C5B4-89DA-22C3-405A6DE723DB}"/>
              </a:ext>
            </a:extLst>
          </p:cNvPr>
          <p:cNvSpPr txBox="1"/>
          <p:nvPr/>
        </p:nvSpPr>
        <p:spPr>
          <a:xfrm>
            <a:off x="228600" y="2432368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A</a:t>
            </a:r>
            <a:endParaRPr lang="fr-FR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BE2FD-7234-62A5-0B32-367D91E65A32}"/>
              </a:ext>
            </a:extLst>
          </p:cNvPr>
          <p:cNvSpPr txBox="1"/>
          <p:nvPr/>
        </p:nvSpPr>
        <p:spPr>
          <a:xfrm>
            <a:off x="241300" y="3158491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B</a:t>
            </a:r>
            <a:endParaRPr lang="fr-FR" b="1" dirty="0"/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D84B1D06-A3B7-70C0-0545-0D507090AF66}"/>
              </a:ext>
            </a:extLst>
          </p:cNvPr>
          <p:cNvGraphicFramePr>
            <a:graphicFrameLocks/>
          </p:cNvGraphicFramePr>
          <p:nvPr/>
        </p:nvGraphicFramePr>
        <p:xfrm>
          <a:off x="838200" y="3158491"/>
          <a:ext cx="105155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43">
                  <a:extLst>
                    <a:ext uri="{9D8B030D-6E8A-4147-A177-3AD203B41FA5}">
                      <a16:colId xmlns:a16="http://schemas.microsoft.com/office/drawing/2014/main" val="2279778937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02633225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739341689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34352693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25236020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38393746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97633151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38241678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65804802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83567554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049384956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27129858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4075121659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161467940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98745949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140121961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358671384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0982942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19039648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92671624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514897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32503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1B3F817-01ED-0934-624A-6D986D2E3EF9}"/>
              </a:ext>
            </a:extLst>
          </p:cNvPr>
          <p:cNvSpPr txBox="1"/>
          <p:nvPr/>
        </p:nvSpPr>
        <p:spPr>
          <a:xfrm>
            <a:off x="4108448" y="2120582"/>
            <a:ext cx="397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FULL TIME</a:t>
            </a:r>
            <a:endParaRPr lang="fr-FR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6AC29D-F3B1-7A18-D7B4-95E899B05B15}"/>
              </a:ext>
            </a:extLst>
          </p:cNvPr>
          <p:cNvSpPr txBox="1"/>
          <p:nvPr/>
        </p:nvSpPr>
        <p:spPr>
          <a:xfrm>
            <a:off x="8928100" y="3529331"/>
            <a:ext cx="19177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>
                <a:solidFill>
                  <a:srgbClr val="00B0F0"/>
                </a:solidFill>
              </a:rPr>
              <a:t>PART-TIME</a:t>
            </a:r>
            <a:endParaRPr lang="fr-FR" b="1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609D32-21B3-8B93-860B-A6F40EBA2B45}"/>
              </a:ext>
            </a:extLst>
          </p:cNvPr>
          <p:cNvSpPr txBox="1"/>
          <p:nvPr/>
        </p:nvSpPr>
        <p:spPr>
          <a:xfrm>
            <a:off x="1752600" y="2120582"/>
            <a:ext cx="92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>
                <a:solidFill>
                  <a:srgbClr val="FFC000"/>
                </a:solidFill>
              </a:rPr>
              <a:t>LEAVE</a:t>
            </a:r>
            <a:endParaRPr lang="fr-FR" b="1" dirty="0">
              <a:solidFill>
                <a:srgbClr val="FFC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ABFFE7-F34A-3C38-9B40-65FF857B50DD}"/>
              </a:ext>
            </a:extLst>
          </p:cNvPr>
          <p:cNvSpPr txBox="1"/>
          <p:nvPr/>
        </p:nvSpPr>
        <p:spPr>
          <a:xfrm>
            <a:off x="342900" y="1485900"/>
            <a:ext cx="25781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500" b="1" u="sng" dirty="0"/>
              <a:t>ALIGNED </a:t>
            </a:r>
            <a:r>
              <a:rPr lang="fi-FI" sz="2500" b="1" u="sng" dirty="0" err="1"/>
              <a:t>by</a:t>
            </a:r>
            <a:r>
              <a:rPr lang="fi-FI" sz="2500" b="1" u="sng" dirty="0"/>
              <a:t> AGE</a:t>
            </a:r>
            <a:endParaRPr lang="fr-FR" sz="2500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0B7672-4BDA-D178-9080-6D140B3338A7}"/>
              </a:ext>
            </a:extLst>
          </p:cNvPr>
          <p:cNvSpPr txBox="1"/>
          <p:nvPr/>
        </p:nvSpPr>
        <p:spPr>
          <a:xfrm>
            <a:off x="342900" y="3744428"/>
            <a:ext cx="31369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500" b="1" u="sng" dirty="0"/>
              <a:t>ALIGNED </a:t>
            </a:r>
            <a:r>
              <a:rPr lang="fi-FI" sz="2500" b="1" u="sng" dirty="0" err="1"/>
              <a:t>by</a:t>
            </a:r>
            <a:r>
              <a:rPr lang="fi-FI" sz="2500" b="1" u="sng" dirty="0"/>
              <a:t> EVENT</a:t>
            </a:r>
            <a:endParaRPr lang="fr-FR" sz="2500" b="1" u="sng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A32BE20-C7BD-DF89-C4BC-6E6D7A3E3B73}"/>
              </a:ext>
            </a:extLst>
          </p:cNvPr>
          <p:cNvGraphicFramePr>
            <a:graphicFrameLocks noGrp="1"/>
          </p:cNvGraphicFramePr>
          <p:nvPr/>
        </p:nvGraphicFramePr>
        <p:xfrm>
          <a:off x="3403600" y="4543425"/>
          <a:ext cx="500742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43">
                  <a:extLst>
                    <a:ext uri="{9D8B030D-6E8A-4147-A177-3AD203B41FA5}">
                      <a16:colId xmlns:a16="http://schemas.microsoft.com/office/drawing/2014/main" val="3706618328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297348802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03596246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538916893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59018593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61539082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03495728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2723425399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558278585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6788447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816913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4AB9D73-85BC-767E-4BF3-8E7B29959347}"/>
              </a:ext>
            </a:extLst>
          </p:cNvPr>
          <p:cNvGraphicFramePr>
            <a:graphicFrameLocks noGrp="1"/>
          </p:cNvGraphicFramePr>
          <p:nvPr/>
        </p:nvGraphicFramePr>
        <p:xfrm>
          <a:off x="3403600" y="5368925"/>
          <a:ext cx="500742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43">
                  <a:extLst>
                    <a:ext uri="{9D8B030D-6E8A-4147-A177-3AD203B41FA5}">
                      <a16:colId xmlns:a16="http://schemas.microsoft.com/office/drawing/2014/main" val="3706618328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297348802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03596246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538916893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59018593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61539082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03495728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2723425399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558278585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6788447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81691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E498509-FA8D-ED86-DD44-B8B949B3AECB}"/>
              </a:ext>
            </a:extLst>
          </p:cNvPr>
          <p:cNvSpPr txBox="1"/>
          <p:nvPr/>
        </p:nvSpPr>
        <p:spPr>
          <a:xfrm>
            <a:off x="2806700" y="4532463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A</a:t>
            </a:r>
            <a:endParaRPr lang="fr-FR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3BFD37-6026-1AE9-ADD8-19AA0AB8CBE2}"/>
              </a:ext>
            </a:extLst>
          </p:cNvPr>
          <p:cNvSpPr txBox="1"/>
          <p:nvPr/>
        </p:nvSpPr>
        <p:spPr>
          <a:xfrm>
            <a:off x="2806700" y="5368925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B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7B33FE-AEA1-F21B-9571-B3258BA4B823}"/>
              </a:ext>
            </a:extLst>
          </p:cNvPr>
          <p:cNvSpPr/>
          <p:nvPr/>
        </p:nvSpPr>
        <p:spPr>
          <a:xfrm>
            <a:off x="4343400" y="4239897"/>
            <a:ext cx="596900" cy="1754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24065-0A62-10FF-8100-B69E38D4674E}"/>
              </a:ext>
            </a:extLst>
          </p:cNvPr>
          <p:cNvSpPr txBox="1"/>
          <p:nvPr/>
        </p:nvSpPr>
        <p:spPr>
          <a:xfrm>
            <a:off x="4368800" y="3900171"/>
            <a:ext cx="68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200" b="1" dirty="0">
                <a:solidFill>
                  <a:schemeClr val="accent2"/>
                </a:solidFill>
              </a:rPr>
              <a:t>t0</a:t>
            </a:r>
            <a:endParaRPr lang="fr-FR" sz="2200" b="1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BF1EE-4FB8-0C21-1215-3D601198DB5E}"/>
              </a:ext>
            </a:extLst>
          </p:cNvPr>
          <p:cNvSpPr txBox="1"/>
          <p:nvPr/>
        </p:nvSpPr>
        <p:spPr>
          <a:xfrm>
            <a:off x="3403600" y="4161623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F08DD2-C030-0E52-FDD0-12303EF8D9A2}"/>
              </a:ext>
            </a:extLst>
          </p:cNvPr>
          <p:cNvSpPr txBox="1"/>
          <p:nvPr/>
        </p:nvSpPr>
        <p:spPr>
          <a:xfrm>
            <a:off x="3448050" y="5033010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33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1218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05D11-7631-B5ED-8C7F-D4B0E4B9F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What</a:t>
            </a:r>
            <a:r>
              <a:rPr lang="fi-FI" dirty="0"/>
              <a:t> </a:t>
            </a:r>
            <a:r>
              <a:rPr lang="fi-FI" dirty="0" err="1"/>
              <a:t>changes</a:t>
            </a:r>
            <a:r>
              <a:rPr lang="fi-FI" dirty="0"/>
              <a:t>?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B1DD41-2E0F-D12E-E9EC-E6699BAEED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913161"/>
              </p:ext>
            </p:extLst>
          </p:nvPr>
        </p:nvGraphicFramePr>
        <p:xfrm>
          <a:off x="838200" y="13684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3CD005-7830-EBC4-A849-448ECEB329E6}"/>
              </a:ext>
            </a:extLst>
          </p:cNvPr>
          <p:cNvSpPr txBox="1"/>
          <p:nvPr/>
        </p:nvSpPr>
        <p:spPr>
          <a:xfrm>
            <a:off x="1422400" y="5799733"/>
            <a:ext cx="9575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i="1" dirty="0"/>
              <a:t>Ideally</a:t>
            </a:r>
            <a:r>
              <a:rPr lang="en-US" sz="2600" b="1" i="1" dirty="0"/>
              <a:t>, the research question determines alignment, but alignment also changes the research question in practice</a:t>
            </a:r>
          </a:p>
        </p:txBody>
      </p:sp>
    </p:spTree>
    <p:extLst>
      <p:ext uri="{BB962C8B-B14F-4D97-AF65-F5344CB8AC3E}">
        <p14:creationId xmlns:p14="http://schemas.microsoft.com/office/powerpoint/2010/main" val="25442111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23E6-A3C3-AAAE-F10C-F28E57D9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A </a:t>
            </a:r>
            <a:r>
              <a:rPr lang="fi-FI" dirty="0" err="1"/>
              <a:t>third</a:t>
            </a:r>
            <a:r>
              <a:rPr lang="fi-FI" dirty="0"/>
              <a:t> </a:t>
            </a:r>
            <a:r>
              <a:rPr lang="fi-FI" dirty="0" err="1"/>
              <a:t>alternative</a:t>
            </a:r>
            <a:endParaRPr lang="fr-FR" dirty="0"/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78DCBAE9-12A9-0DCF-9ABF-C8A04A28DF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0119384"/>
              </p:ext>
            </p:extLst>
          </p:nvPr>
        </p:nvGraphicFramePr>
        <p:xfrm>
          <a:off x="838208" y="2115185"/>
          <a:ext cx="105155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43">
                  <a:extLst>
                    <a:ext uri="{9D8B030D-6E8A-4147-A177-3AD203B41FA5}">
                      <a16:colId xmlns:a16="http://schemas.microsoft.com/office/drawing/2014/main" val="2279778937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02633225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739341689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34352693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25236020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38393746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97633151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38241678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65804802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83567554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049384956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27129858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4075121659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161467940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98745949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140121961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358671384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0982942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19039648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92671624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514897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3250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A89E8E2-98A5-D486-519B-7EA7AC361F56}"/>
              </a:ext>
            </a:extLst>
          </p:cNvPr>
          <p:cNvSpPr txBox="1"/>
          <p:nvPr/>
        </p:nvSpPr>
        <p:spPr>
          <a:xfrm>
            <a:off x="749304" y="1744345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</a:t>
            </a: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517B2E-F2E0-8E1F-91A2-10CDBC18BFCD}"/>
              </a:ext>
            </a:extLst>
          </p:cNvPr>
          <p:cNvSpPr txBox="1"/>
          <p:nvPr/>
        </p:nvSpPr>
        <p:spPr>
          <a:xfrm>
            <a:off x="3327404" y="1744345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25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C6558C-2EC2-38E7-B89A-DF6A5AB3D73B}"/>
              </a:ext>
            </a:extLst>
          </p:cNvPr>
          <p:cNvSpPr txBox="1"/>
          <p:nvPr/>
        </p:nvSpPr>
        <p:spPr>
          <a:xfrm>
            <a:off x="5905504" y="1744345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30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58CFD-6F4F-1606-0B53-4B0858300B61}"/>
              </a:ext>
            </a:extLst>
          </p:cNvPr>
          <p:cNvSpPr txBox="1"/>
          <p:nvPr/>
        </p:nvSpPr>
        <p:spPr>
          <a:xfrm>
            <a:off x="8331204" y="1728788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/>
              <a:t>35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6C3E1D-516B-B099-22BA-7B47F826A8F9}"/>
              </a:ext>
            </a:extLst>
          </p:cNvPr>
          <p:cNvSpPr txBox="1"/>
          <p:nvPr/>
        </p:nvSpPr>
        <p:spPr>
          <a:xfrm>
            <a:off x="10845804" y="1690688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628EA0-0F5C-DBC4-8E98-9977BFA87ED7}"/>
              </a:ext>
            </a:extLst>
          </p:cNvPr>
          <p:cNvSpPr txBox="1"/>
          <p:nvPr/>
        </p:nvSpPr>
        <p:spPr>
          <a:xfrm>
            <a:off x="228604" y="2099628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A</a:t>
            </a:r>
            <a:endParaRPr lang="fr-F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36D72-6289-FFDA-5BE5-132C5EE75B90}"/>
              </a:ext>
            </a:extLst>
          </p:cNvPr>
          <p:cNvSpPr txBox="1"/>
          <p:nvPr/>
        </p:nvSpPr>
        <p:spPr>
          <a:xfrm>
            <a:off x="241304" y="2825751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B</a:t>
            </a:r>
            <a:endParaRPr lang="fr-FR" b="1" dirty="0"/>
          </a:p>
        </p:txBody>
      </p:sp>
      <p:graphicFrame>
        <p:nvGraphicFramePr>
          <p:cNvPr id="12" name="Content Placeholder 6">
            <a:extLst>
              <a:ext uri="{FF2B5EF4-FFF2-40B4-BE49-F238E27FC236}">
                <a16:creationId xmlns:a16="http://schemas.microsoft.com/office/drawing/2014/main" id="{ADA9C56C-8CEC-BA90-35E8-52E5E3843B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6899842"/>
              </p:ext>
            </p:extLst>
          </p:nvPr>
        </p:nvGraphicFramePr>
        <p:xfrm>
          <a:off x="838204" y="2825751"/>
          <a:ext cx="105155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43">
                  <a:extLst>
                    <a:ext uri="{9D8B030D-6E8A-4147-A177-3AD203B41FA5}">
                      <a16:colId xmlns:a16="http://schemas.microsoft.com/office/drawing/2014/main" val="2279778937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02633225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739341689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34352693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25236020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38393746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97633151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38241678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65804802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835675546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049384956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27129858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4075121659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161467940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98745949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140121961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358671384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0982942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19039648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92671624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514897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32503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400D613-E756-F93F-2233-A11ECBA80CCD}"/>
              </a:ext>
            </a:extLst>
          </p:cNvPr>
          <p:cNvSpPr txBox="1"/>
          <p:nvPr/>
        </p:nvSpPr>
        <p:spPr>
          <a:xfrm>
            <a:off x="4108452" y="1787842"/>
            <a:ext cx="397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FULL TIME</a:t>
            </a:r>
            <a:endParaRPr lang="fr-F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565B43-AF0E-6627-70D6-13A0BE3ACAE1}"/>
              </a:ext>
            </a:extLst>
          </p:cNvPr>
          <p:cNvSpPr txBox="1"/>
          <p:nvPr/>
        </p:nvSpPr>
        <p:spPr>
          <a:xfrm>
            <a:off x="8928104" y="3196591"/>
            <a:ext cx="19177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>
                <a:solidFill>
                  <a:srgbClr val="00B0F0"/>
                </a:solidFill>
              </a:rPr>
              <a:t>PART-TIME</a:t>
            </a:r>
            <a:endParaRPr lang="fr-FR" b="1" dirty="0">
              <a:solidFill>
                <a:srgbClr val="00B0F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27D446-5ACA-A801-F5B9-336CE0581B26}"/>
              </a:ext>
            </a:extLst>
          </p:cNvPr>
          <p:cNvSpPr txBox="1"/>
          <p:nvPr/>
        </p:nvSpPr>
        <p:spPr>
          <a:xfrm>
            <a:off x="1752604" y="1787842"/>
            <a:ext cx="92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>
                <a:solidFill>
                  <a:srgbClr val="FFC000"/>
                </a:solidFill>
              </a:rPr>
              <a:t>LEAVE</a:t>
            </a:r>
            <a:endParaRPr lang="fr-FR" b="1" dirty="0">
              <a:solidFill>
                <a:srgbClr val="FFC000"/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38A9BBD-EF74-91F5-B235-24BEF5C6B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808016"/>
              </p:ext>
            </p:extLst>
          </p:nvPr>
        </p:nvGraphicFramePr>
        <p:xfrm>
          <a:off x="1343022" y="4523145"/>
          <a:ext cx="500742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43">
                  <a:extLst>
                    <a:ext uri="{9D8B030D-6E8A-4147-A177-3AD203B41FA5}">
                      <a16:colId xmlns:a16="http://schemas.microsoft.com/office/drawing/2014/main" val="1741620592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50094954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844334305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609213618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226970298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4271294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445890761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86941137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4205412571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120654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18901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A33287A-8837-DFAE-908F-F3FF3D070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432218"/>
              </p:ext>
            </p:extLst>
          </p:nvPr>
        </p:nvGraphicFramePr>
        <p:xfrm>
          <a:off x="1343022" y="5262921"/>
          <a:ext cx="5007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42">
                  <a:extLst>
                    <a:ext uri="{9D8B030D-6E8A-4147-A177-3AD203B41FA5}">
                      <a16:colId xmlns:a16="http://schemas.microsoft.com/office/drawing/2014/main" val="2067634969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7151477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505149151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2501711281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807215769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664145958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997423898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503795481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01329989"/>
                    </a:ext>
                  </a:extLst>
                </a:gridCol>
                <a:gridCol w="500742">
                  <a:extLst>
                    <a:ext uri="{9D8B030D-6E8A-4147-A177-3AD203B41FA5}">
                      <a16:colId xmlns:a16="http://schemas.microsoft.com/office/drawing/2014/main" val="4170148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2985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FD1C431-420C-6AE6-EA96-2B88EBF62D5E}"/>
              </a:ext>
            </a:extLst>
          </p:cNvPr>
          <p:cNvSpPr txBox="1"/>
          <p:nvPr/>
        </p:nvSpPr>
        <p:spPr>
          <a:xfrm>
            <a:off x="708022" y="4536798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A</a:t>
            </a:r>
            <a:endParaRPr lang="fr-FR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729AE7-234E-805D-8F64-447239A84C81}"/>
              </a:ext>
            </a:extLst>
          </p:cNvPr>
          <p:cNvSpPr txBox="1"/>
          <p:nvPr/>
        </p:nvSpPr>
        <p:spPr>
          <a:xfrm>
            <a:off x="720722" y="5262921"/>
            <a:ext cx="5969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B</a:t>
            </a:r>
            <a:endParaRPr lang="fr-FR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076BB8-29E3-7C7B-559A-4C0D65D545EB}"/>
              </a:ext>
            </a:extLst>
          </p:cNvPr>
          <p:cNvSpPr txBox="1"/>
          <p:nvPr/>
        </p:nvSpPr>
        <p:spPr>
          <a:xfrm>
            <a:off x="279404" y="3665857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3000" b="1" u="sng" dirty="0"/>
              <a:t>ALIGNED </a:t>
            </a:r>
            <a:r>
              <a:rPr lang="fi-FI" sz="3000" b="1" u="sng" dirty="0" err="1"/>
              <a:t>by</a:t>
            </a:r>
            <a:r>
              <a:rPr lang="fi-FI" sz="3000" b="1" u="sng" dirty="0"/>
              <a:t> CALENDAR YEAR</a:t>
            </a:r>
            <a:endParaRPr lang="fr-FR" sz="3000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402379-E600-FBE1-6696-06FE1F2D3BFC}"/>
              </a:ext>
            </a:extLst>
          </p:cNvPr>
          <p:cNvSpPr txBox="1"/>
          <p:nvPr/>
        </p:nvSpPr>
        <p:spPr>
          <a:xfrm>
            <a:off x="3208821" y="6002697"/>
            <a:ext cx="89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>
                <a:solidFill>
                  <a:schemeClr val="accent1">
                    <a:lumMod val="75000"/>
                  </a:schemeClr>
                </a:solidFill>
              </a:rPr>
              <a:t>2015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DA6931-8C4F-112E-52C2-D9FF9CFB64B5}"/>
              </a:ext>
            </a:extLst>
          </p:cNvPr>
          <p:cNvSpPr/>
          <p:nvPr/>
        </p:nvSpPr>
        <p:spPr>
          <a:xfrm>
            <a:off x="3308351" y="4248194"/>
            <a:ext cx="538384" cy="1754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A7529A-6200-A223-8D1B-C5DA399C88C5}"/>
              </a:ext>
            </a:extLst>
          </p:cNvPr>
          <p:cNvSpPr txBox="1"/>
          <p:nvPr/>
        </p:nvSpPr>
        <p:spPr>
          <a:xfrm>
            <a:off x="1304921" y="5789692"/>
            <a:ext cx="78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2011</a:t>
            </a:r>
            <a:endParaRPr lang="fr-F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A78B35-7F9D-9F65-EC65-770BEE0D3B05}"/>
              </a:ext>
            </a:extLst>
          </p:cNvPr>
          <p:cNvSpPr txBox="1"/>
          <p:nvPr/>
        </p:nvSpPr>
        <p:spPr>
          <a:xfrm>
            <a:off x="5712795" y="5765284"/>
            <a:ext cx="78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2020</a:t>
            </a:r>
            <a:endParaRPr lang="fr-FR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1F6955-9287-FBD4-DDB1-7F7655C6B25A}"/>
              </a:ext>
            </a:extLst>
          </p:cNvPr>
          <p:cNvSpPr txBox="1"/>
          <p:nvPr/>
        </p:nvSpPr>
        <p:spPr>
          <a:xfrm>
            <a:off x="7253080" y="4195624"/>
            <a:ext cx="448503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Alignment defines what is </a:t>
            </a:r>
            <a:r>
              <a:rPr lang="en-US" sz="2400" b="1" i="1" dirty="0"/>
              <a:t>held constant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 alignment holds </a:t>
            </a:r>
            <a:r>
              <a:rPr lang="en-US" b="1" dirty="0"/>
              <a:t>age</a:t>
            </a:r>
            <a:r>
              <a:rPr lang="en-US" dirty="0"/>
              <a:t> constant.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 alignment holds </a:t>
            </a:r>
            <a:r>
              <a:rPr lang="en-US" b="1" dirty="0"/>
              <a:t>distance from the event</a:t>
            </a:r>
            <a:r>
              <a:rPr lang="en-US" dirty="0"/>
              <a:t> constant.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Calendar alignment holds </a:t>
            </a:r>
            <a:r>
              <a:rPr lang="en-US" b="1" dirty="0"/>
              <a:t>historical time</a:t>
            </a:r>
            <a:r>
              <a:rPr lang="en-US" dirty="0"/>
              <a:t> constant.</a:t>
            </a:r>
          </a:p>
        </p:txBody>
      </p:sp>
    </p:spTree>
    <p:extLst>
      <p:ext uri="{BB962C8B-B14F-4D97-AF65-F5344CB8AC3E}">
        <p14:creationId xmlns:p14="http://schemas.microsoft.com/office/powerpoint/2010/main" val="21063394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A6344-F35B-6350-4620-F9743769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865"/>
            <a:ext cx="10515600" cy="1325563"/>
          </a:xfrm>
        </p:spPr>
        <p:txBody>
          <a:bodyPr/>
          <a:lstStyle/>
          <a:p>
            <a:r>
              <a:rPr lang="en-US" dirty="0"/>
              <a:t>What time unit? Year or month?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3D34B9-5CA0-4173-F74A-FEF870DD4A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624007"/>
              </p:ext>
            </p:extLst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429661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37588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2015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2016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39115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6547E0D-D701-6CC9-05DB-B6203DCCA4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6246020"/>
              </p:ext>
            </p:extLst>
          </p:nvPr>
        </p:nvGraphicFramePr>
        <p:xfrm>
          <a:off x="463463" y="3869455"/>
          <a:ext cx="11398680" cy="9144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74945">
                  <a:extLst>
                    <a:ext uri="{9D8B030D-6E8A-4147-A177-3AD203B41FA5}">
                      <a16:colId xmlns:a16="http://schemas.microsoft.com/office/drawing/2014/main" val="1742966115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1427063808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1823801513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1325328425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2601623118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1431608676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3124125060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772502468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2248379852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3595966790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726676443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1984901996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1737588646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1316039737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2681411306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166491592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174257368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2522074410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3401641752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978820893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4031213408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1942297084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1548740160"/>
                    </a:ext>
                  </a:extLst>
                </a:gridCol>
                <a:gridCol w="474945">
                  <a:extLst>
                    <a:ext uri="{9D8B030D-6E8A-4147-A177-3AD203B41FA5}">
                      <a16:colId xmlns:a16="http://schemas.microsoft.com/office/drawing/2014/main" val="1018157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J</a:t>
                      </a:r>
                    </a:p>
                    <a:p>
                      <a:r>
                        <a:rPr lang="fi-FI" dirty="0"/>
                        <a:t>2015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F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J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J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O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J</a:t>
                      </a:r>
                    </a:p>
                    <a:p>
                      <a:r>
                        <a:rPr lang="fi-FI" dirty="0"/>
                        <a:t>2016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F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M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A 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M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J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J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O 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N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D</a:t>
                      </a:r>
                      <a:endParaRPr lang="fr-FR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39115"/>
                  </a:ext>
                </a:extLst>
              </a:tr>
            </a:tbl>
          </a:graphicData>
        </a:graphic>
      </p:graphicFrame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46AA0B53-FB5F-65B2-6962-309E48AEC35A}"/>
              </a:ext>
            </a:extLst>
          </p:cNvPr>
          <p:cNvSpPr/>
          <p:nvPr/>
        </p:nvSpPr>
        <p:spPr>
          <a:xfrm rot="1741840">
            <a:off x="4121612" y="3294414"/>
            <a:ext cx="925825" cy="375154"/>
          </a:xfrm>
          <a:prstGeom prst="curvedDown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32B5F0-16FC-617F-C836-A08F189D1022}"/>
              </a:ext>
            </a:extLst>
          </p:cNvPr>
          <p:cNvSpPr txBox="1"/>
          <p:nvPr/>
        </p:nvSpPr>
        <p:spPr>
          <a:xfrm>
            <a:off x="1351767" y="3158232"/>
            <a:ext cx="2932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Captures</a:t>
            </a:r>
            <a:r>
              <a:rPr lang="fi-FI" dirty="0"/>
              <a:t> </a:t>
            </a:r>
            <a:r>
              <a:rPr lang="fi-FI" dirty="0" err="1"/>
              <a:t>shorter</a:t>
            </a:r>
            <a:r>
              <a:rPr lang="fi-FI" dirty="0"/>
              <a:t> </a:t>
            </a:r>
            <a:r>
              <a:rPr lang="fi-FI" dirty="0" err="1"/>
              <a:t>spells</a:t>
            </a:r>
            <a:r>
              <a:rPr lang="fi-FI" dirty="0"/>
              <a:t>, </a:t>
            </a:r>
            <a:r>
              <a:rPr lang="fi-FI" dirty="0" err="1"/>
              <a:t>more</a:t>
            </a:r>
            <a:r>
              <a:rPr lang="fi-FI" dirty="0"/>
              <a:t> </a:t>
            </a:r>
            <a:r>
              <a:rPr lang="fi-FI" dirty="0" err="1"/>
              <a:t>precise</a:t>
            </a:r>
            <a:endParaRPr lang="fr-FR" dirty="0"/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11E0EEB4-FA7A-836C-50F3-C2A22C687043}"/>
              </a:ext>
            </a:extLst>
          </p:cNvPr>
          <p:cNvSpPr/>
          <p:nvPr/>
        </p:nvSpPr>
        <p:spPr>
          <a:xfrm rot="11831960">
            <a:off x="5650352" y="2450232"/>
            <a:ext cx="925825" cy="375154"/>
          </a:xfrm>
          <a:prstGeom prst="curvedDown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6B273-4862-4294-30CF-0AA6B2D41E90}"/>
              </a:ext>
            </a:extLst>
          </p:cNvPr>
          <p:cNvSpPr txBox="1"/>
          <p:nvPr/>
        </p:nvSpPr>
        <p:spPr>
          <a:xfrm>
            <a:off x="6719397" y="2492682"/>
            <a:ext cx="293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Easier</a:t>
            </a:r>
            <a:r>
              <a:rPr lang="fi-FI" dirty="0"/>
              <a:t> to </a:t>
            </a:r>
            <a:r>
              <a:rPr lang="fi-FI" dirty="0" err="1"/>
              <a:t>interpret</a:t>
            </a:r>
            <a:endParaRPr lang="fr-FR" dirty="0"/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8C2400E-6812-9A64-71B7-78765A746395}"/>
              </a:ext>
            </a:extLst>
          </p:cNvPr>
          <p:cNvSpPr/>
          <p:nvPr/>
        </p:nvSpPr>
        <p:spPr>
          <a:xfrm rot="11664175">
            <a:off x="5633087" y="5096042"/>
            <a:ext cx="925825" cy="375154"/>
          </a:xfrm>
          <a:prstGeom prst="curvedDown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1E245C-BC37-05B3-AB51-800EC77CE1E0}"/>
              </a:ext>
            </a:extLst>
          </p:cNvPr>
          <p:cNvSpPr txBox="1"/>
          <p:nvPr/>
        </p:nvSpPr>
        <p:spPr>
          <a:xfrm>
            <a:off x="6719397" y="4960453"/>
            <a:ext cx="3890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Requires</a:t>
            </a:r>
            <a:r>
              <a:rPr lang="fi-FI" dirty="0"/>
              <a:t> </a:t>
            </a:r>
            <a:r>
              <a:rPr lang="fi-FI" dirty="0" err="1"/>
              <a:t>very</a:t>
            </a:r>
            <a:r>
              <a:rPr lang="fi-FI" dirty="0"/>
              <a:t> </a:t>
            </a:r>
            <a:r>
              <a:rPr lang="fi-FI" dirty="0" err="1"/>
              <a:t>precise</a:t>
            </a:r>
            <a:r>
              <a:rPr lang="fi-FI" dirty="0"/>
              <a:t> data,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create</a:t>
            </a:r>
            <a:r>
              <a:rPr lang="fi-FI" dirty="0"/>
              <a:t> </a:t>
            </a:r>
            <a:r>
              <a:rPr lang="fi-FI" dirty="0" err="1"/>
              <a:t>noise</a:t>
            </a:r>
            <a:r>
              <a:rPr lang="fi-FI" dirty="0"/>
              <a:t> and </a:t>
            </a:r>
            <a:r>
              <a:rPr lang="fi-FI" dirty="0" err="1"/>
              <a:t>misreport</a:t>
            </a:r>
            <a:endParaRPr lang="fr-FR" dirty="0"/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FD4D2E1F-0423-3E0C-2BD2-2238845BDE72}"/>
              </a:ext>
            </a:extLst>
          </p:cNvPr>
          <p:cNvSpPr/>
          <p:nvPr/>
        </p:nvSpPr>
        <p:spPr>
          <a:xfrm rot="2074019">
            <a:off x="9330353" y="1191404"/>
            <a:ext cx="925825" cy="375154"/>
          </a:xfrm>
          <a:prstGeom prst="curvedDown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BF0FEF-15C6-9775-5418-324DB51C4EC0}"/>
              </a:ext>
            </a:extLst>
          </p:cNvPr>
          <p:cNvSpPr txBox="1"/>
          <p:nvPr/>
        </p:nvSpPr>
        <p:spPr>
          <a:xfrm>
            <a:off x="6366622" y="1162075"/>
            <a:ext cx="2932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Can </a:t>
            </a:r>
            <a:r>
              <a:rPr lang="fi-FI" dirty="0" err="1"/>
              <a:t>hide</a:t>
            </a:r>
            <a:r>
              <a:rPr lang="fi-FI" dirty="0"/>
              <a:t> </a:t>
            </a:r>
            <a:r>
              <a:rPr lang="fi-FI" dirty="0" err="1"/>
              <a:t>instability</a:t>
            </a:r>
            <a:r>
              <a:rPr lang="fi-FI" dirty="0"/>
              <a:t>, </a:t>
            </a:r>
            <a:r>
              <a:rPr lang="fi-FI" dirty="0" err="1"/>
              <a:t>ignores</a:t>
            </a:r>
            <a:r>
              <a:rPr lang="fi-FI" dirty="0"/>
              <a:t> </a:t>
            </a:r>
            <a:r>
              <a:rPr lang="fi-FI" dirty="0" err="1"/>
              <a:t>changes</a:t>
            </a:r>
            <a:r>
              <a:rPr lang="fi-FI" dirty="0"/>
              <a:t> </a:t>
            </a:r>
            <a:r>
              <a:rPr lang="fi-FI" dirty="0" err="1"/>
              <a:t>within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years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2166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59E8D-3775-115C-046F-EC70726B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Missingness</a:t>
            </a:r>
            <a:r>
              <a:rPr lang="fr-FR" dirty="0"/>
              <a:t>, </a:t>
            </a:r>
            <a:r>
              <a:rPr lang="fr-FR" dirty="0" err="1"/>
              <a:t>censoring</a:t>
            </a:r>
            <a:r>
              <a:rPr lang="fr-FR" dirty="0"/>
              <a:t>, </a:t>
            </a:r>
            <a:r>
              <a:rPr lang="fr-FR" dirty="0" err="1"/>
              <a:t>incomplete</a:t>
            </a:r>
            <a:r>
              <a:rPr lang="fr-FR" dirty="0"/>
              <a:t> histories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8DAF8B75-9A46-EE80-313C-7948E9BC6DDA}"/>
              </a:ext>
            </a:extLst>
          </p:cNvPr>
          <p:cNvSpPr/>
          <p:nvPr/>
        </p:nvSpPr>
        <p:spPr>
          <a:xfrm>
            <a:off x="1054586" y="1789607"/>
            <a:ext cx="9767902" cy="515182"/>
          </a:xfrm>
          <a:prstGeom prst="homePlat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Complete </a:t>
            </a:r>
            <a:r>
              <a:rPr lang="fi-FI" dirty="0" err="1"/>
              <a:t>sequence</a:t>
            </a:r>
            <a:endParaRPr lang="fr-FR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AEA396B-BE7F-3671-5A87-98F22A232E94}"/>
              </a:ext>
            </a:extLst>
          </p:cNvPr>
          <p:cNvSpPr/>
          <p:nvPr/>
        </p:nvSpPr>
        <p:spPr>
          <a:xfrm>
            <a:off x="6096000" y="2971800"/>
            <a:ext cx="4726488" cy="515182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middle</a:t>
            </a:r>
            <a:endParaRPr lang="fr-FR" dirty="0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DE0F0C2A-0100-6E28-C85B-203F00154623}"/>
              </a:ext>
            </a:extLst>
          </p:cNvPr>
          <p:cNvSpPr/>
          <p:nvPr/>
        </p:nvSpPr>
        <p:spPr>
          <a:xfrm>
            <a:off x="1054586" y="4366725"/>
            <a:ext cx="6022870" cy="515182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>
                <a:solidFill>
                  <a:sysClr val="windowText" lastClr="000000"/>
                </a:solidFill>
              </a:rPr>
              <a:t>Censored</a:t>
            </a:r>
            <a:r>
              <a:rPr lang="fi-FI" dirty="0">
                <a:solidFill>
                  <a:sysClr val="windowText" lastClr="000000"/>
                </a:solidFill>
              </a:rPr>
              <a:t> </a:t>
            </a:r>
            <a:r>
              <a:rPr lang="fi-FI" dirty="0" err="1">
                <a:solidFill>
                  <a:sysClr val="windowText" lastClr="000000"/>
                </a:solidFill>
              </a:rPr>
              <a:t>sequence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E0A646-399F-6E7B-8D6D-3B9DD5164DCF}"/>
              </a:ext>
            </a:extLst>
          </p:cNvPr>
          <p:cNvSpPr/>
          <p:nvPr/>
        </p:nvSpPr>
        <p:spPr>
          <a:xfrm>
            <a:off x="1054587" y="2971800"/>
            <a:ext cx="4084342" cy="5151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/>
              <a:t>Missing</a:t>
            </a:r>
            <a:r>
              <a:rPr lang="fi-FI" dirty="0"/>
              <a:t> </a:t>
            </a:r>
            <a:r>
              <a:rPr lang="fi-FI" dirty="0" err="1"/>
              <a:t>gap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6BBDA-9FD5-EC70-2848-89E206B6880D}"/>
              </a:ext>
            </a:extLst>
          </p:cNvPr>
          <p:cNvSpPr txBox="1"/>
          <p:nvPr/>
        </p:nvSpPr>
        <p:spPr>
          <a:xfrm>
            <a:off x="2184400" y="5538768"/>
            <a:ext cx="782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i="1" dirty="0" err="1"/>
              <a:t>Missing</a:t>
            </a:r>
            <a:r>
              <a:rPr lang="fi-FI" sz="2800" i="1" dirty="0"/>
              <a:t> is </a:t>
            </a:r>
            <a:r>
              <a:rPr lang="fi-FI" sz="2800" i="1" dirty="0" err="1"/>
              <a:t>not</a:t>
            </a:r>
            <a:r>
              <a:rPr lang="fi-FI" sz="2800" i="1" dirty="0"/>
              <a:t> a </a:t>
            </a:r>
            <a:r>
              <a:rPr lang="fi-FI" sz="2800" i="1" dirty="0" err="1"/>
              <a:t>state</a:t>
            </a:r>
            <a:r>
              <a:rPr lang="fi-FI" sz="2800" i="1" dirty="0"/>
              <a:t> </a:t>
            </a:r>
            <a:r>
              <a:rPr lang="fi-FI" sz="2800" i="1" dirty="0" err="1"/>
              <a:t>or</a:t>
            </a:r>
            <a:r>
              <a:rPr lang="fi-FI" sz="2800" i="1" dirty="0"/>
              <a:t> </a:t>
            </a:r>
            <a:r>
              <a:rPr lang="fi-FI" sz="2800" i="1" dirty="0" err="1"/>
              <a:t>substantive</a:t>
            </a:r>
            <a:r>
              <a:rPr lang="fi-FI" sz="2800" i="1" dirty="0"/>
              <a:t> </a:t>
            </a:r>
            <a:r>
              <a:rPr lang="fi-FI" sz="2800" i="1" dirty="0" err="1"/>
              <a:t>information</a:t>
            </a:r>
            <a:r>
              <a:rPr lang="fi-FI" sz="2800" i="1" dirty="0"/>
              <a:t>… </a:t>
            </a:r>
            <a:r>
              <a:rPr lang="fi-FI" sz="2800" i="1" dirty="0" err="1"/>
              <a:t>Unless</a:t>
            </a:r>
            <a:r>
              <a:rPr lang="fi-FI" sz="2800" i="1" dirty="0"/>
              <a:t> </a:t>
            </a:r>
            <a:r>
              <a:rPr lang="fi-FI" sz="2800" i="1" dirty="0" err="1"/>
              <a:t>you</a:t>
            </a:r>
            <a:r>
              <a:rPr lang="fi-FI" sz="2800" i="1" dirty="0"/>
              <a:t> </a:t>
            </a:r>
            <a:r>
              <a:rPr lang="fi-FI" sz="2800" i="1" dirty="0" err="1"/>
              <a:t>decide</a:t>
            </a:r>
            <a:r>
              <a:rPr lang="fi-FI" sz="2800" i="1" dirty="0"/>
              <a:t> </a:t>
            </a:r>
            <a:r>
              <a:rPr lang="fi-FI" sz="2800" i="1" dirty="0" err="1"/>
              <a:t>otherwise</a:t>
            </a:r>
            <a:endParaRPr lang="fr-FR" sz="2800" i="1" dirty="0"/>
          </a:p>
        </p:txBody>
      </p:sp>
    </p:spTree>
    <p:extLst>
      <p:ext uri="{BB962C8B-B14F-4D97-AF65-F5344CB8AC3E}">
        <p14:creationId xmlns:p14="http://schemas.microsoft.com/office/powerpoint/2010/main" val="27821634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5D12-C826-788B-09D1-BCC5BB6FD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Wide, long and spell data formats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47D072-34C6-A00F-E3A4-F0A970B142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368543"/>
              </p:ext>
            </p:extLst>
          </p:nvPr>
        </p:nvGraphicFramePr>
        <p:xfrm>
          <a:off x="2087217" y="2004102"/>
          <a:ext cx="9529968" cy="7315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88328">
                  <a:extLst>
                    <a:ext uri="{9D8B030D-6E8A-4147-A177-3AD203B41FA5}">
                      <a16:colId xmlns:a16="http://schemas.microsoft.com/office/drawing/2014/main" val="3595557234"/>
                    </a:ext>
                  </a:extLst>
                </a:gridCol>
                <a:gridCol w="1588328">
                  <a:extLst>
                    <a:ext uri="{9D8B030D-6E8A-4147-A177-3AD203B41FA5}">
                      <a16:colId xmlns:a16="http://schemas.microsoft.com/office/drawing/2014/main" val="121257369"/>
                    </a:ext>
                  </a:extLst>
                </a:gridCol>
                <a:gridCol w="1588328">
                  <a:extLst>
                    <a:ext uri="{9D8B030D-6E8A-4147-A177-3AD203B41FA5}">
                      <a16:colId xmlns:a16="http://schemas.microsoft.com/office/drawing/2014/main" val="939941236"/>
                    </a:ext>
                  </a:extLst>
                </a:gridCol>
                <a:gridCol w="1588328">
                  <a:extLst>
                    <a:ext uri="{9D8B030D-6E8A-4147-A177-3AD203B41FA5}">
                      <a16:colId xmlns:a16="http://schemas.microsoft.com/office/drawing/2014/main" val="543178271"/>
                    </a:ext>
                  </a:extLst>
                </a:gridCol>
                <a:gridCol w="1588328">
                  <a:extLst>
                    <a:ext uri="{9D8B030D-6E8A-4147-A177-3AD203B41FA5}">
                      <a16:colId xmlns:a16="http://schemas.microsoft.com/office/drawing/2014/main" val="2392935294"/>
                    </a:ext>
                  </a:extLst>
                </a:gridCol>
                <a:gridCol w="1588328">
                  <a:extLst>
                    <a:ext uri="{9D8B030D-6E8A-4147-A177-3AD203B41FA5}">
                      <a16:colId xmlns:a16="http://schemas.microsoft.com/office/drawing/2014/main" val="7576664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age20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age21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age22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age23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age24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717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5705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66E59E-912B-9459-406A-2548E70A17F4}"/>
              </a:ext>
            </a:extLst>
          </p:cNvPr>
          <p:cNvSpPr txBox="1"/>
          <p:nvPr/>
        </p:nvSpPr>
        <p:spPr>
          <a:xfrm>
            <a:off x="838200" y="1400077"/>
            <a:ext cx="389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wide</a:t>
            </a:r>
            <a:r>
              <a:rPr lang="fi-FI" dirty="0"/>
              <a:t> to long </a:t>
            </a:r>
            <a:r>
              <a:rPr lang="fi-FI" dirty="0" err="1"/>
              <a:t>format</a:t>
            </a: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196CE-7ECA-C7AC-0D1D-1DF4D1A5B341}"/>
              </a:ext>
            </a:extLst>
          </p:cNvPr>
          <p:cNvSpPr txBox="1"/>
          <p:nvPr/>
        </p:nvSpPr>
        <p:spPr>
          <a:xfrm>
            <a:off x="949187" y="2134880"/>
            <a:ext cx="13616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500" b="1" dirty="0"/>
              <a:t>WIDE</a:t>
            </a:r>
            <a:endParaRPr lang="fr-FR" sz="2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18B44-FF0D-8EC8-4551-2EFD6BEBA772}"/>
              </a:ext>
            </a:extLst>
          </p:cNvPr>
          <p:cNvSpPr txBox="1"/>
          <p:nvPr/>
        </p:nvSpPr>
        <p:spPr>
          <a:xfrm>
            <a:off x="268357" y="3645325"/>
            <a:ext cx="13616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500" b="1" dirty="0"/>
              <a:t>LONG</a:t>
            </a:r>
            <a:endParaRPr lang="fr-FR" sz="2500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2409A6-A939-9C2D-AEDD-A64AB01EE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575130"/>
              </p:ext>
            </p:extLst>
          </p:nvPr>
        </p:nvGraphicFramePr>
        <p:xfrm>
          <a:off x="556592" y="4246067"/>
          <a:ext cx="105156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07981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6611001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74924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344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544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850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677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429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18189"/>
                  </a:ext>
                </a:extLst>
              </a:tr>
            </a:tbl>
          </a:graphicData>
        </a:graphic>
      </p:graphicFrame>
      <p:sp>
        <p:nvSpPr>
          <p:cNvPr id="11" name="Arrow: Down 10">
            <a:extLst>
              <a:ext uri="{FF2B5EF4-FFF2-40B4-BE49-F238E27FC236}">
                <a16:creationId xmlns:a16="http://schemas.microsoft.com/office/drawing/2014/main" id="{37A27FD5-73EE-E5F1-87F5-9DDCC67CAA3E}"/>
              </a:ext>
            </a:extLst>
          </p:cNvPr>
          <p:cNvSpPr/>
          <p:nvPr/>
        </p:nvSpPr>
        <p:spPr>
          <a:xfrm>
            <a:off x="5913783" y="3101009"/>
            <a:ext cx="675860" cy="8249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E85D9C-E956-B6BF-38C7-F5A3544FF9E1}"/>
              </a:ext>
            </a:extLst>
          </p:cNvPr>
          <p:cNvSpPr txBox="1"/>
          <p:nvPr/>
        </p:nvSpPr>
        <p:spPr>
          <a:xfrm>
            <a:off x="7064237" y="3155093"/>
            <a:ext cx="3809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Convenient for cleaning, merging and constructing states.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8851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B6CD-2F5D-E9E4-3F79-AA150A632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Spell </a:t>
            </a:r>
            <a:r>
              <a:rPr lang="fi-FI" dirty="0" err="1"/>
              <a:t>format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1BF69D-056A-50C5-BA12-8EFEF7C8C6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0381670"/>
              </p:ext>
            </p:extLst>
          </p:nvPr>
        </p:nvGraphicFramePr>
        <p:xfrm>
          <a:off x="838200" y="4869974"/>
          <a:ext cx="10515600" cy="1463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399988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477947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630686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40802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07759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start 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end 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duration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360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369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814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84418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A79A38-B827-A884-8687-B964A4A67896}"/>
              </a:ext>
            </a:extLst>
          </p:cNvPr>
          <p:cNvSpPr txBox="1"/>
          <p:nvPr/>
        </p:nvSpPr>
        <p:spPr>
          <a:xfrm>
            <a:off x="318053" y="1281938"/>
            <a:ext cx="13616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500" b="1" dirty="0"/>
              <a:t>LONG</a:t>
            </a:r>
            <a:endParaRPr lang="fr-FR" sz="25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524932-CEE5-8EA3-88C9-84088DDEC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754993"/>
              </p:ext>
            </p:extLst>
          </p:nvPr>
        </p:nvGraphicFramePr>
        <p:xfrm>
          <a:off x="1909968" y="1395662"/>
          <a:ext cx="9213576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71192">
                  <a:extLst>
                    <a:ext uri="{9D8B030D-6E8A-4147-A177-3AD203B41FA5}">
                      <a16:colId xmlns:a16="http://schemas.microsoft.com/office/drawing/2014/main" val="50798109"/>
                    </a:ext>
                  </a:extLst>
                </a:gridCol>
                <a:gridCol w="3071192">
                  <a:extLst>
                    <a:ext uri="{9D8B030D-6E8A-4147-A177-3AD203B41FA5}">
                      <a16:colId xmlns:a16="http://schemas.microsoft.com/office/drawing/2014/main" val="4166110014"/>
                    </a:ext>
                  </a:extLst>
                </a:gridCol>
                <a:gridCol w="3071192">
                  <a:extLst>
                    <a:ext uri="{9D8B030D-6E8A-4147-A177-3AD203B41FA5}">
                      <a16:colId xmlns:a16="http://schemas.microsoft.com/office/drawing/2014/main" val="2474924585"/>
                    </a:ext>
                  </a:extLst>
                </a:gridCol>
              </a:tblGrid>
              <a:tr h="3289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344343"/>
                  </a:ext>
                </a:extLst>
              </a:tr>
              <a:tr h="3289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544155"/>
                  </a:ext>
                </a:extLst>
              </a:tr>
              <a:tr h="3289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850673"/>
                  </a:ext>
                </a:extLst>
              </a:tr>
              <a:tr h="3289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677317"/>
                  </a:ext>
                </a:extLst>
              </a:tr>
              <a:tr h="3289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429663"/>
                  </a:ext>
                </a:extLst>
              </a:tr>
              <a:tr h="3289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181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06B752D-FFA8-F80B-8AFC-380FDEFCE708}"/>
              </a:ext>
            </a:extLst>
          </p:cNvPr>
          <p:cNvSpPr txBox="1"/>
          <p:nvPr/>
        </p:nvSpPr>
        <p:spPr>
          <a:xfrm>
            <a:off x="318053" y="4269232"/>
            <a:ext cx="13616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500" b="1" dirty="0"/>
              <a:t>SPELL</a:t>
            </a:r>
            <a:endParaRPr lang="fr-FR" sz="2500" b="1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20E9C53-70C8-43F7-7992-DA85DA14AA1C}"/>
              </a:ext>
            </a:extLst>
          </p:cNvPr>
          <p:cNvSpPr/>
          <p:nvPr/>
        </p:nvSpPr>
        <p:spPr>
          <a:xfrm>
            <a:off x="5840896" y="3817624"/>
            <a:ext cx="675860" cy="824948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64DD00-1ECB-0CE0-14D6-AA8AE48661F0}"/>
              </a:ext>
            </a:extLst>
          </p:cNvPr>
          <p:cNvSpPr txBox="1"/>
          <p:nvPr/>
        </p:nvSpPr>
        <p:spPr>
          <a:xfrm>
            <a:off x="6597097" y="3844043"/>
            <a:ext cx="41967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Compact when data contain exact start and end dates.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6197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49D25-0DFE-6EAE-67FD-EC3E5FC56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Format </a:t>
            </a:r>
            <a:r>
              <a:rPr lang="fi-FI" dirty="0" err="1"/>
              <a:t>summary</a:t>
            </a:r>
            <a:r>
              <a:rPr lang="fi-FI" dirty="0"/>
              <a:t> </a:t>
            </a:r>
            <a:r>
              <a:rPr lang="fi-FI" dirty="0" err="1"/>
              <a:t>table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8D96F0-A0ED-E2EF-BAD5-2FEAB16948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6823941"/>
              </p:ext>
            </p:extLst>
          </p:nvPr>
        </p:nvGraphicFramePr>
        <p:xfrm>
          <a:off x="838200" y="2583974"/>
          <a:ext cx="10515600" cy="329184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8172435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518325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705707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112272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/>
                        <a:t>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/>
                        <a:t>One </a:t>
                      </a:r>
                      <a:r>
                        <a:rPr lang="fr-FR" sz="2400" b="1" dirty="0" err="1"/>
                        <a:t>row</a:t>
                      </a:r>
                      <a:r>
                        <a:rPr lang="fr-FR" sz="2400" b="1" dirty="0"/>
                        <a:t> </a:t>
                      </a:r>
                      <a:r>
                        <a:rPr lang="fr-FR" sz="2400" b="1" dirty="0" err="1"/>
                        <a:t>represents</a:t>
                      </a:r>
                      <a:endParaRPr lang="fr-FR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/>
                        <a:t>Main </a:t>
                      </a:r>
                      <a:r>
                        <a:rPr lang="fr-FR" sz="2400" b="1" dirty="0" err="1"/>
                        <a:t>advantage</a:t>
                      </a:r>
                      <a:endParaRPr lang="fr-FR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/>
                        <a:t>Main </a:t>
                      </a:r>
                      <a:r>
                        <a:rPr lang="fr-FR" sz="2400" b="1" dirty="0" err="1"/>
                        <a:t>difficulty</a:t>
                      </a:r>
                      <a:r>
                        <a:rPr lang="fr-FR" sz="2400" b="1" dirty="0"/>
                        <a:t> for </a:t>
                      </a:r>
                      <a:r>
                        <a:rPr lang="fr-FR" sz="2400" b="1" dirty="0" err="1"/>
                        <a:t>SAn</a:t>
                      </a:r>
                      <a:endParaRPr lang="fr-FR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7790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Wide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One 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Sequence is directly visible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Many columns; not convenient for cleaning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341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Long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person at one time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Flexible for data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Must generally be reshaped before defining sequences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925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Spell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One continuous episode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Compact; preserves start/end date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Must be converted to a common time grid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16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6690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CDCE9-4765-DDC2-4D6A-3C88BDF68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sequence analysis can and cannot do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98EF5-D900-2752-22B3-61053BB4D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001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49AD-AE4A-F229-C00F-17DB8F212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What</a:t>
            </a:r>
            <a:r>
              <a:rPr lang="fi-FI" dirty="0"/>
              <a:t> </a:t>
            </a:r>
            <a:r>
              <a:rPr lang="fi-FI" dirty="0" err="1"/>
              <a:t>Sequence</a:t>
            </a:r>
            <a:r>
              <a:rPr lang="fi-FI" dirty="0"/>
              <a:t> Analysis (</a:t>
            </a:r>
            <a:r>
              <a:rPr lang="fi-FI" dirty="0" err="1"/>
              <a:t>SAn</a:t>
            </a:r>
            <a:r>
              <a:rPr lang="fi-FI" dirty="0"/>
              <a:t>)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do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633217-9B88-2397-FE6F-C400A6243A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6866061"/>
              </p:ext>
            </p:extLst>
          </p:nvPr>
        </p:nvGraphicFramePr>
        <p:xfrm>
          <a:off x="838200" y="1825625"/>
          <a:ext cx="10515600" cy="32532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E215D2-3A04-B4E2-0EFD-DFB4F0BA68E5}"/>
              </a:ext>
            </a:extLst>
          </p:cNvPr>
          <p:cNvSpPr txBox="1"/>
          <p:nvPr/>
        </p:nvSpPr>
        <p:spPr>
          <a:xfrm>
            <a:off x="4440305" y="6277431"/>
            <a:ext cx="72282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Important: Not every sequence analysis needs clustering.</a:t>
            </a:r>
          </a:p>
        </p:txBody>
      </p:sp>
    </p:spTree>
    <p:extLst>
      <p:ext uri="{BB962C8B-B14F-4D97-AF65-F5344CB8AC3E}">
        <p14:creationId xmlns:p14="http://schemas.microsoft.com/office/powerpoint/2010/main" val="23960793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1F8E4-E722-182A-1944-5D42812B9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 dirty="0" err="1"/>
              <a:t>SAn</a:t>
            </a:r>
            <a:r>
              <a:rPr lang="en-US" dirty="0"/>
              <a:t> cannot do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0497EB-B1E2-795F-74DF-ED5AB222D1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5880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73460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D4564-B9EA-9ACE-1771-BB716DA9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More </a:t>
            </a:r>
            <a:r>
              <a:rPr lang="fi-FI" dirty="0" err="1"/>
              <a:t>than</a:t>
            </a:r>
            <a:r>
              <a:rPr lang="fi-FI" dirty="0"/>
              <a:t> just </a:t>
            </a:r>
            <a:r>
              <a:rPr lang="fi-FI" dirty="0" err="1"/>
              <a:t>pretty</a:t>
            </a:r>
            <a:r>
              <a:rPr lang="fi-FI" dirty="0"/>
              <a:t> </a:t>
            </a:r>
            <a:r>
              <a:rPr lang="fi-FI" dirty="0" err="1"/>
              <a:t>plots</a:t>
            </a:r>
            <a:br>
              <a:rPr lang="fi-FI" dirty="0"/>
            </a:br>
            <a:endParaRPr lang="fr-FR" dirty="0"/>
          </a:p>
        </p:txBody>
      </p:sp>
      <p:pic>
        <p:nvPicPr>
          <p:cNvPr id="7170" name="Picture 2" descr="Blog | Grannelle">
            <a:extLst>
              <a:ext uri="{FF2B5EF4-FFF2-40B4-BE49-F238E27FC236}">
                <a16:creationId xmlns:a16="http://schemas.microsoft.com/office/drawing/2014/main" id="{0D6CDF6E-757B-CCA6-A7FB-CB69D89A8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804" y="1880566"/>
            <a:ext cx="3333750" cy="329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924AC5C-516B-A9B9-3EE4-3FBE7AB80182}"/>
              </a:ext>
            </a:extLst>
          </p:cNvPr>
          <p:cNvSpPr/>
          <p:nvPr/>
        </p:nvSpPr>
        <p:spPr>
          <a:xfrm>
            <a:off x="5784574" y="2315817"/>
            <a:ext cx="616226" cy="248479"/>
          </a:xfrm>
          <a:prstGeom prst="rect">
            <a:avLst/>
          </a:prstGeom>
          <a:solidFill>
            <a:srgbClr val="0E0A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/>
              <a:t>plot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72982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3BF9B-B42D-FCD1-B789-05E0D6176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3E560-033E-C4C2-20F6-C6739B7BF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More </a:t>
            </a:r>
            <a:r>
              <a:rPr lang="fi-FI" dirty="0" err="1"/>
              <a:t>than</a:t>
            </a:r>
            <a:r>
              <a:rPr lang="fi-FI" dirty="0"/>
              <a:t> just </a:t>
            </a:r>
            <a:r>
              <a:rPr lang="fi-FI" dirty="0" err="1"/>
              <a:t>pretty</a:t>
            </a:r>
            <a:r>
              <a:rPr lang="fi-FI" dirty="0"/>
              <a:t> </a:t>
            </a:r>
            <a:r>
              <a:rPr lang="fi-FI" dirty="0" err="1"/>
              <a:t>plots</a:t>
            </a:r>
            <a:r>
              <a:rPr lang="fi-FI" dirty="0"/>
              <a:t> (1)</a:t>
            </a:r>
            <a:br>
              <a:rPr lang="fi-FI" dirty="0"/>
            </a:br>
            <a:r>
              <a:rPr lang="fi-FI" dirty="0"/>
              <a:t>Index </a:t>
            </a:r>
            <a:r>
              <a:rPr lang="fi-FI" dirty="0" err="1"/>
              <a:t>plots</a:t>
            </a:r>
            <a:endParaRPr lang="fr-FR" dirty="0"/>
          </a:p>
        </p:txBody>
      </p:sp>
      <p:pic>
        <p:nvPicPr>
          <p:cNvPr id="5" name="Content Placeholder 4" descr="A graph showing a number of children&#10;&#10;AI-generated content may be incorrect.">
            <a:extLst>
              <a:ext uri="{FF2B5EF4-FFF2-40B4-BE49-F238E27FC236}">
                <a16:creationId xmlns:a16="http://schemas.microsoft.com/office/drawing/2014/main" id="{FCE2227F-51A9-2EBB-8247-1273A5754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997" y="1690688"/>
            <a:ext cx="7598038" cy="460692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612665-8B8A-F672-4591-5B3721E5F9D7}"/>
              </a:ext>
            </a:extLst>
          </p:cNvPr>
          <p:cNvSpPr txBox="1"/>
          <p:nvPr/>
        </p:nvSpPr>
        <p:spPr>
          <a:xfrm>
            <a:off x="316588" y="1881803"/>
            <a:ext cx="3861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Fig.3 </a:t>
            </a:r>
            <a:r>
              <a:rPr lang="en-US" dirty="0"/>
              <a:t>Index plot of women’s family history (N = 2547). </a:t>
            </a:r>
            <a:r>
              <a:rPr lang="fi-FI" dirty="0" err="1"/>
              <a:t>From</a:t>
            </a:r>
            <a:r>
              <a:rPr lang="fi-FI" dirty="0"/>
              <a:t>  </a:t>
            </a:r>
            <a:r>
              <a:rPr lang="fi-FI" dirty="0" err="1"/>
              <a:t>Vanhoutte</a:t>
            </a:r>
            <a:r>
              <a:rPr lang="fi-FI" dirty="0"/>
              <a:t> et al. (2018)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3672D5-307B-EFEF-477F-E34E99A4E3C8}"/>
              </a:ext>
            </a:extLst>
          </p:cNvPr>
          <p:cNvSpPr txBox="1"/>
          <p:nvPr/>
        </p:nvSpPr>
        <p:spPr>
          <a:xfrm>
            <a:off x="506896" y="3349487"/>
            <a:ext cx="30612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Shows</a:t>
            </a:r>
            <a:r>
              <a:rPr lang="fi-FI" dirty="0"/>
              <a:t> </a:t>
            </a:r>
            <a:r>
              <a:rPr lang="fi-FI" dirty="0" err="1"/>
              <a:t>individual</a:t>
            </a:r>
            <a:r>
              <a:rPr lang="fi-FI" dirty="0"/>
              <a:t> </a:t>
            </a:r>
            <a:r>
              <a:rPr lang="fi-FI" dirty="0" err="1"/>
              <a:t>pathways</a:t>
            </a:r>
            <a:r>
              <a:rPr lang="fi-FI" dirty="0"/>
              <a:t> </a:t>
            </a:r>
            <a:r>
              <a:rPr lang="fi-FI" dirty="0">
                <a:sym typeface="Wingdings" panose="05000000000000000000" pitchFamily="2" charset="2"/>
              </a:rPr>
              <a:t> </a:t>
            </a:r>
            <a:r>
              <a:rPr lang="fi-FI" dirty="0" err="1">
                <a:sym typeface="Wingdings" panose="05000000000000000000" pitchFamily="2" charset="2"/>
              </a:rPr>
              <a:t>one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line</a:t>
            </a:r>
            <a:r>
              <a:rPr lang="fi-FI" dirty="0">
                <a:sym typeface="Wingdings" panose="05000000000000000000" pitchFamily="2" charset="2"/>
              </a:rPr>
              <a:t> per </a:t>
            </a:r>
            <a:r>
              <a:rPr lang="fi-FI" dirty="0" err="1">
                <a:sym typeface="Wingdings" panose="05000000000000000000" pitchFamily="2" charset="2"/>
              </a:rPr>
              <a:t>individual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sequence</a:t>
            </a:r>
            <a:endParaRPr lang="fi-FI" dirty="0">
              <a:sym typeface="Wingdings" panose="05000000000000000000" pitchFamily="2" charset="2"/>
            </a:endParaRPr>
          </a:p>
          <a:p>
            <a:endParaRPr lang="fi-FI" dirty="0">
              <a:sym typeface="Wingdings" panose="05000000000000000000" pitchFamily="2" charset="2"/>
            </a:endParaRPr>
          </a:p>
          <a:p>
            <a:r>
              <a:rPr lang="fi-FI" dirty="0">
                <a:sym typeface="Wingdings" panose="05000000000000000000" pitchFamily="2" charset="2"/>
              </a:rPr>
              <a:t>How </a:t>
            </a:r>
            <a:r>
              <a:rPr lang="fi-FI" dirty="0" err="1">
                <a:sym typeface="Wingdings" panose="05000000000000000000" pitchFamily="2" charset="2"/>
              </a:rPr>
              <a:t>individuals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move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between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states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over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time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65523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number of children&#10;&#10;AI-generated content may be incorrect.">
            <a:extLst>
              <a:ext uri="{FF2B5EF4-FFF2-40B4-BE49-F238E27FC236}">
                <a16:creationId xmlns:a16="http://schemas.microsoft.com/office/drawing/2014/main" id="{E6D79A79-91C7-E3F9-4386-75E9C677B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357" y="1992183"/>
            <a:ext cx="8554482" cy="4219774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EDA7B80-5B4A-705A-5964-2B91DA7F8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i-FI" dirty="0"/>
              <a:t>More </a:t>
            </a:r>
            <a:r>
              <a:rPr lang="fi-FI" dirty="0" err="1"/>
              <a:t>than</a:t>
            </a:r>
            <a:r>
              <a:rPr lang="fi-FI" dirty="0"/>
              <a:t> just </a:t>
            </a:r>
            <a:r>
              <a:rPr lang="fi-FI" dirty="0" err="1"/>
              <a:t>pretty</a:t>
            </a:r>
            <a:r>
              <a:rPr lang="fi-FI" dirty="0"/>
              <a:t> </a:t>
            </a:r>
            <a:r>
              <a:rPr lang="fi-FI" dirty="0" err="1"/>
              <a:t>plots</a:t>
            </a:r>
            <a:r>
              <a:rPr lang="fi-FI" dirty="0"/>
              <a:t> (2)</a:t>
            </a:r>
            <a:br>
              <a:rPr lang="fi-FI" dirty="0"/>
            </a:br>
            <a:r>
              <a:rPr lang="fi-FI" dirty="0"/>
              <a:t>State </a:t>
            </a:r>
            <a:r>
              <a:rPr lang="fi-FI" dirty="0" err="1"/>
              <a:t>distribution</a:t>
            </a:r>
            <a:r>
              <a:rPr lang="fi-FI" dirty="0"/>
              <a:t> </a:t>
            </a:r>
            <a:r>
              <a:rPr lang="fi-FI" dirty="0" err="1"/>
              <a:t>plots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chronogram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85190-E36B-49FB-CE6B-FE3143D33FE8}"/>
              </a:ext>
            </a:extLst>
          </p:cNvPr>
          <p:cNvSpPr txBox="1"/>
          <p:nvPr/>
        </p:nvSpPr>
        <p:spPr>
          <a:xfrm>
            <a:off x="316588" y="1881803"/>
            <a:ext cx="3861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Fig.4 </a:t>
            </a:r>
            <a:r>
              <a:rPr lang="en-US" dirty="0"/>
              <a:t>Density plot of women’s family history (N = 2547)).</a:t>
            </a:r>
            <a:r>
              <a:rPr lang="fi-FI" dirty="0" err="1"/>
              <a:t>From</a:t>
            </a:r>
            <a:r>
              <a:rPr lang="fi-FI" dirty="0"/>
              <a:t>  </a:t>
            </a:r>
            <a:r>
              <a:rPr lang="fi-FI" dirty="0" err="1"/>
              <a:t>Vanhoutte</a:t>
            </a:r>
            <a:r>
              <a:rPr lang="fi-FI" dirty="0"/>
              <a:t> et al. (2018)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DC2A5-44DE-9FAD-3068-B5A2B92EFCD5}"/>
              </a:ext>
            </a:extLst>
          </p:cNvPr>
          <p:cNvSpPr txBox="1"/>
          <p:nvPr/>
        </p:nvSpPr>
        <p:spPr>
          <a:xfrm>
            <a:off x="506896" y="3349487"/>
            <a:ext cx="30612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Proportion of </a:t>
            </a:r>
            <a:r>
              <a:rPr lang="fi-FI" dirty="0" err="1"/>
              <a:t>observations</a:t>
            </a:r>
            <a:r>
              <a:rPr lang="fi-FI" dirty="0"/>
              <a:t> in </a:t>
            </a:r>
            <a:r>
              <a:rPr lang="fi-FI" dirty="0" err="1"/>
              <a:t>each</a:t>
            </a:r>
            <a:r>
              <a:rPr lang="fi-FI" dirty="0"/>
              <a:t> </a:t>
            </a:r>
            <a:r>
              <a:rPr lang="fi-FI" dirty="0" err="1"/>
              <a:t>state</a:t>
            </a:r>
            <a:r>
              <a:rPr lang="fi-FI" dirty="0"/>
              <a:t> for </a:t>
            </a:r>
            <a:r>
              <a:rPr lang="fi-FI" dirty="0" err="1"/>
              <a:t>each</a:t>
            </a:r>
            <a:r>
              <a:rPr lang="fi-FI" dirty="0"/>
              <a:t> </a:t>
            </a:r>
            <a:r>
              <a:rPr lang="fi-FI" dirty="0" err="1"/>
              <a:t>time</a:t>
            </a:r>
            <a:r>
              <a:rPr lang="fi-FI" dirty="0"/>
              <a:t> </a:t>
            </a:r>
            <a:r>
              <a:rPr lang="fi-FI" dirty="0" err="1"/>
              <a:t>point</a:t>
            </a:r>
            <a:r>
              <a:rPr lang="fi-FI" dirty="0"/>
              <a:t>.</a:t>
            </a:r>
          </a:p>
          <a:p>
            <a:endParaRPr lang="fi-FI" dirty="0"/>
          </a:p>
          <a:p>
            <a:r>
              <a:rPr lang="fi-FI" dirty="0" err="1"/>
              <a:t>Describes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change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composition of a </a:t>
            </a:r>
            <a:r>
              <a:rPr lang="fi-FI" dirty="0" err="1"/>
              <a:t>group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a </a:t>
            </a:r>
            <a:r>
              <a:rPr lang="fi-FI" dirty="0" err="1"/>
              <a:t>sample</a:t>
            </a:r>
            <a:r>
              <a:rPr lang="fi-FI" dirty="0"/>
              <a:t> </a:t>
            </a:r>
            <a:r>
              <a:rPr lang="fi-FI" dirty="0" err="1"/>
              <a:t>over</a:t>
            </a:r>
            <a:r>
              <a:rPr lang="fi-FI" dirty="0"/>
              <a:t> </a:t>
            </a:r>
            <a:r>
              <a:rPr lang="fi-FI" dirty="0" err="1"/>
              <a:t>time</a:t>
            </a:r>
            <a:r>
              <a:rPr lang="fi-FI" dirty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96012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C321A-D538-3E82-A395-2BAE2079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SAn</a:t>
            </a:r>
            <a:r>
              <a:rPr lang="en-US" dirty="0"/>
              <a:t> choices are research choices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5F82F9-088C-6F40-9110-50A7CBC3A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143770"/>
              </p:ext>
            </p:extLst>
          </p:nvPr>
        </p:nvGraphicFramePr>
        <p:xfrm>
          <a:off x="606287" y="1331843"/>
          <a:ext cx="10982739" cy="5161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96672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B2958-3ADE-C2B0-EDCB-A99A79F9B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of next lesson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6ED4D7-E7B9-04CD-7DC9-CB912DCDB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71120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15835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0FEFE-AEB1-0E5A-0A40-3ADAC84A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References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22188-3EA6-A3AA-647C-E1BFF2681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58366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5A68D-7D17-5C1C-7426-429E0085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Exercise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ED0E3-31F6-EC74-8E6B-7E7AF44E6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908" y="3700594"/>
            <a:ext cx="5425781" cy="1655762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371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B2161-EEAD-58FA-FAF2-257351024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08232-8F80-E24E-9FB0-D835BEB1B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 err="1"/>
              <a:t>SQC_course_exercises_package</a:t>
            </a:r>
            <a:endParaRPr lang="fi-FI" dirty="0"/>
          </a:p>
          <a:p>
            <a:pPr lvl="1"/>
            <a:r>
              <a:rPr lang="fi-FI" dirty="0"/>
              <a:t>Data: </a:t>
            </a:r>
          </a:p>
          <a:p>
            <a:pPr lvl="2"/>
            <a:r>
              <a:rPr lang="fr-FR" b="1" dirty="0"/>
              <a:t>sequence_course_long.csv: </a:t>
            </a:r>
            <a:r>
              <a:rPr lang="fr-FR" dirty="0"/>
              <a:t>13,000 </a:t>
            </a:r>
            <a:r>
              <a:rPr lang="fr-FR" dirty="0" err="1"/>
              <a:t>rows</a:t>
            </a:r>
            <a:r>
              <a:rPr lang="fr-FR" dirty="0"/>
              <a:t>, one </a:t>
            </a:r>
            <a:r>
              <a:rPr lang="fr-FR" dirty="0" err="1"/>
              <a:t>person-age</a:t>
            </a:r>
            <a:r>
              <a:rPr lang="fr-FR" dirty="0"/>
              <a:t> observation per </a:t>
            </a:r>
            <a:r>
              <a:rPr lang="fr-FR" dirty="0" err="1"/>
              <a:t>row</a:t>
            </a:r>
            <a:r>
              <a:rPr lang="fr-FR" dirty="0"/>
              <a:t>. This </a:t>
            </a:r>
            <a:r>
              <a:rPr lang="fr-FR" dirty="0" err="1"/>
              <a:t>is</a:t>
            </a:r>
            <a:r>
              <a:rPr lang="fr-FR" dirty="0"/>
              <a:t> the MAIN file. You can </a:t>
            </a:r>
            <a:r>
              <a:rPr lang="fr-FR" dirty="0" err="1"/>
              <a:t>practise</a:t>
            </a:r>
            <a:r>
              <a:rPr lang="fr-FR" dirty="0"/>
              <a:t> </a:t>
            </a:r>
            <a:r>
              <a:rPr lang="fr-FR" dirty="0" err="1"/>
              <a:t>going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long to </a:t>
            </a:r>
            <a:r>
              <a:rPr lang="fr-FR" dirty="0" err="1"/>
              <a:t>wide</a:t>
            </a:r>
            <a:r>
              <a:rPr lang="fr-FR" dirty="0"/>
              <a:t>. </a:t>
            </a:r>
          </a:p>
          <a:p>
            <a:pPr lvl="2"/>
            <a:r>
              <a:rPr lang="fr-FR" b="1" dirty="0"/>
              <a:t>sequence_course_person.csv: </a:t>
            </a:r>
            <a:r>
              <a:rPr lang="fr-FR" dirty="0"/>
              <a:t>one </a:t>
            </a:r>
            <a:r>
              <a:rPr lang="fr-FR" dirty="0" err="1"/>
              <a:t>row</a:t>
            </a:r>
            <a:r>
              <a:rPr lang="fr-FR" dirty="0"/>
              <a:t> per </a:t>
            </a:r>
            <a:r>
              <a:rPr lang="fr-FR" dirty="0" err="1"/>
              <a:t>person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parental </a:t>
            </a:r>
            <a:r>
              <a:rPr lang="fr-FR" dirty="0" err="1"/>
              <a:t>education</a:t>
            </a:r>
            <a:r>
              <a:rPr lang="fr-FR" dirty="0"/>
              <a:t>, </a:t>
            </a:r>
            <a:r>
              <a:rPr lang="fr-FR" dirty="0" err="1"/>
              <a:t>childhood</a:t>
            </a:r>
            <a:r>
              <a:rPr lang="fr-FR" dirty="0"/>
              <a:t> SEP, </a:t>
            </a:r>
            <a:r>
              <a:rPr lang="fr-FR" dirty="0" err="1"/>
              <a:t>baseline</a:t>
            </a:r>
            <a:r>
              <a:rPr lang="fr-FR" dirty="0"/>
              <a:t> </a:t>
            </a:r>
            <a:r>
              <a:rPr lang="fr-FR" dirty="0" err="1"/>
              <a:t>health</a:t>
            </a:r>
            <a:r>
              <a:rPr lang="fr-FR" dirty="0"/>
              <a:t>, etc., plus </a:t>
            </a:r>
            <a:r>
              <a:rPr lang="fr-FR" dirty="0" err="1"/>
              <a:t>outcomes</a:t>
            </a:r>
            <a:r>
              <a:rPr lang="fr-FR" dirty="0"/>
              <a:t> at </a:t>
            </a:r>
            <a:r>
              <a:rPr lang="fr-FR" dirty="0" err="1"/>
              <a:t>age</a:t>
            </a:r>
            <a:r>
              <a:rPr lang="fr-FR" dirty="0"/>
              <a:t> 32. </a:t>
            </a:r>
          </a:p>
          <a:p>
            <a:pPr lvl="2"/>
            <a:r>
              <a:rPr lang="fr-FR" b="1" dirty="0"/>
              <a:t>sequence_course_wide.csv</a:t>
            </a:r>
            <a:r>
              <a:rPr lang="fr-FR" dirty="0"/>
              <a:t>: a ready-made </a:t>
            </a:r>
            <a:r>
              <a:rPr lang="fr-FR" dirty="0" err="1"/>
              <a:t>wide</a:t>
            </a:r>
            <a:r>
              <a:rPr lang="fr-FR" dirty="0"/>
              <a:t> version </a:t>
            </a:r>
            <a:r>
              <a:rPr lang="fr-FR" dirty="0" err="1"/>
              <a:t>with</a:t>
            </a:r>
            <a:r>
              <a:rPr lang="fr-FR" dirty="0"/>
              <a:t> emp_18-emp_30, fam_18-fam_30, and house_18-house_30. This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b="1" dirty="0" err="1"/>
              <a:t>safety</a:t>
            </a:r>
            <a:r>
              <a:rPr lang="fr-FR" b="1" dirty="0"/>
              <a:t> net</a:t>
            </a:r>
            <a:r>
              <a:rPr lang="fr-FR" dirty="0"/>
              <a:t>: if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stuck</a:t>
            </a:r>
            <a:r>
              <a:rPr lang="fr-FR" dirty="0"/>
              <a:t> in </a:t>
            </a:r>
            <a:r>
              <a:rPr lang="fr-FR" dirty="0" err="1"/>
              <a:t>lesson</a:t>
            </a:r>
            <a:r>
              <a:rPr lang="fr-FR" dirty="0"/>
              <a:t> 1, </a:t>
            </a:r>
            <a:r>
              <a:rPr lang="fr-FR" dirty="0" err="1"/>
              <a:t>you</a:t>
            </a:r>
            <a:r>
              <a:rPr lang="fr-FR" dirty="0"/>
              <a:t> can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participate</a:t>
            </a:r>
            <a:r>
              <a:rPr lang="fr-FR" dirty="0"/>
              <a:t> in </a:t>
            </a:r>
            <a:r>
              <a:rPr lang="fr-FR" dirty="0" err="1"/>
              <a:t>next</a:t>
            </a:r>
            <a:r>
              <a:rPr lang="fr-FR" dirty="0"/>
              <a:t> </a:t>
            </a:r>
            <a:r>
              <a:rPr lang="fr-FR" dirty="0" err="1"/>
              <a:t>lessons</a:t>
            </a:r>
            <a:r>
              <a:rPr lang="fr-FR" dirty="0"/>
              <a:t>. </a:t>
            </a:r>
          </a:p>
          <a:p>
            <a:pPr lvl="2"/>
            <a:r>
              <a:rPr lang="fr-FR" b="1" dirty="0"/>
              <a:t>codebook.csv: </a:t>
            </a:r>
            <a:r>
              <a:rPr lang="fr-FR" dirty="0"/>
              <a:t>variable </a:t>
            </a:r>
            <a:r>
              <a:rPr lang="fr-FR" dirty="0" err="1"/>
              <a:t>definitions</a:t>
            </a:r>
            <a:r>
              <a:rPr lang="fr-FR" dirty="0"/>
              <a:t> and </a:t>
            </a:r>
            <a:r>
              <a:rPr lang="fr-FR" dirty="0" err="1"/>
              <a:t>coding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17893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D9534-C0B7-BF6C-914C-2085D1843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Dataset </a:t>
            </a:r>
            <a:r>
              <a:rPr lang="fi-FI" dirty="0" err="1"/>
              <a:t>introduction</a:t>
            </a:r>
            <a:r>
              <a:rPr lang="fi-FI" dirty="0"/>
              <a:t> (2)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5958B-6A05-C29C-83C9-B840BFCAC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err="1"/>
              <a:t>Synthetic</a:t>
            </a:r>
            <a:r>
              <a:rPr lang="fr-FR" b="1" dirty="0"/>
              <a:t> </a:t>
            </a:r>
            <a:r>
              <a:rPr lang="fr-FR" b="1" dirty="0" err="1"/>
              <a:t>dataset</a:t>
            </a:r>
            <a:r>
              <a:rPr lang="fr-FR" b="1" dirty="0"/>
              <a:t> for practice</a:t>
            </a:r>
            <a:endParaRPr lang="fr-FR" dirty="0"/>
          </a:p>
          <a:p>
            <a:pPr lvl="1"/>
            <a:r>
              <a:rPr lang="fr-FR" dirty="0"/>
              <a:t>1,000 </a:t>
            </a:r>
            <a:r>
              <a:rPr lang="fr-FR" dirty="0" err="1"/>
              <a:t>synthetic</a:t>
            </a:r>
            <a:r>
              <a:rPr lang="fr-FR" dirty="0"/>
              <a:t> </a:t>
            </a:r>
            <a:r>
              <a:rPr lang="fr-FR" dirty="0" err="1"/>
              <a:t>individuals</a:t>
            </a:r>
            <a:r>
              <a:rPr lang="fr-FR" dirty="0"/>
              <a:t> </a:t>
            </a:r>
          </a:p>
          <a:p>
            <a:pPr lvl="1"/>
            <a:r>
              <a:rPr lang="fr-FR" dirty="0" err="1"/>
              <a:t>Observed</a:t>
            </a:r>
            <a:r>
              <a:rPr lang="fr-FR" dirty="0"/>
              <a:t> </a:t>
            </a:r>
            <a:r>
              <a:rPr lang="fr-FR" dirty="0" err="1"/>
              <a:t>annually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age</a:t>
            </a:r>
            <a:r>
              <a:rPr lang="fr-FR" dirty="0"/>
              <a:t> 18 to 30 </a:t>
            </a:r>
          </a:p>
          <a:p>
            <a:pPr lvl="1"/>
            <a:r>
              <a:rPr lang="fr-FR" dirty="0" err="1"/>
              <a:t>Three</a:t>
            </a:r>
            <a:r>
              <a:rPr lang="fr-FR" dirty="0"/>
              <a:t> </a:t>
            </a:r>
            <a:r>
              <a:rPr lang="fr-FR" dirty="0" err="1"/>
              <a:t>sequence</a:t>
            </a:r>
            <a:r>
              <a:rPr lang="fr-FR" dirty="0"/>
              <a:t> </a:t>
            </a:r>
            <a:r>
              <a:rPr lang="fr-FR" dirty="0" err="1"/>
              <a:t>domains</a:t>
            </a:r>
            <a:r>
              <a:rPr lang="fr-FR" dirty="0"/>
              <a:t>: </a:t>
            </a:r>
            <a:r>
              <a:rPr lang="fr-FR" dirty="0" err="1"/>
              <a:t>employment</a:t>
            </a:r>
            <a:r>
              <a:rPr lang="fr-FR" dirty="0"/>
              <a:t>, </a:t>
            </a:r>
            <a:r>
              <a:rPr lang="fr-FR" dirty="0" err="1"/>
              <a:t>family</a:t>
            </a:r>
            <a:r>
              <a:rPr lang="fr-FR" dirty="0"/>
              <a:t>, </a:t>
            </a:r>
            <a:r>
              <a:rPr lang="fr-FR" dirty="0" err="1"/>
              <a:t>housing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Background variables </a:t>
            </a:r>
            <a:r>
              <a:rPr lang="fr-FR" dirty="0" err="1"/>
              <a:t>before</a:t>
            </a:r>
            <a:r>
              <a:rPr lang="fr-FR" dirty="0"/>
              <a:t> </a:t>
            </a:r>
            <a:r>
              <a:rPr lang="fr-FR" dirty="0" err="1"/>
              <a:t>age</a:t>
            </a:r>
            <a:r>
              <a:rPr lang="fr-FR" dirty="0"/>
              <a:t> 18 </a:t>
            </a:r>
          </a:p>
          <a:p>
            <a:pPr lvl="1"/>
            <a:r>
              <a:rPr lang="fr-FR" dirty="0" err="1"/>
              <a:t>Outcomes</a:t>
            </a:r>
            <a:r>
              <a:rPr lang="fr-FR" dirty="0"/>
              <a:t> at </a:t>
            </a:r>
            <a:r>
              <a:rPr lang="fr-FR" dirty="0" err="1"/>
              <a:t>age</a:t>
            </a:r>
            <a:r>
              <a:rPr lang="fr-FR" dirty="0"/>
              <a:t> 32 </a:t>
            </a:r>
          </a:p>
          <a:p>
            <a:pPr lvl="1"/>
            <a:r>
              <a:rPr lang="fr-FR" dirty="0" err="1"/>
              <a:t>Designed</a:t>
            </a:r>
            <a:r>
              <a:rPr lang="fr-FR" dirty="0"/>
              <a:t> for </a:t>
            </a:r>
            <a:r>
              <a:rPr lang="fr-FR" dirty="0" err="1"/>
              <a:t>teaching</a:t>
            </a:r>
            <a:r>
              <a:rPr lang="fr-FR" dirty="0"/>
              <a:t>, not </a:t>
            </a:r>
            <a:r>
              <a:rPr lang="fr-FR" dirty="0" err="1"/>
              <a:t>representative</a:t>
            </a:r>
            <a:r>
              <a:rPr lang="fr-FR" dirty="0"/>
              <a:t> of Finland!!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79937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E0A1-C13B-9D2C-F4BD-F70E0546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0432"/>
            <a:ext cx="10515600" cy="1325563"/>
          </a:xfrm>
        </p:spPr>
        <p:txBody>
          <a:bodyPr>
            <a:normAutofit/>
          </a:bodyPr>
          <a:lstStyle/>
          <a:p>
            <a:r>
              <a:rPr lang="fi-FI" sz="3600" dirty="0"/>
              <a:t>For </a:t>
            </a:r>
            <a:r>
              <a:rPr lang="fi-FI" sz="3600" dirty="0" err="1"/>
              <a:t>your</a:t>
            </a:r>
            <a:r>
              <a:rPr lang="fi-FI" sz="3600" dirty="0"/>
              <a:t> </a:t>
            </a:r>
            <a:r>
              <a:rPr lang="fi-FI" sz="3600" dirty="0" err="1"/>
              <a:t>project</a:t>
            </a:r>
            <a:r>
              <a:rPr lang="fi-FI" sz="3600" dirty="0"/>
              <a:t>: </a:t>
            </a:r>
            <a:r>
              <a:rPr lang="fi-FI" sz="3600" dirty="0" err="1"/>
              <a:t>research</a:t>
            </a:r>
            <a:r>
              <a:rPr lang="fi-FI" sz="3600" dirty="0"/>
              <a:t> </a:t>
            </a:r>
            <a:r>
              <a:rPr lang="fi-FI" sz="3600" dirty="0" err="1"/>
              <a:t>questions</a:t>
            </a:r>
            <a:r>
              <a:rPr lang="fi-FI" sz="3600" dirty="0"/>
              <a:t> (</a:t>
            </a:r>
            <a:r>
              <a:rPr lang="fi-FI" sz="3600" dirty="0" err="1"/>
              <a:t>examples</a:t>
            </a:r>
            <a:r>
              <a:rPr lang="fi-FI" sz="3600" dirty="0"/>
              <a:t>)</a:t>
            </a:r>
            <a:endParaRPr lang="fr-FR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124EDE-B4FD-DB3A-A724-A666B55803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298437"/>
              </p:ext>
            </p:extLst>
          </p:nvPr>
        </p:nvGraphicFramePr>
        <p:xfrm>
          <a:off x="993913" y="1455995"/>
          <a:ext cx="10204173" cy="503688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086678">
                  <a:extLst>
                    <a:ext uri="{9D8B030D-6E8A-4147-A177-3AD203B41FA5}">
                      <a16:colId xmlns:a16="http://schemas.microsoft.com/office/drawing/2014/main" val="3558064108"/>
                    </a:ext>
                  </a:extLst>
                </a:gridCol>
                <a:gridCol w="2292626">
                  <a:extLst>
                    <a:ext uri="{9D8B030D-6E8A-4147-A177-3AD203B41FA5}">
                      <a16:colId xmlns:a16="http://schemas.microsoft.com/office/drawing/2014/main" val="2343665885"/>
                    </a:ext>
                  </a:extLst>
                </a:gridCol>
                <a:gridCol w="6824869">
                  <a:extLst>
                    <a:ext uri="{9D8B030D-6E8A-4147-A177-3AD203B41FA5}">
                      <a16:colId xmlns:a16="http://schemas.microsoft.com/office/drawing/2014/main" val="1615477525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/>
                        <a:t>Track</a:t>
                      </a:r>
                    </a:p>
                  </a:txBody>
                  <a:tcPr marL="79115" marR="79115" marT="39558" marB="3955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 err="1"/>
                        <a:t>Sequence</a:t>
                      </a:r>
                      <a:endParaRPr lang="fr-FR" sz="2200" dirty="0"/>
                    </a:p>
                  </a:txBody>
                  <a:tcPr marL="79115" marR="79115" marT="39558" marB="3955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/>
                        <a:t>Example </a:t>
                      </a:r>
                      <a:r>
                        <a:rPr lang="fr-FR" sz="2200" dirty="0" err="1"/>
                        <a:t>research</a:t>
                      </a:r>
                      <a:r>
                        <a:rPr lang="fr-FR" sz="2200" dirty="0"/>
                        <a:t> question</a:t>
                      </a:r>
                    </a:p>
                  </a:txBody>
                  <a:tcPr marL="79115" marR="79115" marT="39558" marB="3955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575751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A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Employment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How do school-to-work trajectories differ by parental education?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006401314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B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 err="1"/>
                        <a:t>Employment</a:t>
                      </a:r>
                      <a:endParaRPr lang="fr-FR" sz="220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Are employment trajectories associated with later mental health?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497328145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C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Employment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Do employment trajectories differ between women and men?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97440210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D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Family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How do family-formation trajectories differ by social background?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75667755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Family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Are different family trajectories associated with later well-being?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125609492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F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Housing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/>
                        <a:t>How do </a:t>
                      </a:r>
                      <a:r>
                        <a:rPr lang="fr-FR" sz="2200" dirty="0" err="1"/>
                        <a:t>housing</a:t>
                      </a:r>
                      <a:r>
                        <a:rPr lang="fr-FR" sz="2200" dirty="0"/>
                        <a:t> </a:t>
                      </a:r>
                      <a:r>
                        <a:rPr lang="fr-FR" sz="2200" dirty="0" err="1"/>
                        <a:t>trajectories</a:t>
                      </a:r>
                      <a:r>
                        <a:rPr lang="fr-FR" sz="2200" dirty="0"/>
                        <a:t> </a:t>
                      </a:r>
                      <a:r>
                        <a:rPr lang="fr-FR" sz="2200" dirty="0" err="1"/>
                        <a:t>differ</a:t>
                      </a:r>
                      <a:r>
                        <a:rPr lang="fr-FR" sz="2200" dirty="0"/>
                        <a:t> by </a:t>
                      </a:r>
                      <a:r>
                        <a:rPr lang="fr-FR" sz="2200" dirty="0" err="1"/>
                        <a:t>socioeconomic</a:t>
                      </a:r>
                      <a:r>
                        <a:rPr lang="fr-FR" sz="2200" dirty="0"/>
                        <a:t> background?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509971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8625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0252-A9D6-4953-0761-CE4F95771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Two</a:t>
            </a:r>
            <a:r>
              <a:rPr lang="fi-FI" dirty="0"/>
              <a:t> </a:t>
            </a:r>
            <a:r>
              <a:rPr lang="fi-FI" dirty="0" err="1"/>
              <a:t>phases</a:t>
            </a:r>
            <a:endParaRPr lang="fr-FR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564223D-1E1B-E1E2-ECF4-1B9327DEBE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170555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45352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63E7-92F3-277A-8E8B-5ED5404C1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Mission for </a:t>
            </a:r>
            <a:r>
              <a:rPr lang="fi-FI" dirty="0" err="1"/>
              <a:t>today</a:t>
            </a:r>
            <a:r>
              <a:rPr lang="fi-FI" dirty="0"/>
              <a:t> – </a:t>
            </a:r>
            <a:r>
              <a:rPr lang="fi-FI" dirty="0" err="1"/>
              <a:t>guided</a:t>
            </a:r>
            <a:r>
              <a:rPr lang="fi-FI" dirty="0"/>
              <a:t> </a:t>
            </a:r>
            <a:r>
              <a:rPr lang="fi-FI" dirty="0" err="1"/>
              <a:t>part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D819B-8872-EC4C-F8A5-BB36DC8BF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Today we will:</a:t>
            </a:r>
          </a:p>
          <a:p>
            <a:pPr lvl="1"/>
            <a:r>
              <a:rPr lang="fr-FR" dirty="0" err="1"/>
              <a:t>Load</a:t>
            </a:r>
            <a:r>
              <a:rPr lang="fr-FR" dirty="0"/>
              <a:t> and </a:t>
            </a:r>
            <a:r>
              <a:rPr lang="fr-FR" dirty="0" err="1"/>
              <a:t>inspect</a:t>
            </a:r>
            <a:r>
              <a:rPr lang="fr-FR" dirty="0"/>
              <a:t> the longitudinal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Move </a:t>
            </a:r>
            <a:r>
              <a:rPr lang="fr-FR" dirty="0" err="1"/>
              <a:t>between</a:t>
            </a:r>
            <a:r>
              <a:rPr lang="fr-FR" dirty="0"/>
              <a:t> long and </a:t>
            </a:r>
            <a:r>
              <a:rPr lang="fr-FR" dirty="0" err="1"/>
              <a:t>wide</a:t>
            </a:r>
            <a:r>
              <a:rPr lang="fr-FR" dirty="0"/>
              <a:t> formats</a:t>
            </a:r>
          </a:p>
          <a:p>
            <a:pPr lvl="1"/>
            <a:r>
              <a:rPr lang="fr-FR" dirty="0"/>
              <a:t>Define the </a:t>
            </a:r>
            <a:r>
              <a:rPr lang="fr-FR" dirty="0" err="1"/>
              <a:t>sequence</a:t>
            </a:r>
            <a:r>
              <a:rPr lang="fr-FR" dirty="0"/>
              <a:t> alphabet </a:t>
            </a:r>
          </a:p>
          <a:p>
            <a:pPr lvl="1"/>
            <a:r>
              <a:rPr lang="fr-FR" dirty="0" err="1"/>
              <a:t>Create</a:t>
            </a:r>
            <a:r>
              <a:rPr lang="fr-FR" dirty="0"/>
              <a:t> a traminer </a:t>
            </a:r>
            <a:r>
              <a:rPr lang="fr-FR" dirty="0" err="1"/>
              <a:t>sequence</a:t>
            </a:r>
            <a:r>
              <a:rPr lang="fr-FR" dirty="0"/>
              <a:t> </a:t>
            </a:r>
            <a:r>
              <a:rPr lang="fr-FR" dirty="0" err="1"/>
              <a:t>object</a:t>
            </a:r>
            <a:endParaRPr lang="fr-FR" dirty="0"/>
          </a:p>
          <a:p>
            <a:pPr lvl="1"/>
            <a:r>
              <a:rPr lang="fr-FR" dirty="0" err="1"/>
              <a:t>Produce</a:t>
            </a:r>
            <a:r>
              <a:rPr lang="fr-FR" dirty="0"/>
              <a:t> an index plot</a:t>
            </a:r>
          </a:p>
          <a:p>
            <a:pPr lvl="1"/>
            <a:r>
              <a:rPr lang="fr-FR" dirty="0" err="1"/>
              <a:t>Produce</a:t>
            </a:r>
            <a:r>
              <a:rPr lang="fr-FR" dirty="0"/>
              <a:t> a state distribution plot</a:t>
            </a:r>
          </a:p>
          <a:p>
            <a:pPr lvl="1"/>
            <a:r>
              <a:rPr lang="fr-FR" dirty="0" err="1"/>
              <a:t>Calculate</a:t>
            </a:r>
            <a:r>
              <a:rPr lang="fr-FR" dirty="0"/>
              <a:t> basic </a:t>
            </a:r>
            <a:r>
              <a:rPr lang="fr-FR" dirty="0" err="1"/>
              <a:t>descriptors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34711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D10D-E4D6-C1A7-B3B0-4D7CE5DD6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Mission for </a:t>
            </a:r>
            <a:r>
              <a:rPr lang="fi-FI" dirty="0" err="1"/>
              <a:t>today</a:t>
            </a:r>
            <a:r>
              <a:rPr lang="fi-FI" dirty="0"/>
              <a:t> – </a:t>
            </a:r>
            <a:r>
              <a:rPr lang="fi-FI" dirty="0" err="1"/>
              <a:t>your</a:t>
            </a:r>
            <a:r>
              <a:rPr lang="fi-FI" dirty="0"/>
              <a:t> </a:t>
            </a:r>
            <a:r>
              <a:rPr lang="fi-FI" dirty="0" err="1"/>
              <a:t>project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6480C3-28A0-FDAD-7292-6C5D6857B6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4979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07186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4FCF1-C8A5-ACF1-D9E1-2F71962D1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>
            <a:normAutofit/>
          </a:bodyPr>
          <a:lstStyle/>
          <a:p>
            <a:r>
              <a:rPr lang="fi-FI" sz="4000"/>
              <a:t>Mini project</a:t>
            </a:r>
            <a:endParaRPr lang="fr-FR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9D07B-7B3A-C55E-B6C1-A521ECD89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2656" y="2701427"/>
            <a:ext cx="4483324" cy="2699968"/>
          </a:xfrm>
        </p:spPr>
        <p:txBody>
          <a:bodyPr>
            <a:normAutofit/>
          </a:bodyPr>
          <a:lstStyle/>
          <a:p>
            <a:r>
              <a:rPr lang="fi-FI" sz="1900"/>
              <a:t>Your toolkit:</a:t>
            </a:r>
          </a:p>
          <a:p>
            <a:pPr lvl="1"/>
            <a:r>
              <a:rPr lang="fr-FR" sz="1900"/>
              <a:t>guided R scripts </a:t>
            </a:r>
          </a:p>
          <a:p>
            <a:pPr lvl="1"/>
            <a:r>
              <a:rPr lang="fr-FR" sz="1900"/>
              <a:t>mini-project report template </a:t>
            </a:r>
          </a:p>
          <a:p>
            <a:pPr lvl="1"/>
            <a:r>
              <a:rPr lang="fr-FR" sz="1900"/>
              <a:t>mini-project passport/checklist </a:t>
            </a:r>
          </a:p>
          <a:p>
            <a:pPr lvl="1"/>
            <a:r>
              <a:rPr lang="fr-FR" sz="1900"/>
              <a:t>final report template</a:t>
            </a:r>
          </a:p>
          <a:p>
            <a:r>
              <a:rPr lang="fr-FR" sz="1900"/>
              <a:t>Targeted report sections:</a:t>
            </a:r>
          </a:p>
          <a:p>
            <a:pPr lvl="1"/>
            <a:r>
              <a:rPr lang="fr-FR" sz="1900"/>
              <a:t>Research question and rationale</a:t>
            </a:r>
          </a:p>
          <a:p>
            <a:pPr lvl="1"/>
            <a:r>
              <a:rPr lang="fr-FR" sz="1900"/>
              <a:t>Data and sequence construction</a:t>
            </a:r>
          </a:p>
          <a:p>
            <a:endParaRPr lang="fr-FR" sz="19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CB9E0-CE52-CD35-11D0-FF4998253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701427"/>
            <a:ext cx="4554501" cy="2699968"/>
          </a:xfrm>
        </p:spPr>
        <p:txBody>
          <a:bodyPr>
            <a:normAutofit/>
          </a:bodyPr>
          <a:lstStyle/>
          <a:p>
            <a:r>
              <a:rPr lang="en-US" sz="1700" b="1"/>
              <a:t>Before leaving today, write down:</a:t>
            </a:r>
            <a:endParaRPr lang="fr-FR" sz="1700"/>
          </a:p>
          <a:p>
            <a:pPr lvl="1"/>
            <a:r>
              <a:rPr lang="fr-FR" sz="1700"/>
              <a:t>My research question is...</a:t>
            </a:r>
          </a:p>
          <a:p>
            <a:pPr lvl="1"/>
            <a:r>
              <a:rPr lang="fr-FR" sz="1700"/>
              <a:t>I study ___ trajectories</a:t>
            </a:r>
          </a:p>
          <a:p>
            <a:pPr lvl="1"/>
            <a:r>
              <a:rPr lang="fr-FR" sz="1700"/>
              <a:t>My population is...</a:t>
            </a:r>
          </a:p>
          <a:p>
            <a:pPr lvl="1"/>
            <a:r>
              <a:rPr lang="fr-FR" sz="1700"/>
              <a:t>My time axis is...</a:t>
            </a:r>
          </a:p>
          <a:p>
            <a:pPr lvl="1"/>
            <a:r>
              <a:rPr lang="fr-FR" sz="1700"/>
              <a:t>My time unit is...</a:t>
            </a:r>
          </a:p>
          <a:p>
            <a:pPr lvl="1"/>
            <a:r>
              <a:rPr lang="fr-FR" sz="1700"/>
              <a:t>My states are...</a:t>
            </a:r>
          </a:p>
          <a:p>
            <a:pPr lvl="1"/>
            <a:r>
              <a:rPr lang="en-US" sz="1700"/>
              <a:t>Sequence analysis is useful here because...</a:t>
            </a:r>
            <a:endParaRPr lang="fr-FR" sz="1700"/>
          </a:p>
          <a:p>
            <a:endParaRPr lang="fr-FR" sz="1700"/>
          </a:p>
        </p:txBody>
      </p:sp>
    </p:spTree>
    <p:extLst>
      <p:ext uri="{BB962C8B-B14F-4D97-AF65-F5344CB8AC3E}">
        <p14:creationId xmlns:p14="http://schemas.microsoft.com/office/powerpoint/2010/main" val="7153254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EADF-9DC4-BD1A-687B-DE1394A36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Mini </a:t>
            </a:r>
            <a:r>
              <a:rPr lang="fi-FI" dirty="0" err="1"/>
              <a:t>project</a:t>
            </a:r>
            <a:r>
              <a:rPr lang="fi-FI" dirty="0"/>
              <a:t> </a:t>
            </a:r>
            <a:r>
              <a:rPr lang="fi-FI" dirty="0" err="1"/>
              <a:t>steps</a:t>
            </a:r>
            <a:endParaRPr lang="fr-FR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5D18223-A371-37D0-0A23-374FE190AA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9796876"/>
              </p:ext>
            </p:extLst>
          </p:nvPr>
        </p:nvGraphicFramePr>
        <p:xfrm>
          <a:off x="838200" y="1550504"/>
          <a:ext cx="10515600" cy="4942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6972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09FC6-CA87-DADF-15F3-1BFFF75BB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Extra </a:t>
            </a:r>
            <a:r>
              <a:rPr lang="fi-FI" dirty="0" err="1"/>
              <a:t>slides</a:t>
            </a:r>
            <a:r>
              <a:rPr lang="fi-FI" dirty="0"/>
              <a:t> and </a:t>
            </a:r>
            <a:r>
              <a:rPr lang="fi-FI" dirty="0" err="1"/>
              <a:t>clues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30C4E-8905-DE18-CD7A-58B34F756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6580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9E89-4A22-C43A-9F19-C2F23C65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raw data to sequence object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BED5F-6DE3-AC46-0C83-C835A42F0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err="1"/>
              <a:t>library</a:t>
            </a:r>
            <a:r>
              <a:rPr lang="fr-FR" dirty="0"/>
              <a:t>(</a:t>
            </a:r>
            <a:r>
              <a:rPr lang="fr-FR" dirty="0" err="1"/>
              <a:t>TraMineR</a:t>
            </a:r>
            <a:r>
              <a:rPr lang="fr-FR" dirty="0"/>
              <a:t>)</a:t>
            </a:r>
          </a:p>
          <a:p>
            <a:r>
              <a:rPr lang="fr-FR" dirty="0"/>
              <a:t>data(</a:t>
            </a:r>
            <a:r>
              <a:rPr lang="fr-FR" dirty="0" err="1"/>
              <a:t>mvad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 err="1"/>
              <a:t>mvad.scodes</a:t>
            </a:r>
            <a:r>
              <a:rPr lang="fr-FR" dirty="0"/>
              <a:t> &lt;- c("EM", "FE", "HE", "JL", "SC", "TR")</a:t>
            </a:r>
          </a:p>
          <a:p>
            <a:r>
              <a:rPr lang="fr-FR" dirty="0" err="1"/>
              <a:t>mvad.labels</a:t>
            </a:r>
            <a:r>
              <a:rPr lang="fr-FR" dirty="0"/>
              <a:t> &lt;- c("</a:t>
            </a:r>
            <a:r>
              <a:rPr lang="fr-FR" dirty="0" err="1"/>
              <a:t>Employment</a:t>
            </a:r>
            <a:r>
              <a:rPr lang="fr-FR" dirty="0"/>
              <a:t>", "</a:t>
            </a:r>
            <a:r>
              <a:rPr lang="fr-FR" dirty="0" err="1"/>
              <a:t>Further</a:t>
            </a:r>
            <a:r>
              <a:rPr lang="fr-FR" dirty="0"/>
              <a:t> </a:t>
            </a:r>
            <a:r>
              <a:rPr lang="fr-FR" dirty="0" err="1"/>
              <a:t>education</a:t>
            </a:r>
            <a:r>
              <a:rPr lang="fr-FR" dirty="0"/>
              <a:t>",</a:t>
            </a:r>
          </a:p>
          <a:p>
            <a:r>
              <a:rPr lang="fr-FR" dirty="0"/>
              <a:t>                 "</a:t>
            </a:r>
            <a:r>
              <a:rPr lang="fr-FR" dirty="0" err="1"/>
              <a:t>Higher</a:t>
            </a:r>
            <a:r>
              <a:rPr lang="fr-FR" dirty="0"/>
              <a:t> </a:t>
            </a:r>
            <a:r>
              <a:rPr lang="fr-FR" dirty="0" err="1"/>
              <a:t>education</a:t>
            </a:r>
            <a:r>
              <a:rPr lang="fr-FR" dirty="0"/>
              <a:t>", "</a:t>
            </a:r>
            <a:r>
              <a:rPr lang="fr-FR" dirty="0" err="1"/>
              <a:t>Joblessness</a:t>
            </a:r>
            <a:r>
              <a:rPr lang="fr-FR" dirty="0"/>
              <a:t>",</a:t>
            </a:r>
          </a:p>
          <a:p>
            <a:r>
              <a:rPr lang="fr-FR" dirty="0"/>
              <a:t>                 "</a:t>
            </a:r>
            <a:r>
              <a:rPr lang="fr-FR" dirty="0" err="1"/>
              <a:t>School</a:t>
            </a:r>
            <a:r>
              <a:rPr lang="fr-FR" dirty="0"/>
              <a:t>", "Training")</a:t>
            </a:r>
          </a:p>
          <a:p>
            <a:endParaRPr lang="fr-FR" dirty="0"/>
          </a:p>
          <a:p>
            <a:r>
              <a:rPr lang="fr-FR" dirty="0" err="1"/>
              <a:t>mvad.seq</a:t>
            </a:r>
            <a:r>
              <a:rPr lang="fr-FR" dirty="0"/>
              <a:t> &lt;- </a:t>
            </a:r>
            <a:r>
              <a:rPr lang="fr-FR" dirty="0" err="1"/>
              <a:t>seqdef</a:t>
            </a:r>
            <a:r>
              <a:rPr lang="fr-FR" dirty="0"/>
              <a:t>(</a:t>
            </a:r>
            <a:r>
              <a:rPr lang="fr-FR" dirty="0" err="1"/>
              <a:t>mvad</a:t>
            </a:r>
            <a:r>
              <a:rPr lang="fr-FR" dirty="0"/>
              <a:t>, 15:86,</a:t>
            </a:r>
          </a:p>
          <a:p>
            <a:r>
              <a:rPr lang="fr-FR" dirty="0"/>
              <a:t>                   states = </a:t>
            </a:r>
            <a:r>
              <a:rPr lang="fr-FR" dirty="0" err="1"/>
              <a:t>mvad.scodes</a:t>
            </a:r>
            <a:r>
              <a:rPr lang="fr-FR" dirty="0"/>
              <a:t>,</a:t>
            </a:r>
          </a:p>
          <a:p>
            <a:r>
              <a:rPr lang="fr-FR" dirty="0"/>
              <a:t>                   labels = </a:t>
            </a:r>
            <a:r>
              <a:rPr lang="fr-FR" dirty="0" err="1"/>
              <a:t>mvad.labels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88244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6DCA-9B88-9B7A-FE72-D98A3C28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plot: sequence index plot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5B949-B523-7CE2-596D-ACB1E88DD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seqIplot</a:t>
            </a:r>
            <a:r>
              <a:rPr lang="en-US" dirty="0"/>
              <a:t>(</a:t>
            </a:r>
            <a:r>
              <a:rPr lang="en-US" dirty="0" err="1"/>
              <a:t>mvad.seq</a:t>
            </a:r>
            <a:r>
              <a:rPr lang="en-US" dirty="0"/>
              <a:t>, </a:t>
            </a:r>
            <a:r>
              <a:rPr lang="en-US" dirty="0" err="1"/>
              <a:t>sortv</a:t>
            </a:r>
            <a:r>
              <a:rPr lang="en-US" dirty="0"/>
              <a:t> = "</a:t>
            </a:r>
            <a:r>
              <a:rPr lang="en-US" dirty="0" err="1"/>
              <a:t>from.start</a:t>
            </a:r>
            <a:r>
              <a:rPr lang="en-US" dirty="0"/>
              <a:t>")</a:t>
            </a:r>
          </a:p>
          <a:p>
            <a:r>
              <a:rPr lang="en-US" dirty="0"/>
              <a:t>Try to use:</a:t>
            </a:r>
          </a:p>
          <a:p>
            <a:pPr lvl="1"/>
            <a:r>
              <a:rPr lang="en-US" dirty="0"/>
              <a:t>each row = one person</a:t>
            </a:r>
          </a:p>
          <a:p>
            <a:pPr lvl="1"/>
            <a:r>
              <a:rPr lang="en-US" dirty="0"/>
              <a:t>each column = one month</a:t>
            </a:r>
          </a:p>
          <a:p>
            <a:pPr lvl="1"/>
            <a:r>
              <a:rPr lang="en-US" dirty="0"/>
              <a:t>each </a:t>
            </a:r>
            <a:r>
              <a:rPr lang="en-US" dirty="0" err="1"/>
              <a:t>colour</a:t>
            </a:r>
            <a:r>
              <a:rPr lang="en-US" dirty="0"/>
              <a:t> = one state</a:t>
            </a:r>
          </a:p>
          <a:p>
            <a:pPr lvl="1"/>
            <a:r>
              <a:rPr lang="en-US" dirty="0"/>
              <a:t>sorting affects readability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72946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7D3A-0C32-8210-20F8-433EADCA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plot: state distribution plot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A59AC-1ED1-C3F9-940A-6885888F6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seqdplot</a:t>
            </a:r>
            <a:r>
              <a:rPr lang="fr-FR" dirty="0"/>
              <a:t>(</a:t>
            </a:r>
            <a:r>
              <a:rPr lang="fr-FR" dirty="0" err="1"/>
              <a:t>mvad.seq</a:t>
            </a:r>
            <a:r>
              <a:rPr lang="fr-FR" dirty="0"/>
              <a:t>)</a:t>
            </a:r>
          </a:p>
          <a:p>
            <a:r>
              <a:rPr lang="fr-FR" dirty="0"/>
              <a:t>Try to use</a:t>
            </a:r>
          </a:p>
          <a:p>
            <a:pPr lvl="1"/>
            <a:r>
              <a:rPr lang="en-US" dirty="0"/>
              <a:t>each vertical slice = distribution of states at one time point</a:t>
            </a:r>
          </a:p>
          <a:p>
            <a:pPr lvl="1"/>
            <a:r>
              <a:rPr lang="en-US" dirty="0"/>
              <a:t>easier to read aggregate trends</a:t>
            </a:r>
          </a:p>
          <a:p>
            <a:pPr lvl="1"/>
            <a:r>
              <a:rPr lang="en-US" dirty="0"/>
              <a:t>does not show individual pathways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72120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C0DB-29C9-5D3A-1FE9-0AFB05597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Simple descriptive </a:t>
            </a:r>
            <a:r>
              <a:rPr lang="fr-FR" dirty="0" err="1"/>
              <a:t>indicators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8AB08-4B7C-362D-855A-4BCCE7BA6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time_states</a:t>
            </a:r>
            <a:r>
              <a:rPr lang="fr-FR" dirty="0"/>
              <a:t> &lt;- </a:t>
            </a:r>
            <a:r>
              <a:rPr lang="fr-FR" dirty="0" err="1"/>
              <a:t>seqistatd</a:t>
            </a:r>
            <a:r>
              <a:rPr lang="fr-FR" dirty="0"/>
              <a:t>(</a:t>
            </a:r>
            <a:r>
              <a:rPr lang="fr-FR" dirty="0" err="1"/>
              <a:t>mvad.seq</a:t>
            </a:r>
            <a:r>
              <a:rPr lang="fr-FR" dirty="0"/>
              <a:t>)</a:t>
            </a:r>
          </a:p>
          <a:p>
            <a:r>
              <a:rPr lang="fr-FR" dirty="0"/>
              <a:t>transitions &lt;- </a:t>
            </a:r>
            <a:r>
              <a:rPr lang="fr-FR" dirty="0" err="1"/>
              <a:t>seqtransn</a:t>
            </a:r>
            <a:r>
              <a:rPr lang="fr-FR" dirty="0"/>
              <a:t>(</a:t>
            </a:r>
            <a:r>
              <a:rPr lang="fr-FR" dirty="0" err="1"/>
              <a:t>mvad.seq</a:t>
            </a:r>
            <a:r>
              <a:rPr lang="fr-FR" dirty="0"/>
              <a:t>)</a:t>
            </a:r>
          </a:p>
          <a:p>
            <a:r>
              <a:rPr lang="fr-FR" dirty="0" err="1"/>
              <a:t>entropy</a:t>
            </a:r>
            <a:r>
              <a:rPr lang="fr-FR" dirty="0"/>
              <a:t> &lt;- </a:t>
            </a:r>
            <a:r>
              <a:rPr lang="fr-FR" dirty="0" err="1"/>
              <a:t>seqient</a:t>
            </a:r>
            <a:r>
              <a:rPr lang="fr-FR" dirty="0"/>
              <a:t>(</a:t>
            </a:r>
            <a:r>
              <a:rPr lang="fr-FR" dirty="0" err="1"/>
              <a:t>mvad.seq</a:t>
            </a:r>
            <a:r>
              <a:rPr lang="fr-FR" dirty="0"/>
              <a:t>)</a:t>
            </a:r>
          </a:p>
          <a:p>
            <a:r>
              <a:rPr lang="fr-FR" dirty="0" err="1"/>
              <a:t>complexity</a:t>
            </a:r>
            <a:r>
              <a:rPr lang="fr-FR" dirty="0"/>
              <a:t> &lt;- </a:t>
            </a:r>
            <a:r>
              <a:rPr lang="fr-FR" dirty="0" err="1"/>
              <a:t>seqici</a:t>
            </a:r>
            <a:r>
              <a:rPr lang="fr-FR" dirty="0"/>
              <a:t>(</a:t>
            </a:r>
            <a:r>
              <a:rPr lang="fr-FR" dirty="0" err="1"/>
              <a:t>mvad.seq</a:t>
            </a:r>
            <a:r>
              <a:rPr lang="fr-FR" dirty="0"/>
              <a:t>)</a:t>
            </a:r>
          </a:p>
          <a:p>
            <a:r>
              <a:rPr lang="fr-FR" dirty="0" err="1"/>
              <a:t>Definitions</a:t>
            </a:r>
            <a:endParaRPr lang="fr-FR" dirty="0"/>
          </a:p>
          <a:p>
            <a:pPr lvl="1"/>
            <a:r>
              <a:rPr lang="en-US" dirty="0"/>
              <a:t>time in states = exposure</a:t>
            </a:r>
          </a:p>
          <a:p>
            <a:pPr lvl="1"/>
            <a:r>
              <a:rPr lang="en-US" dirty="0"/>
              <a:t>transitions = instability</a:t>
            </a:r>
          </a:p>
          <a:p>
            <a:pPr lvl="1"/>
            <a:r>
              <a:rPr lang="en-US" dirty="0"/>
              <a:t>entropy/complexity = diversity of states and changes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24477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892E8-4A23-1AB2-6F09-4773DCE8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Interpretation</a:t>
            </a:r>
            <a:r>
              <a:rPr lang="fi-FI" dirty="0"/>
              <a:t> </a:t>
            </a:r>
            <a:r>
              <a:rPr lang="fi-FI" dirty="0" err="1"/>
              <a:t>exercise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DE4E5-D749-D32F-13AD-8FB7470B8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Between month X and month Y, the share of ___ increases/decreases. Individual pathways show ___. This remains descriptive because ___.</a:t>
            </a:r>
          </a:p>
          <a:p>
            <a:r>
              <a:rPr lang="en-US" dirty="0"/>
              <a:t>Write your own sequence-analysis question in one paragraph: population, period, states, time axis, and expected difficulty.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8833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11079</TotalTime>
  <Words>4015</Words>
  <Application>Microsoft Office PowerPoint</Application>
  <PresentationFormat>Widescreen</PresentationFormat>
  <Paragraphs>837</Paragraphs>
  <Slides>69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Aptos</vt:lpstr>
      <vt:lpstr>Aptos Display</vt:lpstr>
      <vt:lpstr>Arial</vt:lpstr>
      <vt:lpstr>Wingdings</vt:lpstr>
      <vt:lpstr>Office Theme</vt:lpstr>
      <vt:lpstr>Lesson 1</vt:lpstr>
      <vt:lpstr>Welcome!</vt:lpstr>
      <vt:lpstr>Who am I?</vt:lpstr>
      <vt:lpstr>Who are you?</vt:lpstr>
      <vt:lpstr>What the course will cover</vt:lpstr>
      <vt:lpstr>Main references used to build that course</vt:lpstr>
      <vt:lpstr>Your main task</vt:lpstr>
      <vt:lpstr>The report</vt:lpstr>
      <vt:lpstr>What to put in the presentation</vt:lpstr>
      <vt:lpstr>How you will be evaluated</vt:lpstr>
      <vt:lpstr>Today’s task</vt:lpstr>
      <vt:lpstr>Programme of the labs</vt:lpstr>
      <vt:lpstr>Why Sequence Analysis (SAn)?</vt:lpstr>
      <vt:lpstr>What is the life-course (LC) paradigm? </vt:lpstr>
      <vt:lpstr>Sequence analysis: a first puzzle</vt:lpstr>
      <vt:lpstr>Sequence analysis: a first puzzle</vt:lpstr>
      <vt:lpstr>Reason to use SAn #1 It brings personal history into the analysis</vt:lpstr>
      <vt:lpstr>Example 1: school to work transitions</vt:lpstr>
      <vt:lpstr>Example 2: family formation trajectories</vt:lpstr>
      <vt:lpstr>Example 3: transition to adulthood? Health? work-family trajectories?</vt:lpstr>
      <vt:lpstr>Reason to use SAn #2 Events are moments; trajectories contain a before and an after</vt:lpstr>
      <vt:lpstr>What life-course research cares about</vt:lpstr>
      <vt:lpstr>Reason to use SAn #3 Time can influence outcomes in different ways</vt:lpstr>
      <vt:lpstr>Different types of sequences</vt:lpstr>
      <vt:lpstr>What these figures reveal that a regression table does not</vt:lpstr>
      <vt:lpstr>What is Sequence Analysis? (SA)</vt:lpstr>
      <vt:lpstr>From life-course data to sequences</vt:lpstr>
      <vt:lpstr>What is a trajectory?</vt:lpstr>
      <vt:lpstr>What are sequential data</vt:lpstr>
      <vt:lpstr>What are sequential data</vt:lpstr>
      <vt:lpstr>PowerPoint Presentation</vt:lpstr>
      <vt:lpstr>States, transitions and spells</vt:lpstr>
      <vt:lpstr>Sequence alphabet</vt:lpstr>
      <vt:lpstr>Where to find appropriate data</vt:lpstr>
      <vt:lpstr>The choice of a time axis</vt:lpstr>
      <vt:lpstr>The choice of a time axis</vt:lpstr>
      <vt:lpstr>The choice of a time axis</vt:lpstr>
      <vt:lpstr>The choice of a time axis</vt:lpstr>
      <vt:lpstr>What changes?</vt:lpstr>
      <vt:lpstr>A third alternative</vt:lpstr>
      <vt:lpstr>What time unit? Year or month?</vt:lpstr>
      <vt:lpstr>Missingness, censoring, incomplete histories</vt:lpstr>
      <vt:lpstr>Wide, long and spell data formats</vt:lpstr>
      <vt:lpstr>Spell format</vt:lpstr>
      <vt:lpstr>Format summary table</vt:lpstr>
      <vt:lpstr>What sequence analysis can and cannot do</vt:lpstr>
      <vt:lpstr>What Sequence Analysis (SAn) can do</vt:lpstr>
      <vt:lpstr>What SAn cannot do</vt:lpstr>
      <vt:lpstr>More than just pretty plots </vt:lpstr>
      <vt:lpstr>More than just pretty plots (1) Index plots</vt:lpstr>
      <vt:lpstr>More than just pretty plots (2) State distribution plots or chronogram</vt:lpstr>
      <vt:lpstr>SAn choices are research choices</vt:lpstr>
      <vt:lpstr>Preview of next lesson</vt:lpstr>
      <vt:lpstr>References</vt:lpstr>
      <vt:lpstr>Exercise time</vt:lpstr>
      <vt:lpstr>Dataset introduction</vt:lpstr>
      <vt:lpstr>Dataset introduction (2)</vt:lpstr>
      <vt:lpstr>For your project: research questions (examples)</vt:lpstr>
      <vt:lpstr>Two phases</vt:lpstr>
      <vt:lpstr>Mission for today – guided part</vt:lpstr>
      <vt:lpstr>Mission for today – your project</vt:lpstr>
      <vt:lpstr>Mini project</vt:lpstr>
      <vt:lpstr>Mini project steps</vt:lpstr>
      <vt:lpstr>Extra slides and clues</vt:lpstr>
      <vt:lpstr>From raw data to sequence object</vt:lpstr>
      <vt:lpstr>First plot: sequence index plot</vt:lpstr>
      <vt:lpstr>Second plot: state distribution plot</vt:lpstr>
      <vt:lpstr>Simple descriptive indicators</vt:lpstr>
      <vt:lpstr>Interpretation exercise</vt:lpstr>
    </vt:vector>
  </TitlesOfParts>
  <Company>University of Helsinki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 Jany Damiens</dc:creator>
  <cp:lastModifiedBy>Joan Jany Damiens</cp:lastModifiedBy>
  <cp:revision>19</cp:revision>
  <dcterms:created xsi:type="dcterms:W3CDTF">2026-07-27T16:04:32Z</dcterms:created>
  <dcterms:modified xsi:type="dcterms:W3CDTF">2026-08-14T12:07:32Z</dcterms:modified>
</cp:coreProperties>
</file>