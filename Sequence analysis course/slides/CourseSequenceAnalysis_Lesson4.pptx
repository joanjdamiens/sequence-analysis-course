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90" r:id="rId18"/>
    <p:sldId id="272" r:id="rId19"/>
    <p:sldId id="273" r:id="rId20"/>
    <p:sldId id="291" r:id="rId21"/>
    <p:sldId id="275" r:id="rId22"/>
    <p:sldId id="276" r:id="rId23"/>
    <p:sldId id="278" r:id="rId24"/>
    <p:sldId id="277" r:id="rId25"/>
    <p:sldId id="279" r:id="rId26"/>
    <p:sldId id="281" r:id="rId27"/>
    <p:sldId id="282" r:id="rId28"/>
    <p:sldId id="283" r:id="rId29"/>
    <p:sldId id="285" r:id="rId30"/>
    <p:sldId id="292" r:id="rId31"/>
    <p:sldId id="293" r:id="rId32"/>
    <p:sldId id="294" r:id="rId33"/>
    <p:sldId id="284" r:id="rId34"/>
    <p:sldId id="288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100" d="100"/>
          <a:sy n="100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A8674F-4B7F-47EE-A404-1EEB0F67541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674C48C8-E0ED-4F1D-9C8B-13146AA93AD2}">
      <dgm:prSet/>
      <dgm:spPr/>
      <dgm:t>
        <a:bodyPr/>
        <a:lstStyle/>
        <a:p>
          <a:r>
            <a:rPr lang="fr-FR"/>
            <a:t>Raw longitudinal data</a:t>
          </a:r>
        </a:p>
      </dgm:t>
    </dgm:pt>
    <dgm:pt modelId="{DFD55199-D270-489A-ADDF-8815280DF0EF}" type="parTrans" cxnId="{98B78D89-F23F-4E46-B8A3-352DE03FD00F}">
      <dgm:prSet/>
      <dgm:spPr/>
      <dgm:t>
        <a:bodyPr/>
        <a:lstStyle/>
        <a:p>
          <a:endParaRPr lang="fr-FR"/>
        </a:p>
      </dgm:t>
    </dgm:pt>
    <dgm:pt modelId="{576FA3EF-422C-49CE-BA1D-4A660DBF1136}" type="sibTrans" cxnId="{98B78D89-F23F-4E46-B8A3-352DE03FD00F}">
      <dgm:prSet/>
      <dgm:spPr/>
      <dgm:t>
        <a:bodyPr/>
        <a:lstStyle/>
        <a:p>
          <a:endParaRPr lang="fr-FR"/>
        </a:p>
      </dgm:t>
    </dgm:pt>
    <dgm:pt modelId="{7F38008A-1B70-458C-A4DF-D68F55B6D1A1}">
      <dgm:prSet/>
      <dgm:spPr/>
      <dgm:t>
        <a:bodyPr/>
        <a:lstStyle/>
        <a:p>
          <a:r>
            <a:rPr lang="fr-FR"/>
            <a:t>Sequences</a:t>
          </a:r>
        </a:p>
      </dgm:t>
    </dgm:pt>
    <dgm:pt modelId="{D8643F3D-880E-4687-A9C0-95EDA58DF2B1}" type="parTrans" cxnId="{D59506AD-3DAD-42D0-B06C-85BABC7725A0}">
      <dgm:prSet/>
      <dgm:spPr/>
      <dgm:t>
        <a:bodyPr/>
        <a:lstStyle/>
        <a:p>
          <a:endParaRPr lang="fr-FR"/>
        </a:p>
      </dgm:t>
    </dgm:pt>
    <dgm:pt modelId="{B39A901A-EEF2-4883-84BD-9C6DF9783EC5}" type="sibTrans" cxnId="{D59506AD-3DAD-42D0-B06C-85BABC7725A0}">
      <dgm:prSet/>
      <dgm:spPr/>
      <dgm:t>
        <a:bodyPr/>
        <a:lstStyle/>
        <a:p>
          <a:endParaRPr lang="fr-FR"/>
        </a:p>
      </dgm:t>
    </dgm:pt>
    <dgm:pt modelId="{6828E278-5839-46DA-8E39-FA94607AE973}">
      <dgm:prSet/>
      <dgm:spPr/>
      <dgm:t>
        <a:bodyPr/>
        <a:lstStyle/>
        <a:p>
          <a:r>
            <a:rPr lang="fr-FR"/>
            <a:t>Distances</a:t>
          </a:r>
        </a:p>
      </dgm:t>
    </dgm:pt>
    <dgm:pt modelId="{407D8662-BAE0-459C-B6CA-36AF1E8AF159}" type="parTrans" cxnId="{08C26DB3-3D02-4186-A325-794B93E75415}">
      <dgm:prSet/>
      <dgm:spPr/>
      <dgm:t>
        <a:bodyPr/>
        <a:lstStyle/>
        <a:p>
          <a:endParaRPr lang="fr-FR"/>
        </a:p>
      </dgm:t>
    </dgm:pt>
    <dgm:pt modelId="{A0FD5F8F-C69E-4486-A697-0E2EBA830CE9}" type="sibTrans" cxnId="{08C26DB3-3D02-4186-A325-794B93E75415}">
      <dgm:prSet/>
      <dgm:spPr/>
      <dgm:t>
        <a:bodyPr/>
        <a:lstStyle/>
        <a:p>
          <a:endParaRPr lang="fr-FR"/>
        </a:p>
      </dgm:t>
    </dgm:pt>
    <dgm:pt modelId="{C9612183-9394-4E5C-931B-2FC7E0412B23}">
      <dgm:prSet/>
      <dgm:spPr/>
      <dgm:t>
        <a:bodyPr/>
        <a:lstStyle/>
        <a:p>
          <a:r>
            <a:rPr lang="fr-FR"/>
            <a:t>Trajectory types</a:t>
          </a:r>
        </a:p>
      </dgm:t>
    </dgm:pt>
    <dgm:pt modelId="{0976B7B5-EBD4-4DCD-B203-7B464186301E}" type="parTrans" cxnId="{4759EC19-0F65-41B1-B188-D9E487B610A3}">
      <dgm:prSet/>
      <dgm:spPr/>
      <dgm:t>
        <a:bodyPr/>
        <a:lstStyle/>
        <a:p>
          <a:endParaRPr lang="fr-FR"/>
        </a:p>
      </dgm:t>
    </dgm:pt>
    <dgm:pt modelId="{36407811-0B4A-4A3D-9DD8-1BD0709E3B5A}" type="sibTrans" cxnId="{4759EC19-0F65-41B1-B188-D9E487B610A3}">
      <dgm:prSet/>
      <dgm:spPr/>
      <dgm:t>
        <a:bodyPr/>
        <a:lstStyle/>
        <a:p>
          <a:endParaRPr lang="fr-FR"/>
        </a:p>
      </dgm:t>
    </dgm:pt>
    <dgm:pt modelId="{B0DC7D42-5CD6-4B02-8F99-0CFAA7E82DB9}">
      <dgm:prSet/>
      <dgm:spPr/>
      <dgm:t>
        <a:bodyPr/>
        <a:lstStyle/>
        <a:p>
          <a:r>
            <a:rPr lang="fr-FR"/>
            <a:t>Interpretation and communication</a:t>
          </a:r>
        </a:p>
      </dgm:t>
    </dgm:pt>
    <dgm:pt modelId="{BBC72987-1143-4F78-8ABA-56D6128BF636}" type="parTrans" cxnId="{AAF27C51-05A6-4DC3-AF93-B8DCC6879129}">
      <dgm:prSet/>
      <dgm:spPr/>
      <dgm:t>
        <a:bodyPr/>
        <a:lstStyle/>
        <a:p>
          <a:endParaRPr lang="fr-FR"/>
        </a:p>
      </dgm:t>
    </dgm:pt>
    <dgm:pt modelId="{91CC01C5-84E7-4E0B-A737-C3D68EE1A7E3}" type="sibTrans" cxnId="{AAF27C51-05A6-4DC3-AF93-B8DCC6879129}">
      <dgm:prSet/>
      <dgm:spPr/>
      <dgm:t>
        <a:bodyPr/>
        <a:lstStyle/>
        <a:p>
          <a:endParaRPr lang="fr-FR"/>
        </a:p>
      </dgm:t>
    </dgm:pt>
    <dgm:pt modelId="{8D6FEECA-4488-4898-BAB3-7E4EF9124C0B}" type="pres">
      <dgm:prSet presAssocID="{27A8674F-4B7F-47EE-A404-1EEB0F67541C}" presName="Name0" presStyleCnt="0">
        <dgm:presLayoutVars>
          <dgm:dir/>
          <dgm:resizeHandles val="exact"/>
        </dgm:presLayoutVars>
      </dgm:prSet>
      <dgm:spPr/>
    </dgm:pt>
    <dgm:pt modelId="{65ADD455-C11B-4B9A-B11A-3516D55837AB}" type="pres">
      <dgm:prSet presAssocID="{27A8674F-4B7F-47EE-A404-1EEB0F67541C}" presName="arrow" presStyleLbl="bgShp" presStyleIdx="0" presStyleCnt="1"/>
      <dgm:spPr/>
    </dgm:pt>
    <dgm:pt modelId="{0707F18A-2B1B-48C8-BB3B-CFCC94AEAF0B}" type="pres">
      <dgm:prSet presAssocID="{27A8674F-4B7F-47EE-A404-1EEB0F67541C}" presName="points" presStyleCnt="0"/>
      <dgm:spPr/>
    </dgm:pt>
    <dgm:pt modelId="{9EAD3469-26E6-43A3-AB57-0105D8829E8A}" type="pres">
      <dgm:prSet presAssocID="{674C48C8-E0ED-4F1D-9C8B-13146AA93AD2}" presName="compositeA" presStyleCnt="0"/>
      <dgm:spPr/>
    </dgm:pt>
    <dgm:pt modelId="{DDA6E525-A862-4A8B-9569-50E182D65D3B}" type="pres">
      <dgm:prSet presAssocID="{674C48C8-E0ED-4F1D-9C8B-13146AA93AD2}" presName="textA" presStyleLbl="revTx" presStyleIdx="0" presStyleCnt="5">
        <dgm:presLayoutVars>
          <dgm:bulletEnabled val="1"/>
        </dgm:presLayoutVars>
      </dgm:prSet>
      <dgm:spPr/>
    </dgm:pt>
    <dgm:pt modelId="{03A0B8EA-5855-494F-BF67-24866403D566}" type="pres">
      <dgm:prSet presAssocID="{674C48C8-E0ED-4F1D-9C8B-13146AA93AD2}" presName="circleA" presStyleLbl="node1" presStyleIdx="0" presStyleCnt="5"/>
      <dgm:spPr/>
    </dgm:pt>
    <dgm:pt modelId="{EF53EA72-6365-42B1-8E37-12963F4BF41D}" type="pres">
      <dgm:prSet presAssocID="{674C48C8-E0ED-4F1D-9C8B-13146AA93AD2}" presName="spaceA" presStyleCnt="0"/>
      <dgm:spPr/>
    </dgm:pt>
    <dgm:pt modelId="{8B349F70-3D78-4B0D-9D8F-80471FBEFCF7}" type="pres">
      <dgm:prSet presAssocID="{576FA3EF-422C-49CE-BA1D-4A660DBF1136}" presName="space" presStyleCnt="0"/>
      <dgm:spPr/>
    </dgm:pt>
    <dgm:pt modelId="{C70000FC-9974-4113-8E99-89E5E264A2E0}" type="pres">
      <dgm:prSet presAssocID="{7F38008A-1B70-458C-A4DF-D68F55B6D1A1}" presName="compositeB" presStyleCnt="0"/>
      <dgm:spPr/>
    </dgm:pt>
    <dgm:pt modelId="{1C5B73EE-A5C0-4A41-A571-5E1EF40A2128}" type="pres">
      <dgm:prSet presAssocID="{7F38008A-1B70-458C-A4DF-D68F55B6D1A1}" presName="textB" presStyleLbl="revTx" presStyleIdx="1" presStyleCnt="5">
        <dgm:presLayoutVars>
          <dgm:bulletEnabled val="1"/>
        </dgm:presLayoutVars>
      </dgm:prSet>
      <dgm:spPr/>
    </dgm:pt>
    <dgm:pt modelId="{8A0C95F2-EF79-43C0-BEC3-6E5C5E66E7EF}" type="pres">
      <dgm:prSet presAssocID="{7F38008A-1B70-458C-A4DF-D68F55B6D1A1}" presName="circleB" presStyleLbl="node1" presStyleIdx="1" presStyleCnt="5"/>
      <dgm:spPr/>
    </dgm:pt>
    <dgm:pt modelId="{3DB0092E-E3CA-4695-A878-81A31379A44F}" type="pres">
      <dgm:prSet presAssocID="{7F38008A-1B70-458C-A4DF-D68F55B6D1A1}" presName="spaceB" presStyleCnt="0"/>
      <dgm:spPr/>
    </dgm:pt>
    <dgm:pt modelId="{EA94DD7D-C971-4BEB-A5B6-F026FBA98D0F}" type="pres">
      <dgm:prSet presAssocID="{B39A901A-EEF2-4883-84BD-9C6DF9783EC5}" presName="space" presStyleCnt="0"/>
      <dgm:spPr/>
    </dgm:pt>
    <dgm:pt modelId="{F5712A7B-EA8A-4C64-BF30-44B9B35ACA88}" type="pres">
      <dgm:prSet presAssocID="{6828E278-5839-46DA-8E39-FA94607AE973}" presName="compositeA" presStyleCnt="0"/>
      <dgm:spPr/>
    </dgm:pt>
    <dgm:pt modelId="{5A24B7D8-A283-4D24-A309-D809FDACB740}" type="pres">
      <dgm:prSet presAssocID="{6828E278-5839-46DA-8E39-FA94607AE973}" presName="textA" presStyleLbl="revTx" presStyleIdx="2" presStyleCnt="5">
        <dgm:presLayoutVars>
          <dgm:bulletEnabled val="1"/>
        </dgm:presLayoutVars>
      </dgm:prSet>
      <dgm:spPr/>
    </dgm:pt>
    <dgm:pt modelId="{49900F72-90FE-4E83-8EC8-C6E86EC542A7}" type="pres">
      <dgm:prSet presAssocID="{6828E278-5839-46DA-8E39-FA94607AE973}" presName="circleA" presStyleLbl="node1" presStyleIdx="2" presStyleCnt="5"/>
      <dgm:spPr/>
    </dgm:pt>
    <dgm:pt modelId="{A034A041-6181-48C4-BA2E-979B022218A6}" type="pres">
      <dgm:prSet presAssocID="{6828E278-5839-46DA-8E39-FA94607AE973}" presName="spaceA" presStyleCnt="0"/>
      <dgm:spPr/>
    </dgm:pt>
    <dgm:pt modelId="{205FCEAB-496F-47FE-9F2F-CD27A35E84A9}" type="pres">
      <dgm:prSet presAssocID="{A0FD5F8F-C69E-4486-A697-0E2EBA830CE9}" presName="space" presStyleCnt="0"/>
      <dgm:spPr/>
    </dgm:pt>
    <dgm:pt modelId="{E54A3A8A-F36C-422D-87D3-97E528F0B401}" type="pres">
      <dgm:prSet presAssocID="{C9612183-9394-4E5C-931B-2FC7E0412B23}" presName="compositeB" presStyleCnt="0"/>
      <dgm:spPr/>
    </dgm:pt>
    <dgm:pt modelId="{76A88CD3-A453-4FBA-9EC1-DB1F2FDAF5FC}" type="pres">
      <dgm:prSet presAssocID="{C9612183-9394-4E5C-931B-2FC7E0412B23}" presName="textB" presStyleLbl="revTx" presStyleIdx="3" presStyleCnt="5">
        <dgm:presLayoutVars>
          <dgm:bulletEnabled val="1"/>
        </dgm:presLayoutVars>
      </dgm:prSet>
      <dgm:spPr/>
    </dgm:pt>
    <dgm:pt modelId="{FC2FF179-5266-40A4-BC0E-FB92FD188593}" type="pres">
      <dgm:prSet presAssocID="{C9612183-9394-4E5C-931B-2FC7E0412B23}" presName="circleB" presStyleLbl="node1" presStyleIdx="3" presStyleCnt="5"/>
      <dgm:spPr/>
    </dgm:pt>
    <dgm:pt modelId="{76D8E645-2EAA-465F-BDA7-65B625F117A4}" type="pres">
      <dgm:prSet presAssocID="{C9612183-9394-4E5C-931B-2FC7E0412B23}" presName="spaceB" presStyleCnt="0"/>
      <dgm:spPr/>
    </dgm:pt>
    <dgm:pt modelId="{03199B08-4AFC-4994-AAA0-C0E2B37E5940}" type="pres">
      <dgm:prSet presAssocID="{36407811-0B4A-4A3D-9DD8-1BD0709E3B5A}" presName="space" presStyleCnt="0"/>
      <dgm:spPr/>
    </dgm:pt>
    <dgm:pt modelId="{E0C70BFD-3918-4D43-803A-8449D00DB44F}" type="pres">
      <dgm:prSet presAssocID="{B0DC7D42-5CD6-4B02-8F99-0CFAA7E82DB9}" presName="compositeA" presStyleCnt="0"/>
      <dgm:spPr/>
    </dgm:pt>
    <dgm:pt modelId="{51E50A2F-1B63-497C-ACB6-E718917D586E}" type="pres">
      <dgm:prSet presAssocID="{B0DC7D42-5CD6-4B02-8F99-0CFAA7E82DB9}" presName="textA" presStyleLbl="revTx" presStyleIdx="4" presStyleCnt="5">
        <dgm:presLayoutVars>
          <dgm:bulletEnabled val="1"/>
        </dgm:presLayoutVars>
      </dgm:prSet>
      <dgm:spPr/>
    </dgm:pt>
    <dgm:pt modelId="{07015CBA-90C5-4364-89F0-0A133540CF2D}" type="pres">
      <dgm:prSet presAssocID="{B0DC7D42-5CD6-4B02-8F99-0CFAA7E82DB9}" presName="circleA" presStyleLbl="node1" presStyleIdx="4" presStyleCnt="5"/>
      <dgm:spPr/>
    </dgm:pt>
    <dgm:pt modelId="{848F3340-77DB-4C86-925B-B3B808559313}" type="pres">
      <dgm:prSet presAssocID="{B0DC7D42-5CD6-4B02-8F99-0CFAA7E82DB9}" presName="spaceA" presStyleCnt="0"/>
      <dgm:spPr/>
    </dgm:pt>
  </dgm:ptLst>
  <dgm:cxnLst>
    <dgm:cxn modelId="{672C3B08-0046-4B39-A62D-07A4AF4B6BA6}" type="presOf" srcId="{6828E278-5839-46DA-8E39-FA94607AE973}" destId="{5A24B7D8-A283-4D24-A309-D809FDACB740}" srcOrd="0" destOrd="0" presId="urn:microsoft.com/office/officeart/2005/8/layout/hProcess11"/>
    <dgm:cxn modelId="{4759EC19-0F65-41B1-B188-D9E487B610A3}" srcId="{27A8674F-4B7F-47EE-A404-1EEB0F67541C}" destId="{C9612183-9394-4E5C-931B-2FC7E0412B23}" srcOrd="3" destOrd="0" parTransId="{0976B7B5-EBD4-4DCD-B203-7B464186301E}" sibTransId="{36407811-0B4A-4A3D-9DD8-1BD0709E3B5A}"/>
    <dgm:cxn modelId="{B6F28030-2095-42D3-A285-66CC00EEB4AD}" type="presOf" srcId="{674C48C8-E0ED-4F1D-9C8B-13146AA93AD2}" destId="{DDA6E525-A862-4A8B-9569-50E182D65D3B}" srcOrd="0" destOrd="0" presId="urn:microsoft.com/office/officeart/2005/8/layout/hProcess11"/>
    <dgm:cxn modelId="{AAF27C51-05A6-4DC3-AF93-B8DCC6879129}" srcId="{27A8674F-4B7F-47EE-A404-1EEB0F67541C}" destId="{B0DC7D42-5CD6-4B02-8F99-0CFAA7E82DB9}" srcOrd="4" destOrd="0" parTransId="{BBC72987-1143-4F78-8ABA-56D6128BF636}" sibTransId="{91CC01C5-84E7-4E0B-A737-C3D68EE1A7E3}"/>
    <dgm:cxn modelId="{221AAE74-3B16-4C5F-AF3F-B3BDA2C57F6F}" type="presOf" srcId="{27A8674F-4B7F-47EE-A404-1EEB0F67541C}" destId="{8D6FEECA-4488-4898-BAB3-7E4EF9124C0B}" srcOrd="0" destOrd="0" presId="urn:microsoft.com/office/officeart/2005/8/layout/hProcess11"/>
    <dgm:cxn modelId="{98B78D89-F23F-4E46-B8A3-352DE03FD00F}" srcId="{27A8674F-4B7F-47EE-A404-1EEB0F67541C}" destId="{674C48C8-E0ED-4F1D-9C8B-13146AA93AD2}" srcOrd="0" destOrd="0" parTransId="{DFD55199-D270-489A-ADDF-8815280DF0EF}" sibTransId="{576FA3EF-422C-49CE-BA1D-4A660DBF1136}"/>
    <dgm:cxn modelId="{D59506AD-3DAD-42D0-B06C-85BABC7725A0}" srcId="{27A8674F-4B7F-47EE-A404-1EEB0F67541C}" destId="{7F38008A-1B70-458C-A4DF-D68F55B6D1A1}" srcOrd="1" destOrd="0" parTransId="{D8643F3D-880E-4687-A9C0-95EDA58DF2B1}" sibTransId="{B39A901A-EEF2-4883-84BD-9C6DF9783EC5}"/>
    <dgm:cxn modelId="{08C26DB3-3D02-4186-A325-794B93E75415}" srcId="{27A8674F-4B7F-47EE-A404-1EEB0F67541C}" destId="{6828E278-5839-46DA-8E39-FA94607AE973}" srcOrd="2" destOrd="0" parTransId="{407D8662-BAE0-459C-B6CA-36AF1E8AF159}" sibTransId="{A0FD5F8F-C69E-4486-A697-0E2EBA830CE9}"/>
    <dgm:cxn modelId="{02A6D2B5-F40D-4BE2-A1DE-11F1FDE7641A}" type="presOf" srcId="{C9612183-9394-4E5C-931B-2FC7E0412B23}" destId="{76A88CD3-A453-4FBA-9EC1-DB1F2FDAF5FC}" srcOrd="0" destOrd="0" presId="urn:microsoft.com/office/officeart/2005/8/layout/hProcess11"/>
    <dgm:cxn modelId="{6B52B1CB-3889-4550-814E-32FB5B577B3B}" type="presOf" srcId="{B0DC7D42-5CD6-4B02-8F99-0CFAA7E82DB9}" destId="{51E50A2F-1B63-497C-ACB6-E718917D586E}" srcOrd="0" destOrd="0" presId="urn:microsoft.com/office/officeart/2005/8/layout/hProcess11"/>
    <dgm:cxn modelId="{D2A3C4EF-E9FD-4BCD-96EB-E8FEF0895154}" type="presOf" srcId="{7F38008A-1B70-458C-A4DF-D68F55B6D1A1}" destId="{1C5B73EE-A5C0-4A41-A571-5E1EF40A2128}" srcOrd="0" destOrd="0" presId="urn:microsoft.com/office/officeart/2005/8/layout/hProcess11"/>
    <dgm:cxn modelId="{B40268B9-69B7-4BE4-BB3F-0683D82174A1}" type="presParOf" srcId="{8D6FEECA-4488-4898-BAB3-7E4EF9124C0B}" destId="{65ADD455-C11B-4B9A-B11A-3516D55837AB}" srcOrd="0" destOrd="0" presId="urn:microsoft.com/office/officeart/2005/8/layout/hProcess11"/>
    <dgm:cxn modelId="{CE38A83B-7284-409F-A422-BA0D6EE54743}" type="presParOf" srcId="{8D6FEECA-4488-4898-BAB3-7E4EF9124C0B}" destId="{0707F18A-2B1B-48C8-BB3B-CFCC94AEAF0B}" srcOrd="1" destOrd="0" presId="urn:microsoft.com/office/officeart/2005/8/layout/hProcess11"/>
    <dgm:cxn modelId="{DEA8E6F4-0874-49A2-A87A-E71E51A84EAA}" type="presParOf" srcId="{0707F18A-2B1B-48C8-BB3B-CFCC94AEAF0B}" destId="{9EAD3469-26E6-43A3-AB57-0105D8829E8A}" srcOrd="0" destOrd="0" presId="urn:microsoft.com/office/officeart/2005/8/layout/hProcess11"/>
    <dgm:cxn modelId="{6A536A24-0274-47B5-8605-9AA0FF0610C9}" type="presParOf" srcId="{9EAD3469-26E6-43A3-AB57-0105D8829E8A}" destId="{DDA6E525-A862-4A8B-9569-50E182D65D3B}" srcOrd="0" destOrd="0" presId="urn:microsoft.com/office/officeart/2005/8/layout/hProcess11"/>
    <dgm:cxn modelId="{6BC25253-9C50-401C-8E10-B8DA3B58DE71}" type="presParOf" srcId="{9EAD3469-26E6-43A3-AB57-0105D8829E8A}" destId="{03A0B8EA-5855-494F-BF67-24866403D566}" srcOrd="1" destOrd="0" presId="urn:microsoft.com/office/officeart/2005/8/layout/hProcess11"/>
    <dgm:cxn modelId="{AD4927A9-69FC-4FD2-9AB5-028299D07CC8}" type="presParOf" srcId="{9EAD3469-26E6-43A3-AB57-0105D8829E8A}" destId="{EF53EA72-6365-42B1-8E37-12963F4BF41D}" srcOrd="2" destOrd="0" presId="urn:microsoft.com/office/officeart/2005/8/layout/hProcess11"/>
    <dgm:cxn modelId="{DC78308F-ECFA-44A2-B9AC-D756C8BF2922}" type="presParOf" srcId="{0707F18A-2B1B-48C8-BB3B-CFCC94AEAF0B}" destId="{8B349F70-3D78-4B0D-9D8F-80471FBEFCF7}" srcOrd="1" destOrd="0" presId="urn:microsoft.com/office/officeart/2005/8/layout/hProcess11"/>
    <dgm:cxn modelId="{02FA3BA9-2331-4FBF-ABB4-7809247DDF7D}" type="presParOf" srcId="{0707F18A-2B1B-48C8-BB3B-CFCC94AEAF0B}" destId="{C70000FC-9974-4113-8E99-89E5E264A2E0}" srcOrd="2" destOrd="0" presId="urn:microsoft.com/office/officeart/2005/8/layout/hProcess11"/>
    <dgm:cxn modelId="{1C362132-1859-412E-8178-670AC9954F9D}" type="presParOf" srcId="{C70000FC-9974-4113-8E99-89E5E264A2E0}" destId="{1C5B73EE-A5C0-4A41-A571-5E1EF40A2128}" srcOrd="0" destOrd="0" presId="urn:microsoft.com/office/officeart/2005/8/layout/hProcess11"/>
    <dgm:cxn modelId="{C913F8EF-5539-40A7-B2E5-208A648CA7AD}" type="presParOf" srcId="{C70000FC-9974-4113-8E99-89E5E264A2E0}" destId="{8A0C95F2-EF79-43C0-BEC3-6E5C5E66E7EF}" srcOrd="1" destOrd="0" presId="urn:microsoft.com/office/officeart/2005/8/layout/hProcess11"/>
    <dgm:cxn modelId="{AB3EA921-D49B-4E56-8451-3EEC201DF077}" type="presParOf" srcId="{C70000FC-9974-4113-8E99-89E5E264A2E0}" destId="{3DB0092E-E3CA-4695-A878-81A31379A44F}" srcOrd="2" destOrd="0" presId="urn:microsoft.com/office/officeart/2005/8/layout/hProcess11"/>
    <dgm:cxn modelId="{8C404835-8DB1-4C18-B55A-1294C7890CA6}" type="presParOf" srcId="{0707F18A-2B1B-48C8-BB3B-CFCC94AEAF0B}" destId="{EA94DD7D-C971-4BEB-A5B6-F026FBA98D0F}" srcOrd="3" destOrd="0" presId="urn:microsoft.com/office/officeart/2005/8/layout/hProcess11"/>
    <dgm:cxn modelId="{0F3F708C-5205-492E-A264-94C50068EAB6}" type="presParOf" srcId="{0707F18A-2B1B-48C8-BB3B-CFCC94AEAF0B}" destId="{F5712A7B-EA8A-4C64-BF30-44B9B35ACA88}" srcOrd="4" destOrd="0" presId="urn:microsoft.com/office/officeart/2005/8/layout/hProcess11"/>
    <dgm:cxn modelId="{93004FA1-67AC-4974-9C2F-BA35F90EA3D0}" type="presParOf" srcId="{F5712A7B-EA8A-4C64-BF30-44B9B35ACA88}" destId="{5A24B7D8-A283-4D24-A309-D809FDACB740}" srcOrd="0" destOrd="0" presId="urn:microsoft.com/office/officeart/2005/8/layout/hProcess11"/>
    <dgm:cxn modelId="{3B94199F-78E6-4A04-B549-5773BFBEE931}" type="presParOf" srcId="{F5712A7B-EA8A-4C64-BF30-44B9B35ACA88}" destId="{49900F72-90FE-4E83-8EC8-C6E86EC542A7}" srcOrd="1" destOrd="0" presId="urn:microsoft.com/office/officeart/2005/8/layout/hProcess11"/>
    <dgm:cxn modelId="{AD362354-D32D-43BA-BA64-E8398E115098}" type="presParOf" srcId="{F5712A7B-EA8A-4C64-BF30-44B9B35ACA88}" destId="{A034A041-6181-48C4-BA2E-979B022218A6}" srcOrd="2" destOrd="0" presId="urn:microsoft.com/office/officeart/2005/8/layout/hProcess11"/>
    <dgm:cxn modelId="{CFB06D16-BCED-4521-B097-FA5AD9922B94}" type="presParOf" srcId="{0707F18A-2B1B-48C8-BB3B-CFCC94AEAF0B}" destId="{205FCEAB-496F-47FE-9F2F-CD27A35E84A9}" srcOrd="5" destOrd="0" presId="urn:microsoft.com/office/officeart/2005/8/layout/hProcess11"/>
    <dgm:cxn modelId="{82EA24F9-3C26-4209-9612-4E4BED269539}" type="presParOf" srcId="{0707F18A-2B1B-48C8-BB3B-CFCC94AEAF0B}" destId="{E54A3A8A-F36C-422D-87D3-97E528F0B401}" srcOrd="6" destOrd="0" presId="urn:microsoft.com/office/officeart/2005/8/layout/hProcess11"/>
    <dgm:cxn modelId="{5AE00739-FCBA-4E8A-B837-005EF6965FDB}" type="presParOf" srcId="{E54A3A8A-F36C-422D-87D3-97E528F0B401}" destId="{76A88CD3-A453-4FBA-9EC1-DB1F2FDAF5FC}" srcOrd="0" destOrd="0" presId="urn:microsoft.com/office/officeart/2005/8/layout/hProcess11"/>
    <dgm:cxn modelId="{C955044F-C61B-45EA-BD8B-9EBC3D1B3A92}" type="presParOf" srcId="{E54A3A8A-F36C-422D-87D3-97E528F0B401}" destId="{FC2FF179-5266-40A4-BC0E-FB92FD188593}" srcOrd="1" destOrd="0" presId="urn:microsoft.com/office/officeart/2005/8/layout/hProcess11"/>
    <dgm:cxn modelId="{4D980F11-E1C4-4C11-8549-2D7CF40F8AB5}" type="presParOf" srcId="{E54A3A8A-F36C-422D-87D3-97E528F0B401}" destId="{76D8E645-2EAA-465F-BDA7-65B625F117A4}" srcOrd="2" destOrd="0" presId="urn:microsoft.com/office/officeart/2005/8/layout/hProcess11"/>
    <dgm:cxn modelId="{8EA2AFC2-D023-4332-B943-5632F92C38B2}" type="presParOf" srcId="{0707F18A-2B1B-48C8-BB3B-CFCC94AEAF0B}" destId="{03199B08-4AFC-4994-AAA0-C0E2B37E5940}" srcOrd="7" destOrd="0" presId="urn:microsoft.com/office/officeart/2005/8/layout/hProcess11"/>
    <dgm:cxn modelId="{2A23724D-7756-4809-8BCD-01722A617C17}" type="presParOf" srcId="{0707F18A-2B1B-48C8-BB3B-CFCC94AEAF0B}" destId="{E0C70BFD-3918-4D43-803A-8449D00DB44F}" srcOrd="8" destOrd="0" presId="urn:microsoft.com/office/officeart/2005/8/layout/hProcess11"/>
    <dgm:cxn modelId="{8F207B67-3246-4ECE-A5B5-4077AF28B7EC}" type="presParOf" srcId="{E0C70BFD-3918-4D43-803A-8449D00DB44F}" destId="{51E50A2F-1B63-497C-ACB6-E718917D586E}" srcOrd="0" destOrd="0" presId="urn:microsoft.com/office/officeart/2005/8/layout/hProcess11"/>
    <dgm:cxn modelId="{EB1B1496-54B7-4C0E-AFD3-6BFF77CCDFDE}" type="presParOf" srcId="{E0C70BFD-3918-4D43-803A-8449D00DB44F}" destId="{07015CBA-90C5-4364-89F0-0A133540CF2D}" srcOrd="1" destOrd="0" presId="urn:microsoft.com/office/officeart/2005/8/layout/hProcess11"/>
    <dgm:cxn modelId="{BF1B2D22-E202-4D56-BC3D-B2E998230C08}" type="presParOf" srcId="{E0C70BFD-3918-4D43-803A-8449D00DB44F}" destId="{848F3340-77DB-4C86-925B-B3B80855931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EC8993-C460-4B1F-9A30-40F52BB3FBC5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fr-FR"/>
        </a:p>
      </dgm:t>
    </dgm:pt>
    <dgm:pt modelId="{3D9CDEC7-2361-4606-B72C-5B7C0F0FFF95}">
      <dgm:prSet/>
      <dgm:spPr/>
      <dgm:t>
        <a:bodyPr/>
        <a:lstStyle/>
        <a:p>
          <a:r>
            <a:rPr lang="en-US"/>
            <a:t>Lesson 1: build and describe</a:t>
          </a:r>
          <a:endParaRPr lang="fr-FR"/>
        </a:p>
      </dgm:t>
    </dgm:pt>
    <dgm:pt modelId="{454CF91F-5896-4C24-8827-10F27C30874F}" type="parTrans" cxnId="{F901C9DF-9480-4AB4-9D9F-A54843002343}">
      <dgm:prSet/>
      <dgm:spPr/>
      <dgm:t>
        <a:bodyPr/>
        <a:lstStyle/>
        <a:p>
          <a:endParaRPr lang="fr-FR"/>
        </a:p>
      </dgm:t>
    </dgm:pt>
    <dgm:pt modelId="{9CBCDFB4-68E7-46FD-8D22-C9696974CA88}" type="sibTrans" cxnId="{F901C9DF-9480-4AB4-9D9F-A54843002343}">
      <dgm:prSet/>
      <dgm:spPr/>
      <dgm:t>
        <a:bodyPr/>
        <a:lstStyle/>
        <a:p>
          <a:endParaRPr lang="fr-FR"/>
        </a:p>
      </dgm:t>
    </dgm:pt>
    <dgm:pt modelId="{B1AEE526-6EB3-4A7B-BDD8-C536D9F269F1}">
      <dgm:prSet/>
      <dgm:spPr/>
      <dgm:t>
        <a:bodyPr/>
        <a:lstStyle/>
        <a:p>
          <a:r>
            <a:rPr lang="en-US"/>
            <a:t>Lesson 2: distances and OM</a:t>
          </a:r>
          <a:endParaRPr lang="fr-FR"/>
        </a:p>
      </dgm:t>
    </dgm:pt>
    <dgm:pt modelId="{8635361F-F204-4DF7-8748-F913DA3D605F}" type="parTrans" cxnId="{9E735A22-3B88-4E08-9879-734E824E7044}">
      <dgm:prSet/>
      <dgm:spPr/>
      <dgm:t>
        <a:bodyPr/>
        <a:lstStyle/>
        <a:p>
          <a:endParaRPr lang="fr-FR"/>
        </a:p>
      </dgm:t>
    </dgm:pt>
    <dgm:pt modelId="{5C476D20-27B9-49A8-9551-86D5DB626A32}" type="sibTrans" cxnId="{9E735A22-3B88-4E08-9879-734E824E7044}">
      <dgm:prSet/>
      <dgm:spPr/>
      <dgm:t>
        <a:bodyPr/>
        <a:lstStyle/>
        <a:p>
          <a:endParaRPr lang="fr-FR"/>
        </a:p>
      </dgm:t>
    </dgm:pt>
    <dgm:pt modelId="{B18C132B-4392-49EB-8A88-8CEB0894FC98}">
      <dgm:prSet/>
      <dgm:spPr/>
      <dgm:t>
        <a:bodyPr/>
        <a:lstStyle/>
        <a:p>
          <a:r>
            <a:rPr lang="en-US"/>
            <a:t>Lesson 3: clustering and typologies</a:t>
          </a:r>
          <a:endParaRPr lang="fr-FR"/>
        </a:p>
      </dgm:t>
    </dgm:pt>
    <dgm:pt modelId="{86D0EC2D-BA9A-47DF-BA81-67A057096071}" type="parTrans" cxnId="{D115A1FD-87BA-45F7-BEAB-D49ED9E7BE81}">
      <dgm:prSet/>
      <dgm:spPr/>
      <dgm:t>
        <a:bodyPr/>
        <a:lstStyle/>
        <a:p>
          <a:endParaRPr lang="fr-FR"/>
        </a:p>
      </dgm:t>
    </dgm:pt>
    <dgm:pt modelId="{8AF2EA72-8003-4F14-876F-3A02722CF7BC}" type="sibTrans" cxnId="{D115A1FD-87BA-45F7-BEAB-D49ED9E7BE81}">
      <dgm:prSet/>
      <dgm:spPr/>
      <dgm:t>
        <a:bodyPr/>
        <a:lstStyle/>
        <a:p>
          <a:endParaRPr lang="fr-FR"/>
        </a:p>
      </dgm:t>
    </dgm:pt>
    <dgm:pt modelId="{4A7D2666-1982-442E-908E-5FC7E82F3529}">
      <dgm:prSet/>
      <dgm:spPr/>
      <dgm:t>
        <a:bodyPr/>
        <a:lstStyle/>
        <a:p>
          <a:r>
            <a:rPr lang="en-US"/>
            <a:t>Lesson 4: interpretation, mini-projects, presentations</a:t>
          </a:r>
          <a:endParaRPr lang="fr-FR"/>
        </a:p>
      </dgm:t>
    </dgm:pt>
    <dgm:pt modelId="{364C742B-C412-4CB5-A225-84EA199FBC3C}" type="parTrans" cxnId="{5C297B22-5C2E-49E0-8662-3EE71665B272}">
      <dgm:prSet/>
      <dgm:spPr/>
      <dgm:t>
        <a:bodyPr/>
        <a:lstStyle/>
        <a:p>
          <a:endParaRPr lang="fr-FR"/>
        </a:p>
      </dgm:t>
    </dgm:pt>
    <dgm:pt modelId="{4FB0D542-A765-4839-9F47-86C7A75B08D6}" type="sibTrans" cxnId="{5C297B22-5C2E-49E0-8662-3EE71665B272}">
      <dgm:prSet/>
      <dgm:spPr/>
      <dgm:t>
        <a:bodyPr/>
        <a:lstStyle/>
        <a:p>
          <a:endParaRPr lang="fr-FR"/>
        </a:p>
      </dgm:t>
    </dgm:pt>
    <dgm:pt modelId="{C9FF8288-89E2-4546-9ECF-A6DC2AA3FF20}" type="pres">
      <dgm:prSet presAssocID="{29EC8993-C460-4B1F-9A30-40F52BB3FBC5}" presName="CompostProcess" presStyleCnt="0">
        <dgm:presLayoutVars>
          <dgm:dir/>
          <dgm:resizeHandles val="exact"/>
        </dgm:presLayoutVars>
      </dgm:prSet>
      <dgm:spPr/>
    </dgm:pt>
    <dgm:pt modelId="{CC24C03A-739F-4673-8625-304FA9CDF41F}" type="pres">
      <dgm:prSet presAssocID="{29EC8993-C460-4B1F-9A30-40F52BB3FBC5}" presName="arrow" presStyleLbl="bgShp" presStyleIdx="0" presStyleCnt="1"/>
      <dgm:spPr/>
    </dgm:pt>
    <dgm:pt modelId="{957A554B-DDFC-4780-8273-D2F00A728530}" type="pres">
      <dgm:prSet presAssocID="{29EC8993-C460-4B1F-9A30-40F52BB3FBC5}" presName="linearProcess" presStyleCnt="0"/>
      <dgm:spPr/>
    </dgm:pt>
    <dgm:pt modelId="{BAAD502F-704A-49E0-AE4E-38BA049E3163}" type="pres">
      <dgm:prSet presAssocID="{3D9CDEC7-2361-4606-B72C-5B7C0F0FFF95}" presName="textNode" presStyleLbl="node1" presStyleIdx="0" presStyleCnt="4">
        <dgm:presLayoutVars>
          <dgm:bulletEnabled val="1"/>
        </dgm:presLayoutVars>
      </dgm:prSet>
      <dgm:spPr/>
    </dgm:pt>
    <dgm:pt modelId="{52225CF2-62A0-4202-B490-2F7EB6DCD9F6}" type="pres">
      <dgm:prSet presAssocID="{9CBCDFB4-68E7-46FD-8D22-C9696974CA88}" presName="sibTrans" presStyleCnt="0"/>
      <dgm:spPr/>
    </dgm:pt>
    <dgm:pt modelId="{EF9762C0-F1D8-4153-AA3C-17E57B932797}" type="pres">
      <dgm:prSet presAssocID="{B1AEE526-6EB3-4A7B-BDD8-C536D9F269F1}" presName="textNode" presStyleLbl="node1" presStyleIdx="1" presStyleCnt="4">
        <dgm:presLayoutVars>
          <dgm:bulletEnabled val="1"/>
        </dgm:presLayoutVars>
      </dgm:prSet>
      <dgm:spPr/>
    </dgm:pt>
    <dgm:pt modelId="{932ECA39-F2CF-49B0-A428-5448A339FE58}" type="pres">
      <dgm:prSet presAssocID="{5C476D20-27B9-49A8-9551-86D5DB626A32}" presName="sibTrans" presStyleCnt="0"/>
      <dgm:spPr/>
    </dgm:pt>
    <dgm:pt modelId="{00C9F4EA-0119-47C7-B69B-9BB48C6F1006}" type="pres">
      <dgm:prSet presAssocID="{B18C132B-4392-49EB-8A88-8CEB0894FC98}" presName="textNode" presStyleLbl="node1" presStyleIdx="2" presStyleCnt="4">
        <dgm:presLayoutVars>
          <dgm:bulletEnabled val="1"/>
        </dgm:presLayoutVars>
      </dgm:prSet>
      <dgm:spPr/>
    </dgm:pt>
    <dgm:pt modelId="{20B9449A-D0A4-4463-8307-6A002C88D52E}" type="pres">
      <dgm:prSet presAssocID="{8AF2EA72-8003-4F14-876F-3A02722CF7BC}" presName="sibTrans" presStyleCnt="0"/>
      <dgm:spPr/>
    </dgm:pt>
    <dgm:pt modelId="{E3B98A3D-E9DB-48B9-BD34-1347D1D97E0D}" type="pres">
      <dgm:prSet presAssocID="{4A7D2666-1982-442E-908E-5FC7E82F352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E735A22-3B88-4E08-9879-734E824E7044}" srcId="{29EC8993-C460-4B1F-9A30-40F52BB3FBC5}" destId="{B1AEE526-6EB3-4A7B-BDD8-C536D9F269F1}" srcOrd="1" destOrd="0" parTransId="{8635361F-F204-4DF7-8748-F913DA3D605F}" sibTransId="{5C476D20-27B9-49A8-9551-86D5DB626A32}"/>
    <dgm:cxn modelId="{5C297B22-5C2E-49E0-8662-3EE71665B272}" srcId="{29EC8993-C460-4B1F-9A30-40F52BB3FBC5}" destId="{4A7D2666-1982-442E-908E-5FC7E82F3529}" srcOrd="3" destOrd="0" parTransId="{364C742B-C412-4CB5-A225-84EA199FBC3C}" sibTransId="{4FB0D542-A765-4839-9F47-86C7A75B08D6}"/>
    <dgm:cxn modelId="{7515CE29-4E1B-4282-B032-7D457DE1A05D}" type="presOf" srcId="{B18C132B-4392-49EB-8A88-8CEB0894FC98}" destId="{00C9F4EA-0119-47C7-B69B-9BB48C6F1006}" srcOrd="0" destOrd="0" presId="urn:microsoft.com/office/officeart/2005/8/layout/hProcess9"/>
    <dgm:cxn modelId="{CAE4C875-DB07-42D3-95DC-2EF08A0402BF}" type="presOf" srcId="{29EC8993-C460-4B1F-9A30-40F52BB3FBC5}" destId="{C9FF8288-89E2-4546-9ECF-A6DC2AA3FF20}" srcOrd="0" destOrd="0" presId="urn:microsoft.com/office/officeart/2005/8/layout/hProcess9"/>
    <dgm:cxn modelId="{352889AA-FEF5-4A05-9627-DDDDAB96833A}" type="presOf" srcId="{4A7D2666-1982-442E-908E-5FC7E82F3529}" destId="{E3B98A3D-E9DB-48B9-BD34-1347D1D97E0D}" srcOrd="0" destOrd="0" presId="urn:microsoft.com/office/officeart/2005/8/layout/hProcess9"/>
    <dgm:cxn modelId="{CA7738AC-6307-4369-9964-33B803985576}" type="presOf" srcId="{3D9CDEC7-2361-4606-B72C-5B7C0F0FFF95}" destId="{BAAD502F-704A-49E0-AE4E-38BA049E3163}" srcOrd="0" destOrd="0" presId="urn:microsoft.com/office/officeart/2005/8/layout/hProcess9"/>
    <dgm:cxn modelId="{C8F41CCF-6CD6-4685-8B02-357474FBDEC2}" type="presOf" srcId="{B1AEE526-6EB3-4A7B-BDD8-C536D9F269F1}" destId="{EF9762C0-F1D8-4153-AA3C-17E57B932797}" srcOrd="0" destOrd="0" presId="urn:microsoft.com/office/officeart/2005/8/layout/hProcess9"/>
    <dgm:cxn modelId="{F901C9DF-9480-4AB4-9D9F-A54843002343}" srcId="{29EC8993-C460-4B1F-9A30-40F52BB3FBC5}" destId="{3D9CDEC7-2361-4606-B72C-5B7C0F0FFF95}" srcOrd="0" destOrd="0" parTransId="{454CF91F-5896-4C24-8827-10F27C30874F}" sibTransId="{9CBCDFB4-68E7-46FD-8D22-C9696974CA88}"/>
    <dgm:cxn modelId="{D115A1FD-87BA-45F7-BEAB-D49ED9E7BE81}" srcId="{29EC8993-C460-4B1F-9A30-40F52BB3FBC5}" destId="{B18C132B-4392-49EB-8A88-8CEB0894FC98}" srcOrd="2" destOrd="0" parTransId="{86D0EC2D-BA9A-47DF-BA81-67A057096071}" sibTransId="{8AF2EA72-8003-4F14-876F-3A02722CF7BC}"/>
    <dgm:cxn modelId="{D2C5F8FC-2BF8-47E0-AB04-4CC52988ECAA}" type="presParOf" srcId="{C9FF8288-89E2-4546-9ECF-A6DC2AA3FF20}" destId="{CC24C03A-739F-4673-8625-304FA9CDF41F}" srcOrd="0" destOrd="0" presId="urn:microsoft.com/office/officeart/2005/8/layout/hProcess9"/>
    <dgm:cxn modelId="{9BD14E85-19BA-4D55-A434-043C1B084D0B}" type="presParOf" srcId="{C9FF8288-89E2-4546-9ECF-A6DC2AA3FF20}" destId="{957A554B-DDFC-4780-8273-D2F00A728530}" srcOrd="1" destOrd="0" presId="urn:microsoft.com/office/officeart/2005/8/layout/hProcess9"/>
    <dgm:cxn modelId="{160D0615-2CA7-439B-A409-AD6B662BAC2A}" type="presParOf" srcId="{957A554B-DDFC-4780-8273-D2F00A728530}" destId="{BAAD502F-704A-49E0-AE4E-38BA049E3163}" srcOrd="0" destOrd="0" presId="urn:microsoft.com/office/officeart/2005/8/layout/hProcess9"/>
    <dgm:cxn modelId="{B738D6AD-5F94-4B51-9D45-35A6A2068A7F}" type="presParOf" srcId="{957A554B-DDFC-4780-8273-D2F00A728530}" destId="{52225CF2-62A0-4202-B490-2F7EB6DCD9F6}" srcOrd="1" destOrd="0" presId="urn:microsoft.com/office/officeart/2005/8/layout/hProcess9"/>
    <dgm:cxn modelId="{04A68F6B-28DF-475A-8EE0-548AC131909F}" type="presParOf" srcId="{957A554B-DDFC-4780-8273-D2F00A728530}" destId="{EF9762C0-F1D8-4153-AA3C-17E57B932797}" srcOrd="2" destOrd="0" presId="urn:microsoft.com/office/officeart/2005/8/layout/hProcess9"/>
    <dgm:cxn modelId="{55BA37C1-370E-4DAF-A13E-40D62AD00FB5}" type="presParOf" srcId="{957A554B-DDFC-4780-8273-D2F00A728530}" destId="{932ECA39-F2CF-49B0-A428-5448A339FE58}" srcOrd="3" destOrd="0" presId="urn:microsoft.com/office/officeart/2005/8/layout/hProcess9"/>
    <dgm:cxn modelId="{38BB3B71-7DF3-42CD-B3B9-6505367FA00E}" type="presParOf" srcId="{957A554B-DDFC-4780-8273-D2F00A728530}" destId="{00C9F4EA-0119-47C7-B69B-9BB48C6F1006}" srcOrd="4" destOrd="0" presId="urn:microsoft.com/office/officeart/2005/8/layout/hProcess9"/>
    <dgm:cxn modelId="{9764682F-D53B-4C33-B2BB-513F30CD55FC}" type="presParOf" srcId="{957A554B-DDFC-4780-8273-D2F00A728530}" destId="{20B9449A-D0A4-4463-8307-6A002C88D52E}" srcOrd="5" destOrd="0" presId="urn:microsoft.com/office/officeart/2005/8/layout/hProcess9"/>
    <dgm:cxn modelId="{FEF7BF97-00CF-4086-B0B4-30CB653A9C24}" type="presParOf" srcId="{957A554B-DDFC-4780-8273-D2F00A728530}" destId="{E3B98A3D-E9DB-48B9-BD34-1347D1D97E0D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B16214-EAC3-4E67-AFAA-B8FE9E0977E8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fr-FR"/>
        </a:p>
      </dgm:t>
    </dgm:pt>
    <dgm:pt modelId="{DBDAF421-9861-4FA2-B356-4B765ECF65FE}">
      <dgm:prSet/>
      <dgm:spPr/>
      <dgm:t>
        <a:bodyPr/>
        <a:lstStyle/>
        <a:p>
          <a:r>
            <a:rPr lang="fr-FR" b="1"/>
            <a:t>Object 1 – A sequence definition</a:t>
          </a:r>
          <a:endParaRPr lang="fr-FR"/>
        </a:p>
      </dgm:t>
    </dgm:pt>
    <dgm:pt modelId="{466AAE6E-8A85-4162-9002-2AF9297F60A6}" type="parTrans" cxnId="{815D234B-526A-454E-8DF7-877A2067AF3D}">
      <dgm:prSet/>
      <dgm:spPr/>
      <dgm:t>
        <a:bodyPr/>
        <a:lstStyle/>
        <a:p>
          <a:endParaRPr lang="fr-FR"/>
        </a:p>
      </dgm:t>
    </dgm:pt>
    <dgm:pt modelId="{6D1FFEA4-03D3-4D60-94C7-AD3CF400C960}" type="sibTrans" cxnId="{815D234B-526A-454E-8DF7-877A2067AF3D}">
      <dgm:prSet/>
      <dgm:spPr/>
      <dgm:t>
        <a:bodyPr/>
        <a:lstStyle/>
        <a:p>
          <a:endParaRPr lang="fr-FR"/>
        </a:p>
      </dgm:t>
    </dgm:pt>
    <dgm:pt modelId="{96E8DD33-9FBF-4D2C-9811-4A4DB3D8D0BB}">
      <dgm:prSet/>
      <dgm:spPr/>
      <dgm:t>
        <a:bodyPr/>
        <a:lstStyle/>
        <a:p>
          <a:r>
            <a:rPr lang="fr-FR"/>
            <a:t>population; </a:t>
          </a:r>
        </a:p>
      </dgm:t>
    </dgm:pt>
    <dgm:pt modelId="{0A9BD18B-8FCE-49D8-AD66-98703422CBBF}" type="parTrans" cxnId="{96C6C1DC-CA35-46A4-8DC5-8F2FEC93382E}">
      <dgm:prSet/>
      <dgm:spPr/>
      <dgm:t>
        <a:bodyPr/>
        <a:lstStyle/>
        <a:p>
          <a:endParaRPr lang="fr-FR"/>
        </a:p>
      </dgm:t>
    </dgm:pt>
    <dgm:pt modelId="{B39AE942-FECD-41F0-85D4-8A7DF5C5C12A}" type="sibTrans" cxnId="{96C6C1DC-CA35-46A4-8DC5-8F2FEC93382E}">
      <dgm:prSet/>
      <dgm:spPr/>
      <dgm:t>
        <a:bodyPr/>
        <a:lstStyle/>
        <a:p>
          <a:endParaRPr lang="fr-FR"/>
        </a:p>
      </dgm:t>
    </dgm:pt>
    <dgm:pt modelId="{B7955740-C5DD-45BC-BAEB-6437E437CAC1}">
      <dgm:prSet/>
      <dgm:spPr/>
      <dgm:t>
        <a:bodyPr/>
        <a:lstStyle/>
        <a:p>
          <a:r>
            <a:rPr lang="fr-FR"/>
            <a:t>time axis; </a:t>
          </a:r>
        </a:p>
      </dgm:t>
    </dgm:pt>
    <dgm:pt modelId="{99630A84-BDED-4FD0-90B1-689C5DDC4604}" type="parTrans" cxnId="{695F79AA-8D4E-4944-BD31-896A1CAAAC9E}">
      <dgm:prSet/>
      <dgm:spPr/>
      <dgm:t>
        <a:bodyPr/>
        <a:lstStyle/>
        <a:p>
          <a:endParaRPr lang="fr-FR"/>
        </a:p>
      </dgm:t>
    </dgm:pt>
    <dgm:pt modelId="{7BD03D33-6CF7-4A4A-BA42-B910B4863DCC}" type="sibTrans" cxnId="{695F79AA-8D4E-4944-BD31-896A1CAAAC9E}">
      <dgm:prSet/>
      <dgm:spPr/>
      <dgm:t>
        <a:bodyPr/>
        <a:lstStyle/>
        <a:p>
          <a:endParaRPr lang="fr-FR"/>
        </a:p>
      </dgm:t>
    </dgm:pt>
    <dgm:pt modelId="{C27CC4FD-D8C3-4BC3-960E-719BA5DADA95}">
      <dgm:prSet/>
      <dgm:spPr/>
      <dgm:t>
        <a:bodyPr/>
        <a:lstStyle/>
        <a:p>
          <a:r>
            <a:rPr lang="fr-FR"/>
            <a:t>time unit; </a:t>
          </a:r>
        </a:p>
      </dgm:t>
    </dgm:pt>
    <dgm:pt modelId="{DA2F0BE2-9231-4C7F-B89D-206591B495D8}" type="parTrans" cxnId="{0509A935-4D41-4201-91AE-D5CF0D9D9737}">
      <dgm:prSet/>
      <dgm:spPr/>
      <dgm:t>
        <a:bodyPr/>
        <a:lstStyle/>
        <a:p>
          <a:endParaRPr lang="fr-FR"/>
        </a:p>
      </dgm:t>
    </dgm:pt>
    <dgm:pt modelId="{4BBB2628-2423-467C-B8A3-4C21F9EA34BB}" type="sibTrans" cxnId="{0509A935-4D41-4201-91AE-D5CF0D9D9737}">
      <dgm:prSet/>
      <dgm:spPr/>
      <dgm:t>
        <a:bodyPr/>
        <a:lstStyle/>
        <a:p>
          <a:endParaRPr lang="fr-FR"/>
        </a:p>
      </dgm:t>
    </dgm:pt>
    <dgm:pt modelId="{1DCC7D1A-9668-493B-98CC-B95A89E2076F}">
      <dgm:prSet/>
      <dgm:spPr/>
      <dgm:t>
        <a:bodyPr/>
        <a:lstStyle/>
        <a:p>
          <a:r>
            <a:rPr lang="fr-FR"/>
            <a:t>state alphabet. </a:t>
          </a:r>
        </a:p>
      </dgm:t>
    </dgm:pt>
    <dgm:pt modelId="{E2EB6559-47CF-4963-8807-CE92A3AA31D9}" type="parTrans" cxnId="{C8FB4B7F-3878-479F-9790-F1DFBC3D0ECA}">
      <dgm:prSet/>
      <dgm:spPr/>
      <dgm:t>
        <a:bodyPr/>
        <a:lstStyle/>
        <a:p>
          <a:endParaRPr lang="fr-FR"/>
        </a:p>
      </dgm:t>
    </dgm:pt>
    <dgm:pt modelId="{71E982F7-9FAE-4B7F-958D-3D4A2E472690}" type="sibTrans" cxnId="{C8FB4B7F-3878-479F-9790-F1DFBC3D0ECA}">
      <dgm:prSet/>
      <dgm:spPr/>
      <dgm:t>
        <a:bodyPr/>
        <a:lstStyle/>
        <a:p>
          <a:endParaRPr lang="fr-FR"/>
        </a:p>
      </dgm:t>
    </dgm:pt>
    <dgm:pt modelId="{17E7F413-6F79-4E36-A03D-8B57C024CC9C}">
      <dgm:prSet/>
      <dgm:spPr/>
      <dgm:t>
        <a:bodyPr/>
        <a:lstStyle/>
        <a:p>
          <a:r>
            <a:rPr lang="fr-FR" b="1"/>
            <a:t>Object 2 – Descriptive outputs</a:t>
          </a:r>
          <a:endParaRPr lang="fr-FR"/>
        </a:p>
      </dgm:t>
    </dgm:pt>
    <dgm:pt modelId="{D71310D5-38E7-4E1D-B65C-FAE778CEB9AC}" type="parTrans" cxnId="{38B3EF3E-10DB-40D0-B113-CD4E84FA9EAF}">
      <dgm:prSet/>
      <dgm:spPr/>
      <dgm:t>
        <a:bodyPr/>
        <a:lstStyle/>
        <a:p>
          <a:endParaRPr lang="fr-FR"/>
        </a:p>
      </dgm:t>
    </dgm:pt>
    <dgm:pt modelId="{690770C2-E213-4A59-AD47-28D1462800B7}" type="sibTrans" cxnId="{38B3EF3E-10DB-40D0-B113-CD4E84FA9EAF}">
      <dgm:prSet/>
      <dgm:spPr/>
      <dgm:t>
        <a:bodyPr/>
        <a:lstStyle/>
        <a:p>
          <a:endParaRPr lang="fr-FR"/>
        </a:p>
      </dgm:t>
    </dgm:pt>
    <dgm:pt modelId="{0E4FC092-373C-462B-99DD-51EC493A5A3B}">
      <dgm:prSet/>
      <dgm:spPr/>
      <dgm:t>
        <a:bodyPr/>
        <a:lstStyle/>
        <a:p>
          <a:r>
            <a:rPr lang="fr-FR"/>
            <a:t>index plots; </a:t>
          </a:r>
        </a:p>
      </dgm:t>
    </dgm:pt>
    <dgm:pt modelId="{77509138-E83D-4771-A225-BD5777B38AF1}" type="parTrans" cxnId="{664D926E-C2E7-4609-ACDD-85AC573F9694}">
      <dgm:prSet/>
      <dgm:spPr/>
      <dgm:t>
        <a:bodyPr/>
        <a:lstStyle/>
        <a:p>
          <a:endParaRPr lang="fr-FR"/>
        </a:p>
      </dgm:t>
    </dgm:pt>
    <dgm:pt modelId="{40FAAA6D-7CEA-47C4-9886-CFBF82D9DBAB}" type="sibTrans" cxnId="{664D926E-C2E7-4609-ACDD-85AC573F9694}">
      <dgm:prSet/>
      <dgm:spPr/>
      <dgm:t>
        <a:bodyPr/>
        <a:lstStyle/>
        <a:p>
          <a:endParaRPr lang="fr-FR"/>
        </a:p>
      </dgm:t>
    </dgm:pt>
    <dgm:pt modelId="{D971AE3A-30CE-4761-94B8-DE5B905C784C}">
      <dgm:prSet/>
      <dgm:spPr/>
      <dgm:t>
        <a:bodyPr/>
        <a:lstStyle/>
        <a:p>
          <a:r>
            <a:rPr lang="fr-FR"/>
            <a:t>state distribution plots; </a:t>
          </a:r>
        </a:p>
      </dgm:t>
    </dgm:pt>
    <dgm:pt modelId="{5566CECC-BC4C-4647-8049-49CEFB29D9D2}" type="parTrans" cxnId="{523E0B5C-16CF-4855-B101-BAF24BA688FC}">
      <dgm:prSet/>
      <dgm:spPr/>
      <dgm:t>
        <a:bodyPr/>
        <a:lstStyle/>
        <a:p>
          <a:endParaRPr lang="fr-FR"/>
        </a:p>
      </dgm:t>
    </dgm:pt>
    <dgm:pt modelId="{A6A88161-512A-4DF5-AF96-C4C416D2DC96}" type="sibTrans" cxnId="{523E0B5C-16CF-4855-B101-BAF24BA688FC}">
      <dgm:prSet/>
      <dgm:spPr/>
      <dgm:t>
        <a:bodyPr/>
        <a:lstStyle/>
        <a:p>
          <a:endParaRPr lang="fr-FR"/>
        </a:p>
      </dgm:t>
    </dgm:pt>
    <dgm:pt modelId="{75982F79-CBA5-49CA-93BC-E9BA50CC9434}">
      <dgm:prSet/>
      <dgm:spPr/>
      <dgm:t>
        <a:bodyPr/>
        <a:lstStyle/>
        <a:p>
          <a:r>
            <a:rPr lang="fr-FR"/>
            <a:t>time in states; </a:t>
          </a:r>
        </a:p>
      </dgm:t>
    </dgm:pt>
    <dgm:pt modelId="{100EFCEA-78A0-4D75-A1EF-0569A754B665}" type="parTrans" cxnId="{4A626A1F-C286-458D-B194-FBF68F309D16}">
      <dgm:prSet/>
      <dgm:spPr/>
      <dgm:t>
        <a:bodyPr/>
        <a:lstStyle/>
        <a:p>
          <a:endParaRPr lang="fr-FR"/>
        </a:p>
      </dgm:t>
    </dgm:pt>
    <dgm:pt modelId="{025B0D11-C76A-489B-BB58-1E3C5BA7F8E4}" type="sibTrans" cxnId="{4A626A1F-C286-458D-B194-FBF68F309D16}">
      <dgm:prSet/>
      <dgm:spPr/>
      <dgm:t>
        <a:bodyPr/>
        <a:lstStyle/>
        <a:p>
          <a:endParaRPr lang="fr-FR"/>
        </a:p>
      </dgm:t>
    </dgm:pt>
    <dgm:pt modelId="{51B064C0-42F0-477F-9B68-16C2DF4C8229}">
      <dgm:prSet/>
      <dgm:spPr/>
      <dgm:t>
        <a:bodyPr/>
        <a:lstStyle/>
        <a:p>
          <a:r>
            <a:rPr lang="fr-FR"/>
            <a:t>transitions and complexity. </a:t>
          </a:r>
        </a:p>
      </dgm:t>
    </dgm:pt>
    <dgm:pt modelId="{32CB2AB8-BDF0-4B3C-A2BC-08F24928DE6D}" type="parTrans" cxnId="{C859D0FE-AEEF-4A6A-BB9F-46CF0F576DE3}">
      <dgm:prSet/>
      <dgm:spPr/>
      <dgm:t>
        <a:bodyPr/>
        <a:lstStyle/>
        <a:p>
          <a:endParaRPr lang="fr-FR"/>
        </a:p>
      </dgm:t>
    </dgm:pt>
    <dgm:pt modelId="{C4BF2616-99E7-487A-B8BA-E9B9AD11C875}" type="sibTrans" cxnId="{C859D0FE-AEEF-4A6A-BB9F-46CF0F576DE3}">
      <dgm:prSet/>
      <dgm:spPr/>
      <dgm:t>
        <a:bodyPr/>
        <a:lstStyle/>
        <a:p>
          <a:endParaRPr lang="fr-FR"/>
        </a:p>
      </dgm:t>
    </dgm:pt>
    <dgm:pt modelId="{42588CA4-77AA-401F-8B4F-ADBB9D6ABCDB}">
      <dgm:prSet/>
      <dgm:spPr/>
      <dgm:t>
        <a:bodyPr/>
        <a:lstStyle/>
        <a:p>
          <a:r>
            <a:rPr lang="fr-FR" b="1"/>
            <a:t>Object 3 – A concept of similarity</a:t>
          </a:r>
          <a:endParaRPr lang="fr-FR"/>
        </a:p>
      </dgm:t>
    </dgm:pt>
    <dgm:pt modelId="{C5BD9341-5BE1-48F8-B334-744491A60061}" type="parTrans" cxnId="{CA747429-F363-4BB0-825C-5FADDACE6B6B}">
      <dgm:prSet/>
      <dgm:spPr/>
      <dgm:t>
        <a:bodyPr/>
        <a:lstStyle/>
        <a:p>
          <a:endParaRPr lang="fr-FR"/>
        </a:p>
      </dgm:t>
    </dgm:pt>
    <dgm:pt modelId="{59FC30E8-23B0-419C-80B5-E9A9497C8488}" type="sibTrans" cxnId="{CA747429-F363-4BB0-825C-5FADDACE6B6B}">
      <dgm:prSet/>
      <dgm:spPr/>
      <dgm:t>
        <a:bodyPr/>
        <a:lstStyle/>
        <a:p>
          <a:endParaRPr lang="fr-FR"/>
        </a:p>
      </dgm:t>
    </dgm:pt>
    <dgm:pt modelId="{61A24FEE-1608-4D84-9334-59B21B880B1D}">
      <dgm:prSet/>
      <dgm:spPr/>
      <dgm:t>
        <a:bodyPr/>
        <a:lstStyle/>
        <a:p>
          <a:r>
            <a:rPr lang="fr-FR"/>
            <a:t>distance measure; </a:t>
          </a:r>
        </a:p>
      </dgm:t>
    </dgm:pt>
    <dgm:pt modelId="{3C0ED5F0-BE84-4101-AA63-49C76ACD988D}" type="parTrans" cxnId="{FC1D578E-32AF-4D52-B392-91AAB365A67F}">
      <dgm:prSet/>
      <dgm:spPr/>
      <dgm:t>
        <a:bodyPr/>
        <a:lstStyle/>
        <a:p>
          <a:endParaRPr lang="fr-FR"/>
        </a:p>
      </dgm:t>
    </dgm:pt>
    <dgm:pt modelId="{F08FD495-7DE5-49DD-978A-03FF57B9AF73}" type="sibTrans" cxnId="{FC1D578E-32AF-4D52-B392-91AAB365A67F}">
      <dgm:prSet/>
      <dgm:spPr/>
      <dgm:t>
        <a:bodyPr/>
        <a:lstStyle/>
        <a:p>
          <a:endParaRPr lang="fr-FR"/>
        </a:p>
      </dgm:t>
    </dgm:pt>
    <dgm:pt modelId="{B6F625DE-97A8-4E14-AB44-17243788FDD9}">
      <dgm:prSet/>
      <dgm:spPr/>
      <dgm:t>
        <a:bodyPr/>
        <a:lstStyle/>
        <a:p>
          <a:r>
            <a:rPr lang="fr-FR"/>
            <a:t>substitution costs; </a:t>
          </a:r>
        </a:p>
      </dgm:t>
    </dgm:pt>
    <dgm:pt modelId="{299ABB0F-0472-41A8-8D60-45C3FA4911A4}" type="parTrans" cxnId="{DB0638C9-A065-44C2-9803-10115A24FE28}">
      <dgm:prSet/>
      <dgm:spPr/>
      <dgm:t>
        <a:bodyPr/>
        <a:lstStyle/>
        <a:p>
          <a:endParaRPr lang="fr-FR"/>
        </a:p>
      </dgm:t>
    </dgm:pt>
    <dgm:pt modelId="{E5074076-32F6-4CEB-8AB0-685091F90AE8}" type="sibTrans" cxnId="{DB0638C9-A065-44C2-9803-10115A24FE28}">
      <dgm:prSet/>
      <dgm:spPr/>
      <dgm:t>
        <a:bodyPr/>
        <a:lstStyle/>
        <a:p>
          <a:endParaRPr lang="fr-FR"/>
        </a:p>
      </dgm:t>
    </dgm:pt>
    <dgm:pt modelId="{6844027E-081A-434B-A291-0B386E333F1B}">
      <dgm:prSet/>
      <dgm:spPr/>
      <dgm:t>
        <a:bodyPr/>
        <a:lstStyle/>
        <a:p>
          <a:r>
            <a:rPr lang="fr-FR"/>
            <a:t>indel costs. </a:t>
          </a:r>
        </a:p>
      </dgm:t>
    </dgm:pt>
    <dgm:pt modelId="{9E8AE6FD-ADE0-4D5A-8E23-0A426B967FBE}" type="parTrans" cxnId="{E326846B-7461-428D-ABA2-38F9CA26C8AA}">
      <dgm:prSet/>
      <dgm:spPr/>
      <dgm:t>
        <a:bodyPr/>
        <a:lstStyle/>
        <a:p>
          <a:endParaRPr lang="fr-FR"/>
        </a:p>
      </dgm:t>
    </dgm:pt>
    <dgm:pt modelId="{D72956DF-0176-46E7-AB1E-A789C7B27876}" type="sibTrans" cxnId="{E326846B-7461-428D-ABA2-38F9CA26C8AA}">
      <dgm:prSet/>
      <dgm:spPr/>
      <dgm:t>
        <a:bodyPr/>
        <a:lstStyle/>
        <a:p>
          <a:endParaRPr lang="fr-FR"/>
        </a:p>
      </dgm:t>
    </dgm:pt>
    <dgm:pt modelId="{45098665-0D4F-48A4-B7C6-E20E63021CDB}">
      <dgm:prSet/>
      <dgm:spPr/>
      <dgm:t>
        <a:bodyPr/>
        <a:lstStyle/>
        <a:p>
          <a:r>
            <a:rPr lang="fr-FR" b="1"/>
            <a:t>Object 4 – A typology</a:t>
          </a:r>
          <a:endParaRPr lang="fr-FR"/>
        </a:p>
      </dgm:t>
    </dgm:pt>
    <dgm:pt modelId="{5A0379D5-AD1B-4F87-AB45-F980A4155E71}" type="parTrans" cxnId="{99B32780-F931-4D49-8FC5-C70A0C126942}">
      <dgm:prSet/>
      <dgm:spPr/>
      <dgm:t>
        <a:bodyPr/>
        <a:lstStyle/>
        <a:p>
          <a:endParaRPr lang="fr-FR"/>
        </a:p>
      </dgm:t>
    </dgm:pt>
    <dgm:pt modelId="{22014895-2609-4DA2-A79E-F96195E10131}" type="sibTrans" cxnId="{99B32780-F931-4D49-8FC5-C70A0C126942}">
      <dgm:prSet/>
      <dgm:spPr/>
      <dgm:t>
        <a:bodyPr/>
        <a:lstStyle/>
        <a:p>
          <a:endParaRPr lang="fr-FR"/>
        </a:p>
      </dgm:t>
    </dgm:pt>
    <dgm:pt modelId="{1A45C53A-EF68-4037-9ED7-EC02C0C25DAD}">
      <dgm:prSet/>
      <dgm:spPr/>
      <dgm:t>
        <a:bodyPr/>
        <a:lstStyle/>
        <a:p>
          <a:r>
            <a:rPr lang="fr-FR"/>
            <a:t>clustering method; </a:t>
          </a:r>
        </a:p>
      </dgm:t>
    </dgm:pt>
    <dgm:pt modelId="{E285CC3F-A9F3-467D-A512-994BC8421532}" type="parTrans" cxnId="{F7B394DB-1785-451C-B074-F4B38CDD6B32}">
      <dgm:prSet/>
      <dgm:spPr/>
      <dgm:t>
        <a:bodyPr/>
        <a:lstStyle/>
        <a:p>
          <a:endParaRPr lang="fr-FR"/>
        </a:p>
      </dgm:t>
    </dgm:pt>
    <dgm:pt modelId="{289351CF-20AA-4ED1-BB6C-BC39D37ECCC2}" type="sibTrans" cxnId="{F7B394DB-1785-451C-B074-F4B38CDD6B32}">
      <dgm:prSet/>
      <dgm:spPr/>
      <dgm:t>
        <a:bodyPr/>
        <a:lstStyle/>
        <a:p>
          <a:endParaRPr lang="fr-FR"/>
        </a:p>
      </dgm:t>
    </dgm:pt>
    <dgm:pt modelId="{548CA1C5-2AA0-4542-B050-99EC963BB541}">
      <dgm:prSet/>
      <dgm:spPr/>
      <dgm:t>
        <a:bodyPr/>
        <a:lstStyle/>
        <a:p>
          <a:r>
            <a:rPr lang="fr-FR"/>
            <a:t>number of clusters; </a:t>
          </a:r>
        </a:p>
      </dgm:t>
    </dgm:pt>
    <dgm:pt modelId="{56555205-5C9D-47A9-A4CA-798D62025E5A}" type="parTrans" cxnId="{EF5E734D-7F21-4446-B8C6-E06BDD9608A9}">
      <dgm:prSet/>
      <dgm:spPr/>
      <dgm:t>
        <a:bodyPr/>
        <a:lstStyle/>
        <a:p>
          <a:endParaRPr lang="fr-FR"/>
        </a:p>
      </dgm:t>
    </dgm:pt>
    <dgm:pt modelId="{76CC515C-3806-44C1-B229-7E3597B72451}" type="sibTrans" cxnId="{EF5E734D-7F21-4446-B8C6-E06BDD9608A9}">
      <dgm:prSet/>
      <dgm:spPr/>
      <dgm:t>
        <a:bodyPr/>
        <a:lstStyle/>
        <a:p>
          <a:endParaRPr lang="fr-FR"/>
        </a:p>
      </dgm:t>
    </dgm:pt>
    <dgm:pt modelId="{1F37AC46-8E63-4951-9BD2-CF91D76DF8D4}">
      <dgm:prSet/>
      <dgm:spPr/>
      <dgm:t>
        <a:bodyPr/>
        <a:lstStyle/>
        <a:p>
          <a:r>
            <a:rPr lang="fr-FR"/>
            <a:t>cluster labels.</a:t>
          </a:r>
        </a:p>
      </dgm:t>
    </dgm:pt>
    <dgm:pt modelId="{DE974C8E-1E85-4B0D-8422-CB6F83027D1F}" type="parTrans" cxnId="{20CAFFB7-A17D-4EEE-BC9D-A6A39F5904C4}">
      <dgm:prSet/>
      <dgm:spPr/>
      <dgm:t>
        <a:bodyPr/>
        <a:lstStyle/>
        <a:p>
          <a:endParaRPr lang="fr-FR"/>
        </a:p>
      </dgm:t>
    </dgm:pt>
    <dgm:pt modelId="{C94947E7-F37A-410D-8ADD-5CBEE736342F}" type="sibTrans" cxnId="{20CAFFB7-A17D-4EEE-BC9D-A6A39F5904C4}">
      <dgm:prSet/>
      <dgm:spPr/>
      <dgm:t>
        <a:bodyPr/>
        <a:lstStyle/>
        <a:p>
          <a:endParaRPr lang="fr-FR"/>
        </a:p>
      </dgm:t>
    </dgm:pt>
    <dgm:pt modelId="{0C6D0892-07B4-4D05-B8A4-FF60C5626302}" type="pres">
      <dgm:prSet presAssocID="{32B16214-EAC3-4E67-AFAA-B8FE9E0977E8}" presName="Name0" presStyleCnt="0">
        <dgm:presLayoutVars>
          <dgm:dir/>
          <dgm:animLvl val="lvl"/>
          <dgm:resizeHandles val="exact"/>
        </dgm:presLayoutVars>
      </dgm:prSet>
      <dgm:spPr/>
    </dgm:pt>
    <dgm:pt modelId="{6D3C7FED-D96D-4AD7-88C1-34F2CDA40F9B}" type="pres">
      <dgm:prSet presAssocID="{DBDAF421-9861-4FA2-B356-4B765ECF65FE}" presName="composite" presStyleCnt="0"/>
      <dgm:spPr/>
    </dgm:pt>
    <dgm:pt modelId="{959E35ED-3E52-401E-BA4D-FCFF2CBEF87D}" type="pres">
      <dgm:prSet presAssocID="{DBDAF421-9861-4FA2-B356-4B765ECF65FE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5B23913-6D4E-43A6-B35A-2DFFA5ED3D2A}" type="pres">
      <dgm:prSet presAssocID="{DBDAF421-9861-4FA2-B356-4B765ECF65FE}" presName="desTx" presStyleLbl="alignAccFollowNode1" presStyleIdx="0" presStyleCnt="4">
        <dgm:presLayoutVars>
          <dgm:bulletEnabled val="1"/>
        </dgm:presLayoutVars>
      </dgm:prSet>
      <dgm:spPr/>
    </dgm:pt>
    <dgm:pt modelId="{0D91C93D-2832-406C-AC69-75A7F6D56123}" type="pres">
      <dgm:prSet presAssocID="{6D1FFEA4-03D3-4D60-94C7-AD3CF400C960}" presName="space" presStyleCnt="0"/>
      <dgm:spPr/>
    </dgm:pt>
    <dgm:pt modelId="{1914E1FC-3579-4ED8-AE06-E8D09982BF9A}" type="pres">
      <dgm:prSet presAssocID="{17E7F413-6F79-4E36-A03D-8B57C024CC9C}" presName="composite" presStyleCnt="0"/>
      <dgm:spPr/>
    </dgm:pt>
    <dgm:pt modelId="{8EC793E9-3BC7-4021-92D0-FDCDDE6E6B63}" type="pres">
      <dgm:prSet presAssocID="{17E7F413-6F79-4E36-A03D-8B57C024CC9C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C8AEE42-39E8-48C7-8436-5816361F7650}" type="pres">
      <dgm:prSet presAssocID="{17E7F413-6F79-4E36-A03D-8B57C024CC9C}" presName="desTx" presStyleLbl="alignAccFollowNode1" presStyleIdx="1" presStyleCnt="4">
        <dgm:presLayoutVars>
          <dgm:bulletEnabled val="1"/>
        </dgm:presLayoutVars>
      </dgm:prSet>
      <dgm:spPr/>
    </dgm:pt>
    <dgm:pt modelId="{613F8265-6EFA-42A2-A0B2-E7431402BCA6}" type="pres">
      <dgm:prSet presAssocID="{690770C2-E213-4A59-AD47-28D1462800B7}" presName="space" presStyleCnt="0"/>
      <dgm:spPr/>
    </dgm:pt>
    <dgm:pt modelId="{1C7EB606-9DC6-45F1-90D7-00BCA12BAB07}" type="pres">
      <dgm:prSet presAssocID="{42588CA4-77AA-401F-8B4F-ADBB9D6ABCDB}" presName="composite" presStyleCnt="0"/>
      <dgm:spPr/>
    </dgm:pt>
    <dgm:pt modelId="{EDE957B3-D606-4628-9673-D866309E61BE}" type="pres">
      <dgm:prSet presAssocID="{42588CA4-77AA-401F-8B4F-ADBB9D6ABCDB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FB2137E-6A4E-47C5-BB4E-6453C5E81953}" type="pres">
      <dgm:prSet presAssocID="{42588CA4-77AA-401F-8B4F-ADBB9D6ABCDB}" presName="desTx" presStyleLbl="alignAccFollowNode1" presStyleIdx="2" presStyleCnt="4">
        <dgm:presLayoutVars>
          <dgm:bulletEnabled val="1"/>
        </dgm:presLayoutVars>
      </dgm:prSet>
      <dgm:spPr/>
    </dgm:pt>
    <dgm:pt modelId="{FED94B9B-3CFD-4718-9B9B-C25676A9987C}" type="pres">
      <dgm:prSet presAssocID="{59FC30E8-23B0-419C-80B5-E9A9497C8488}" presName="space" presStyleCnt="0"/>
      <dgm:spPr/>
    </dgm:pt>
    <dgm:pt modelId="{0DE6FE44-F5C4-49D8-8D2E-1DCDAF0BDA2F}" type="pres">
      <dgm:prSet presAssocID="{45098665-0D4F-48A4-B7C6-E20E63021CDB}" presName="composite" presStyleCnt="0"/>
      <dgm:spPr/>
    </dgm:pt>
    <dgm:pt modelId="{8B3B0272-C1DA-4A00-A049-505DB192A2C0}" type="pres">
      <dgm:prSet presAssocID="{45098665-0D4F-48A4-B7C6-E20E63021CD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F6AF38B-4F70-4FCA-AA1A-447B3B7C66CE}" type="pres">
      <dgm:prSet presAssocID="{45098665-0D4F-48A4-B7C6-E20E63021CD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8453605-1716-40CD-A642-E7E4FAA0D9BA}" type="presOf" srcId="{DBDAF421-9861-4FA2-B356-4B765ECF65FE}" destId="{959E35ED-3E52-401E-BA4D-FCFF2CBEF87D}" srcOrd="0" destOrd="0" presId="urn:microsoft.com/office/officeart/2005/8/layout/hList1"/>
    <dgm:cxn modelId="{0A720C10-56B4-455F-90BD-4B67B4CE7F20}" type="presOf" srcId="{17E7F413-6F79-4E36-A03D-8B57C024CC9C}" destId="{8EC793E9-3BC7-4021-92D0-FDCDDE6E6B63}" srcOrd="0" destOrd="0" presId="urn:microsoft.com/office/officeart/2005/8/layout/hList1"/>
    <dgm:cxn modelId="{C675DD15-D964-442F-A5B2-E099F16A61FA}" type="presOf" srcId="{51B064C0-42F0-477F-9B68-16C2DF4C8229}" destId="{3C8AEE42-39E8-48C7-8436-5816361F7650}" srcOrd="0" destOrd="3" presId="urn:microsoft.com/office/officeart/2005/8/layout/hList1"/>
    <dgm:cxn modelId="{4A626A1F-C286-458D-B194-FBF68F309D16}" srcId="{17E7F413-6F79-4E36-A03D-8B57C024CC9C}" destId="{75982F79-CBA5-49CA-93BC-E9BA50CC9434}" srcOrd="2" destOrd="0" parTransId="{100EFCEA-78A0-4D75-A1EF-0569A754B665}" sibTransId="{025B0D11-C76A-489B-BB58-1E3C5BA7F8E4}"/>
    <dgm:cxn modelId="{CA747429-F363-4BB0-825C-5FADDACE6B6B}" srcId="{32B16214-EAC3-4E67-AFAA-B8FE9E0977E8}" destId="{42588CA4-77AA-401F-8B4F-ADBB9D6ABCDB}" srcOrd="2" destOrd="0" parTransId="{C5BD9341-5BE1-48F8-B334-744491A60061}" sibTransId="{59FC30E8-23B0-419C-80B5-E9A9497C8488}"/>
    <dgm:cxn modelId="{0509A935-4D41-4201-91AE-D5CF0D9D9737}" srcId="{DBDAF421-9861-4FA2-B356-4B765ECF65FE}" destId="{C27CC4FD-D8C3-4BC3-960E-719BA5DADA95}" srcOrd="2" destOrd="0" parTransId="{DA2F0BE2-9231-4C7F-B89D-206591B495D8}" sibTransId="{4BBB2628-2423-467C-B8A3-4C21F9EA34BB}"/>
    <dgm:cxn modelId="{38B3EF3E-10DB-40D0-B113-CD4E84FA9EAF}" srcId="{32B16214-EAC3-4E67-AFAA-B8FE9E0977E8}" destId="{17E7F413-6F79-4E36-A03D-8B57C024CC9C}" srcOrd="1" destOrd="0" parTransId="{D71310D5-38E7-4E1D-B65C-FAE778CEB9AC}" sibTransId="{690770C2-E213-4A59-AD47-28D1462800B7}"/>
    <dgm:cxn modelId="{523E0B5C-16CF-4855-B101-BAF24BA688FC}" srcId="{17E7F413-6F79-4E36-A03D-8B57C024CC9C}" destId="{D971AE3A-30CE-4761-94B8-DE5B905C784C}" srcOrd="1" destOrd="0" parTransId="{5566CECC-BC4C-4647-8049-49CEFB29D9D2}" sibTransId="{A6A88161-512A-4DF5-AF96-C4C416D2DC96}"/>
    <dgm:cxn modelId="{60A2455F-6BDA-4E3E-B5AC-D0D22E55F486}" type="presOf" srcId="{6844027E-081A-434B-A291-0B386E333F1B}" destId="{3FB2137E-6A4E-47C5-BB4E-6453C5E81953}" srcOrd="0" destOrd="2" presId="urn:microsoft.com/office/officeart/2005/8/layout/hList1"/>
    <dgm:cxn modelId="{65921A42-B909-4D7C-97B0-0718EF5A42CD}" type="presOf" srcId="{548CA1C5-2AA0-4542-B050-99EC963BB541}" destId="{FF6AF38B-4F70-4FCA-AA1A-447B3B7C66CE}" srcOrd="0" destOrd="1" presId="urn:microsoft.com/office/officeart/2005/8/layout/hList1"/>
    <dgm:cxn modelId="{56EB6963-5124-4E82-81FB-0CD4BAFFC9A9}" type="presOf" srcId="{B7955740-C5DD-45BC-BAEB-6437E437CAC1}" destId="{05B23913-6D4E-43A6-B35A-2DFFA5ED3D2A}" srcOrd="0" destOrd="1" presId="urn:microsoft.com/office/officeart/2005/8/layout/hList1"/>
    <dgm:cxn modelId="{815D234B-526A-454E-8DF7-877A2067AF3D}" srcId="{32B16214-EAC3-4E67-AFAA-B8FE9E0977E8}" destId="{DBDAF421-9861-4FA2-B356-4B765ECF65FE}" srcOrd="0" destOrd="0" parTransId="{466AAE6E-8A85-4162-9002-2AF9297F60A6}" sibTransId="{6D1FFEA4-03D3-4D60-94C7-AD3CF400C960}"/>
    <dgm:cxn modelId="{E326846B-7461-428D-ABA2-38F9CA26C8AA}" srcId="{42588CA4-77AA-401F-8B4F-ADBB9D6ABCDB}" destId="{6844027E-081A-434B-A291-0B386E333F1B}" srcOrd="2" destOrd="0" parTransId="{9E8AE6FD-ADE0-4D5A-8E23-0A426B967FBE}" sibTransId="{D72956DF-0176-46E7-AB1E-A789C7B27876}"/>
    <dgm:cxn modelId="{EF5E734D-7F21-4446-B8C6-E06BDD9608A9}" srcId="{45098665-0D4F-48A4-B7C6-E20E63021CDB}" destId="{548CA1C5-2AA0-4542-B050-99EC963BB541}" srcOrd="1" destOrd="0" parTransId="{56555205-5C9D-47A9-A4CA-798D62025E5A}" sibTransId="{76CC515C-3806-44C1-B229-7E3597B72451}"/>
    <dgm:cxn modelId="{664D926E-C2E7-4609-ACDD-85AC573F9694}" srcId="{17E7F413-6F79-4E36-A03D-8B57C024CC9C}" destId="{0E4FC092-373C-462B-99DD-51EC493A5A3B}" srcOrd="0" destOrd="0" parTransId="{77509138-E83D-4771-A225-BD5777B38AF1}" sibTransId="{40FAAA6D-7CEA-47C4-9886-CFBF82D9DBAB}"/>
    <dgm:cxn modelId="{61566F6F-9F46-40F0-8115-69BCA1889D79}" type="presOf" srcId="{1DCC7D1A-9668-493B-98CC-B95A89E2076F}" destId="{05B23913-6D4E-43A6-B35A-2DFFA5ED3D2A}" srcOrd="0" destOrd="3" presId="urn:microsoft.com/office/officeart/2005/8/layout/hList1"/>
    <dgm:cxn modelId="{21A27A73-37D8-4857-BB0A-257A61234395}" type="presOf" srcId="{1F37AC46-8E63-4951-9BD2-CF91D76DF8D4}" destId="{FF6AF38B-4F70-4FCA-AA1A-447B3B7C66CE}" srcOrd="0" destOrd="2" presId="urn:microsoft.com/office/officeart/2005/8/layout/hList1"/>
    <dgm:cxn modelId="{61433457-2F0D-43C7-9EE7-30CD99AC5A70}" type="presOf" srcId="{45098665-0D4F-48A4-B7C6-E20E63021CDB}" destId="{8B3B0272-C1DA-4A00-A049-505DB192A2C0}" srcOrd="0" destOrd="0" presId="urn:microsoft.com/office/officeart/2005/8/layout/hList1"/>
    <dgm:cxn modelId="{8CF31278-829F-458F-8D33-87DE50FF7787}" type="presOf" srcId="{B6F625DE-97A8-4E14-AB44-17243788FDD9}" destId="{3FB2137E-6A4E-47C5-BB4E-6453C5E81953}" srcOrd="0" destOrd="1" presId="urn:microsoft.com/office/officeart/2005/8/layout/hList1"/>
    <dgm:cxn modelId="{C4B01D7D-85E7-4D12-86B1-E9D60D26C15B}" type="presOf" srcId="{D971AE3A-30CE-4761-94B8-DE5B905C784C}" destId="{3C8AEE42-39E8-48C7-8436-5816361F7650}" srcOrd="0" destOrd="1" presId="urn:microsoft.com/office/officeart/2005/8/layout/hList1"/>
    <dgm:cxn modelId="{17320C7E-29FA-4CD2-B6D2-13694B85CD14}" type="presOf" srcId="{C27CC4FD-D8C3-4BC3-960E-719BA5DADA95}" destId="{05B23913-6D4E-43A6-B35A-2DFFA5ED3D2A}" srcOrd="0" destOrd="2" presId="urn:microsoft.com/office/officeart/2005/8/layout/hList1"/>
    <dgm:cxn modelId="{C8FB4B7F-3878-479F-9790-F1DFBC3D0ECA}" srcId="{DBDAF421-9861-4FA2-B356-4B765ECF65FE}" destId="{1DCC7D1A-9668-493B-98CC-B95A89E2076F}" srcOrd="3" destOrd="0" parTransId="{E2EB6559-47CF-4963-8807-CE92A3AA31D9}" sibTransId="{71E982F7-9FAE-4B7F-958D-3D4A2E472690}"/>
    <dgm:cxn modelId="{99B32780-F931-4D49-8FC5-C70A0C126942}" srcId="{32B16214-EAC3-4E67-AFAA-B8FE9E0977E8}" destId="{45098665-0D4F-48A4-B7C6-E20E63021CDB}" srcOrd="3" destOrd="0" parTransId="{5A0379D5-AD1B-4F87-AB45-F980A4155E71}" sibTransId="{22014895-2609-4DA2-A79E-F96195E10131}"/>
    <dgm:cxn modelId="{FC1D578E-32AF-4D52-B392-91AAB365A67F}" srcId="{42588CA4-77AA-401F-8B4F-ADBB9D6ABCDB}" destId="{61A24FEE-1608-4D84-9334-59B21B880B1D}" srcOrd="0" destOrd="0" parTransId="{3C0ED5F0-BE84-4101-AA63-49C76ACD988D}" sibTransId="{F08FD495-7DE5-49DD-978A-03FF57B9AF73}"/>
    <dgm:cxn modelId="{452E3C9B-6B01-4CB3-A334-574008E1B6B3}" type="presOf" srcId="{75982F79-CBA5-49CA-93BC-E9BA50CC9434}" destId="{3C8AEE42-39E8-48C7-8436-5816361F7650}" srcOrd="0" destOrd="2" presId="urn:microsoft.com/office/officeart/2005/8/layout/hList1"/>
    <dgm:cxn modelId="{695F79AA-8D4E-4944-BD31-896A1CAAAC9E}" srcId="{DBDAF421-9861-4FA2-B356-4B765ECF65FE}" destId="{B7955740-C5DD-45BC-BAEB-6437E437CAC1}" srcOrd="1" destOrd="0" parTransId="{99630A84-BDED-4FD0-90B1-689C5DDC4604}" sibTransId="{7BD03D33-6CF7-4A4A-BA42-B910B4863DCC}"/>
    <dgm:cxn modelId="{20CAFFB7-A17D-4EEE-BC9D-A6A39F5904C4}" srcId="{45098665-0D4F-48A4-B7C6-E20E63021CDB}" destId="{1F37AC46-8E63-4951-9BD2-CF91D76DF8D4}" srcOrd="2" destOrd="0" parTransId="{DE974C8E-1E85-4B0D-8422-CB6F83027D1F}" sibTransId="{C94947E7-F37A-410D-8ADD-5CBEE736342F}"/>
    <dgm:cxn modelId="{C22571BF-384E-490D-ABDA-837204ADC770}" type="presOf" srcId="{61A24FEE-1608-4D84-9334-59B21B880B1D}" destId="{3FB2137E-6A4E-47C5-BB4E-6453C5E81953}" srcOrd="0" destOrd="0" presId="urn:microsoft.com/office/officeart/2005/8/layout/hList1"/>
    <dgm:cxn modelId="{82183BC0-5AF8-4361-B858-376530D82365}" type="presOf" srcId="{1A45C53A-EF68-4037-9ED7-EC02C0C25DAD}" destId="{FF6AF38B-4F70-4FCA-AA1A-447B3B7C66CE}" srcOrd="0" destOrd="0" presId="urn:microsoft.com/office/officeart/2005/8/layout/hList1"/>
    <dgm:cxn modelId="{D20B2BC5-54E0-47C8-BE58-915967BFB627}" type="presOf" srcId="{96E8DD33-9FBF-4D2C-9811-4A4DB3D8D0BB}" destId="{05B23913-6D4E-43A6-B35A-2DFFA5ED3D2A}" srcOrd="0" destOrd="0" presId="urn:microsoft.com/office/officeart/2005/8/layout/hList1"/>
    <dgm:cxn modelId="{DB0638C9-A065-44C2-9803-10115A24FE28}" srcId="{42588CA4-77AA-401F-8B4F-ADBB9D6ABCDB}" destId="{B6F625DE-97A8-4E14-AB44-17243788FDD9}" srcOrd="1" destOrd="0" parTransId="{299ABB0F-0472-41A8-8D60-45C3FA4911A4}" sibTransId="{E5074076-32F6-4CEB-8AB0-685091F90AE8}"/>
    <dgm:cxn modelId="{F7B394DB-1785-451C-B074-F4B38CDD6B32}" srcId="{45098665-0D4F-48A4-B7C6-E20E63021CDB}" destId="{1A45C53A-EF68-4037-9ED7-EC02C0C25DAD}" srcOrd="0" destOrd="0" parTransId="{E285CC3F-A9F3-467D-A512-994BC8421532}" sibTransId="{289351CF-20AA-4ED1-BB6C-BC39D37ECCC2}"/>
    <dgm:cxn modelId="{96C6C1DC-CA35-46A4-8DC5-8F2FEC93382E}" srcId="{DBDAF421-9861-4FA2-B356-4B765ECF65FE}" destId="{96E8DD33-9FBF-4D2C-9811-4A4DB3D8D0BB}" srcOrd="0" destOrd="0" parTransId="{0A9BD18B-8FCE-49D8-AD66-98703422CBBF}" sibTransId="{B39AE942-FECD-41F0-85D4-8A7DF5C5C12A}"/>
    <dgm:cxn modelId="{47C345E6-8C3D-478F-A33C-098A2446DD71}" type="presOf" srcId="{0E4FC092-373C-462B-99DD-51EC493A5A3B}" destId="{3C8AEE42-39E8-48C7-8436-5816361F7650}" srcOrd="0" destOrd="0" presId="urn:microsoft.com/office/officeart/2005/8/layout/hList1"/>
    <dgm:cxn modelId="{3872D7F4-1894-4530-B406-2D1D443555E5}" type="presOf" srcId="{42588CA4-77AA-401F-8B4F-ADBB9D6ABCDB}" destId="{EDE957B3-D606-4628-9673-D866309E61BE}" srcOrd="0" destOrd="0" presId="urn:microsoft.com/office/officeart/2005/8/layout/hList1"/>
    <dgm:cxn modelId="{C859D0FE-AEEF-4A6A-BB9F-46CF0F576DE3}" srcId="{17E7F413-6F79-4E36-A03D-8B57C024CC9C}" destId="{51B064C0-42F0-477F-9B68-16C2DF4C8229}" srcOrd="3" destOrd="0" parTransId="{32CB2AB8-BDF0-4B3C-A2BC-08F24928DE6D}" sibTransId="{C4BF2616-99E7-487A-B8BA-E9B9AD11C875}"/>
    <dgm:cxn modelId="{791439FF-0E23-491E-A142-687B69207198}" type="presOf" srcId="{32B16214-EAC3-4E67-AFAA-B8FE9E0977E8}" destId="{0C6D0892-07B4-4D05-B8A4-FF60C5626302}" srcOrd="0" destOrd="0" presId="urn:microsoft.com/office/officeart/2005/8/layout/hList1"/>
    <dgm:cxn modelId="{29201AA4-743D-41CA-9C74-B8B89513081C}" type="presParOf" srcId="{0C6D0892-07B4-4D05-B8A4-FF60C5626302}" destId="{6D3C7FED-D96D-4AD7-88C1-34F2CDA40F9B}" srcOrd="0" destOrd="0" presId="urn:microsoft.com/office/officeart/2005/8/layout/hList1"/>
    <dgm:cxn modelId="{E726525E-0098-43B9-8399-885A91109B15}" type="presParOf" srcId="{6D3C7FED-D96D-4AD7-88C1-34F2CDA40F9B}" destId="{959E35ED-3E52-401E-BA4D-FCFF2CBEF87D}" srcOrd="0" destOrd="0" presId="urn:microsoft.com/office/officeart/2005/8/layout/hList1"/>
    <dgm:cxn modelId="{A6E96315-25C0-4D68-AB29-D1C80A6AC22F}" type="presParOf" srcId="{6D3C7FED-D96D-4AD7-88C1-34F2CDA40F9B}" destId="{05B23913-6D4E-43A6-B35A-2DFFA5ED3D2A}" srcOrd="1" destOrd="0" presId="urn:microsoft.com/office/officeart/2005/8/layout/hList1"/>
    <dgm:cxn modelId="{06066C6C-0A78-4768-BC02-6140624DA600}" type="presParOf" srcId="{0C6D0892-07B4-4D05-B8A4-FF60C5626302}" destId="{0D91C93D-2832-406C-AC69-75A7F6D56123}" srcOrd="1" destOrd="0" presId="urn:microsoft.com/office/officeart/2005/8/layout/hList1"/>
    <dgm:cxn modelId="{B03FEBAA-8526-4FF7-94B3-6E4540FA4BA7}" type="presParOf" srcId="{0C6D0892-07B4-4D05-B8A4-FF60C5626302}" destId="{1914E1FC-3579-4ED8-AE06-E8D09982BF9A}" srcOrd="2" destOrd="0" presId="urn:microsoft.com/office/officeart/2005/8/layout/hList1"/>
    <dgm:cxn modelId="{B49732B4-B9A5-4BEC-9948-CC59452A4D38}" type="presParOf" srcId="{1914E1FC-3579-4ED8-AE06-E8D09982BF9A}" destId="{8EC793E9-3BC7-4021-92D0-FDCDDE6E6B63}" srcOrd="0" destOrd="0" presId="urn:microsoft.com/office/officeart/2005/8/layout/hList1"/>
    <dgm:cxn modelId="{37ED4958-654F-4509-BAF8-9EBAFB651E85}" type="presParOf" srcId="{1914E1FC-3579-4ED8-AE06-E8D09982BF9A}" destId="{3C8AEE42-39E8-48C7-8436-5816361F7650}" srcOrd="1" destOrd="0" presId="urn:microsoft.com/office/officeart/2005/8/layout/hList1"/>
    <dgm:cxn modelId="{7FB4382F-7FE4-41EF-91F5-ECEC80557050}" type="presParOf" srcId="{0C6D0892-07B4-4D05-B8A4-FF60C5626302}" destId="{613F8265-6EFA-42A2-A0B2-E7431402BCA6}" srcOrd="3" destOrd="0" presId="urn:microsoft.com/office/officeart/2005/8/layout/hList1"/>
    <dgm:cxn modelId="{D8EFBF8D-7105-4F6E-909D-B9F23742E00E}" type="presParOf" srcId="{0C6D0892-07B4-4D05-B8A4-FF60C5626302}" destId="{1C7EB606-9DC6-45F1-90D7-00BCA12BAB07}" srcOrd="4" destOrd="0" presId="urn:microsoft.com/office/officeart/2005/8/layout/hList1"/>
    <dgm:cxn modelId="{DEF4D8AD-27F4-4563-96AD-415186CB1E2B}" type="presParOf" srcId="{1C7EB606-9DC6-45F1-90D7-00BCA12BAB07}" destId="{EDE957B3-D606-4628-9673-D866309E61BE}" srcOrd="0" destOrd="0" presId="urn:microsoft.com/office/officeart/2005/8/layout/hList1"/>
    <dgm:cxn modelId="{BBB15F08-A020-4650-945E-14FD582AC839}" type="presParOf" srcId="{1C7EB606-9DC6-45F1-90D7-00BCA12BAB07}" destId="{3FB2137E-6A4E-47C5-BB4E-6453C5E81953}" srcOrd="1" destOrd="0" presId="urn:microsoft.com/office/officeart/2005/8/layout/hList1"/>
    <dgm:cxn modelId="{A0FF9622-C598-4B64-A654-44512D3C2E3B}" type="presParOf" srcId="{0C6D0892-07B4-4D05-B8A4-FF60C5626302}" destId="{FED94B9B-3CFD-4718-9B9B-C25676A9987C}" srcOrd="5" destOrd="0" presId="urn:microsoft.com/office/officeart/2005/8/layout/hList1"/>
    <dgm:cxn modelId="{FE80463A-336C-4F13-B053-61CD8C91D179}" type="presParOf" srcId="{0C6D0892-07B4-4D05-B8A4-FF60C5626302}" destId="{0DE6FE44-F5C4-49D8-8D2E-1DCDAF0BDA2F}" srcOrd="6" destOrd="0" presId="urn:microsoft.com/office/officeart/2005/8/layout/hList1"/>
    <dgm:cxn modelId="{B070792A-BC61-461F-A06B-B4DF91EA3B73}" type="presParOf" srcId="{0DE6FE44-F5C4-49D8-8D2E-1DCDAF0BDA2F}" destId="{8B3B0272-C1DA-4A00-A049-505DB192A2C0}" srcOrd="0" destOrd="0" presId="urn:microsoft.com/office/officeart/2005/8/layout/hList1"/>
    <dgm:cxn modelId="{A0F0314C-46FE-4279-BB97-F809FE2D543E}" type="presParOf" srcId="{0DE6FE44-F5C4-49D8-8D2E-1DCDAF0BDA2F}" destId="{FF6AF38B-4F70-4FCA-AA1A-447B3B7C66C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0A26DE-4E85-420B-A4EC-45D2AEB02DDB}" type="doc">
      <dgm:prSet loTypeId="urn:microsoft.com/office/officeart/2005/8/layout/process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fr-FR"/>
        </a:p>
      </dgm:t>
    </dgm:pt>
    <dgm:pt modelId="{5473CED3-DE60-4017-B0CB-CB50D7885E36}">
      <dgm:prSet/>
      <dgm:spPr/>
      <dgm:t>
        <a:bodyPr/>
        <a:lstStyle/>
        <a:p>
          <a:r>
            <a:rPr lang="en-US"/>
            <a:t>Childhood socioeconomic position</a:t>
          </a:r>
          <a:endParaRPr lang="fr-FR"/>
        </a:p>
      </dgm:t>
    </dgm:pt>
    <dgm:pt modelId="{CF99CD84-07B5-4067-AD4D-1A00F9FE688A}" type="parTrans" cxnId="{86EA415C-5E47-4FB2-AF54-0208D94A2D9F}">
      <dgm:prSet/>
      <dgm:spPr/>
      <dgm:t>
        <a:bodyPr/>
        <a:lstStyle/>
        <a:p>
          <a:endParaRPr lang="fr-FR"/>
        </a:p>
      </dgm:t>
    </dgm:pt>
    <dgm:pt modelId="{89BB3EB7-243D-4202-BF9A-C82BC51F4E4D}" type="sibTrans" cxnId="{86EA415C-5E47-4FB2-AF54-0208D94A2D9F}">
      <dgm:prSet/>
      <dgm:spPr/>
      <dgm:t>
        <a:bodyPr/>
        <a:lstStyle/>
        <a:p>
          <a:endParaRPr lang="fr-FR"/>
        </a:p>
      </dgm:t>
    </dgm:pt>
    <dgm:pt modelId="{919BF8CD-24B2-4FA1-BA1F-A96DAE817595}">
      <dgm:prSet/>
      <dgm:spPr/>
      <dgm:t>
        <a:bodyPr/>
        <a:lstStyle/>
        <a:p>
          <a:r>
            <a:rPr lang="en-US"/>
            <a:t>Education and early resources</a:t>
          </a:r>
          <a:endParaRPr lang="fr-FR"/>
        </a:p>
      </dgm:t>
    </dgm:pt>
    <dgm:pt modelId="{1F4901B0-2C09-462D-B544-1DCF8DBBB66F}" type="parTrans" cxnId="{85FEE865-E96A-4047-90E7-0D1F48E6A9D9}">
      <dgm:prSet/>
      <dgm:spPr/>
      <dgm:t>
        <a:bodyPr/>
        <a:lstStyle/>
        <a:p>
          <a:endParaRPr lang="fr-FR"/>
        </a:p>
      </dgm:t>
    </dgm:pt>
    <dgm:pt modelId="{AE2A1663-536D-4F65-8127-48D3B932FBDD}" type="sibTrans" cxnId="{85FEE865-E96A-4047-90E7-0D1F48E6A9D9}">
      <dgm:prSet/>
      <dgm:spPr/>
      <dgm:t>
        <a:bodyPr/>
        <a:lstStyle/>
        <a:p>
          <a:endParaRPr lang="fr-FR"/>
        </a:p>
      </dgm:t>
    </dgm:pt>
    <dgm:pt modelId="{E5163CE2-7CA6-4A7A-BFDC-8EED21AB3A7E}">
      <dgm:prSet/>
      <dgm:spPr/>
      <dgm:t>
        <a:bodyPr/>
        <a:lstStyle/>
        <a:p>
          <a:r>
            <a:rPr lang="en-US" dirty="0"/>
            <a:t>Employment trajectory type, ages 20-35</a:t>
          </a:r>
          <a:endParaRPr lang="fr-FR" dirty="0"/>
        </a:p>
      </dgm:t>
    </dgm:pt>
    <dgm:pt modelId="{1C373816-20CB-4C40-95CE-302A1E719BF3}" type="parTrans" cxnId="{B6820DD7-34E5-47E4-A56D-F9E62EAD4335}">
      <dgm:prSet/>
      <dgm:spPr/>
      <dgm:t>
        <a:bodyPr/>
        <a:lstStyle/>
        <a:p>
          <a:endParaRPr lang="fr-FR"/>
        </a:p>
      </dgm:t>
    </dgm:pt>
    <dgm:pt modelId="{705DE735-B6FB-41D0-8102-2C8C6FB3CC14}" type="sibTrans" cxnId="{B6820DD7-34E5-47E4-A56D-F9E62EAD4335}">
      <dgm:prSet/>
      <dgm:spPr/>
      <dgm:t>
        <a:bodyPr/>
        <a:lstStyle/>
        <a:p>
          <a:endParaRPr lang="fr-FR"/>
        </a:p>
      </dgm:t>
    </dgm:pt>
    <dgm:pt modelId="{24DEE72B-EB1E-44B4-B0D8-78543246D2F0}" type="pres">
      <dgm:prSet presAssocID="{B60A26DE-4E85-420B-A4EC-45D2AEB02DDB}" presName="Name0" presStyleCnt="0">
        <dgm:presLayoutVars>
          <dgm:dir/>
          <dgm:resizeHandles val="exact"/>
        </dgm:presLayoutVars>
      </dgm:prSet>
      <dgm:spPr/>
    </dgm:pt>
    <dgm:pt modelId="{F34B82C6-80BA-4A94-BF1B-EBF81B5FE6CD}" type="pres">
      <dgm:prSet presAssocID="{5473CED3-DE60-4017-B0CB-CB50D7885E36}" presName="node" presStyleLbl="node1" presStyleIdx="0" presStyleCnt="3">
        <dgm:presLayoutVars>
          <dgm:bulletEnabled val="1"/>
        </dgm:presLayoutVars>
      </dgm:prSet>
      <dgm:spPr/>
    </dgm:pt>
    <dgm:pt modelId="{7E089E96-8F0B-47EE-B3D1-071D46C5A9C8}" type="pres">
      <dgm:prSet presAssocID="{89BB3EB7-243D-4202-BF9A-C82BC51F4E4D}" presName="sibTrans" presStyleLbl="sibTrans2D1" presStyleIdx="0" presStyleCnt="2"/>
      <dgm:spPr/>
    </dgm:pt>
    <dgm:pt modelId="{DC717BDE-10E7-49D9-8EE8-826CD3E09173}" type="pres">
      <dgm:prSet presAssocID="{89BB3EB7-243D-4202-BF9A-C82BC51F4E4D}" presName="connectorText" presStyleLbl="sibTrans2D1" presStyleIdx="0" presStyleCnt="2"/>
      <dgm:spPr/>
    </dgm:pt>
    <dgm:pt modelId="{74C80038-FA9A-470F-9433-0F258E75F655}" type="pres">
      <dgm:prSet presAssocID="{919BF8CD-24B2-4FA1-BA1F-A96DAE817595}" presName="node" presStyleLbl="node1" presStyleIdx="1" presStyleCnt="3">
        <dgm:presLayoutVars>
          <dgm:bulletEnabled val="1"/>
        </dgm:presLayoutVars>
      </dgm:prSet>
      <dgm:spPr/>
    </dgm:pt>
    <dgm:pt modelId="{383A1585-4739-45B7-B860-AD19BA40F682}" type="pres">
      <dgm:prSet presAssocID="{AE2A1663-536D-4F65-8127-48D3B932FBDD}" presName="sibTrans" presStyleLbl="sibTrans2D1" presStyleIdx="1" presStyleCnt="2"/>
      <dgm:spPr/>
    </dgm:pt>
    <dgm:pt modelId="{FB44097A-058A-4C33-ACEA-B7347E4C11C5}" type="pres">
      <dgm:prSet presAssocID="{AE2A1663-536D-4F65-8127-48D3B932FBDD}" presName="connectorText" presStyleLbl="sibTrans2D1" presStyleIdx="1" presStyleCnt="2"/>
      <dgm:spPr/>
    </dgm:pt>
    <dgm:pt modelId="{1D16147E-A728-4404-936C-11DB0A81DE94}" type="pres">
      <dgm:prSet presAssocID="{E5163CE2-7CA6-4A7A-BFDC-8EED21AB3A7E}" presName="node" presStyleLbl="node1" presStyleIdx="2" presStyleCnt="3">
        <dgm:presLayoutVars>
          <dgm:bulletEnabled val="1"/>
        </dgm:presLayoutVars>
      </dgm:prSet>
      <dgm:spPr/>
    </dgm:pt>
  </dgm:ptLst>
  <dgm:cxnLst>
    <dgm:cxn modelId="{78F90637-0652-4C4D-BCF1-F498A6431FB5}" type="presOf" srcId="{89BB3EB7-243D-4202-BF9A-C82BC51F4E4D}" destId="{7E089E96-8F0B-47EE-B3D1-071D46C5A9C8}" srcOrd="0" destOrd="0" presId="urn:microsoft.com/office/officeart/2005/8/layout/process1"/>
    <dgm:cxn modelId="{4CD19C3F-383A-406C-9EF9-D7AF653E10CF}" type="presOf" srcId="{AE2A1663-536D-4F65-8127-48D3B932FBDD}" destId="{383A1585-4739-45B7-B860-AD19BA40F682}" srcOrd="0" destOrd="0" presId="urn:microsoft.com/office/officeart/2005/8/layout/process1"/>
    <dgm:cxn modelId="{86EA415C-5E47-4FB2-AF54-0208D94A2D9F}" srcId="{B60A26DE-4E85-420B-A4EC-45D2AEB02DDB}" destId="{5473CED3-DE60-4017-B0CB-CB50D7885E36}" srcOrd="0" destOrd="0" parTransId="{CF99CD84-07B5-4067-AD4D-1A00F9FE688A}" sibTransId="{89BB3EB7-243D-4202-BF9A-C82BC51F4E4D}"/>
    <dgm:cxn modelId="{C8E1AC65-D386-4A47-8C15-A6E7DD6351EE}" type="presOf" srcId="{AE2A1663-536D-4F65-8127-48D3B932FBDD}" destId="{FB44097A-058A-4C33-ACEA-B7347E4C11C5}" srcOrd="1" destOrd="0" presId="urn:microsoft.com/office/officeart/2005/8/layout/process1"/>
    <dgm:cxn modelId="{85FEE865-E96A-4047-90E7-0D1F48E6A9D9}" srcId="{B60A26DE-4E85-420B-A4EC-45D2AEB02DDB}" destId="{919BF8CD-24B2-4FA1-BA1F-A96DAE817595}" srcOrd="1" destOrd="0" parTransId="{1F4901B0-2C09-462D-B544-1DCF8DBBB66F}" sibTransId="{AE2A1663-536D-4F65-8127-48D3B932FBDD}"/>
    <dgm:cxn modelId="{DEB9D668-3B7B-48DC-A002-8AC75F65F0DB}" type="presOf" srcId="{919BF8CD-24B2-4FA1-BA1F-A96DAE817595}" destId="{74C80038-FA9A-470F-9433-0F258E75F655}" srcOrd="0" destOrd="0" presId="urn:microsoft.com/office/officeart/2005/8/layout/process1"/>
    <dgm:cxn modelId="{37AC4A50-07FB-4CAA-A204-A3A5BF3C7EA9}" type="presOf" srcId="{5473CED3-DE60-4017-B0CB-CB50D7885E36}" destId="{F34B82C6-80BA-4A94-BF1B-EBF81B5FE6CD}" srcOrd="0" destOrd="0" presId="urn:microsoft.com/office/officeart/2005/8/layout/process1"/>
    <dgm:cxn modelId="{B9EBA890-D44E-43A7-A02C-9E054968CCE9}" type="presOf" srcId="{89BB3EB7-243D-4202-BF9A-C82BC51F4E4D}" destId="{DC717BDE-10E7-49D9-8EE8-826CD3E09173}" srcOrd="1" destOrd="0" presId="urn:microsoft.com/office/officeart/2005/8/layout/process1"/>
    <dgm:cxn modelId="{B2AAC3C3-5920-4A9F-ADF6-8E0D13E57160}" type="presOf" srcId="{E5163CE2-7CA6-4A7A-BFDC-8EED21AB3A7E}" destId="{1D16147E-A728-4404-936C-11DB0A81DE94}" srcOrd="0" destOrd="0" presId="urn:microsoft.com/office/officeart/2005/8/layout/process1"/>
    <dgm:cxn modelId="{B6820DD7-34E5-47E4-A56D-F9E62EAD4335}" srcId="{B60A26DE-4E85-420B-A4EC-45D2AEB02DDB}" destId="{E5163CE2-7CA6-4A7A-BFDC-8EED21AB3A7E}" srcOrd="2" destOrd="0" parTransId="{1C373816-20CB-4C40-95CE-302A1E719BF3}" sibTransId="{705DE735-B6FB-41D0-8102-2C8C6FB3CC14}"/>
    <dgm:cxn modelId="{1571C1E3-C58E-492C-A38D-3A012A13B7FC}" type="presOf" srcId="{B60A26DE-4E85-420B-A4EC-45D2AEB02DDB}" destId="{24DEE72B-EB1E-44B4-B0D8-78543246D2F0}" srcOrd="0" destOrd="0" presId="urn:microsoft.com/office/officeart/2005/8/layout/process1"/>
    <dgm:cxn modelId="{85EA554A-2B34-43CE-8CED-BDFB6D1380FF}" type="presParOf" srcId="{24DEE72B-EB1E-44B4-B0D8-78543246D2F0}" destId="{F34B82C6-80BA-4A94-BF1B-EBF81B5FE6CD}" srcOrd="0" destOrd="0" presId="urn:microsoft.com/office/officeart/2005/8/layout/process1"/>
    <dgm:cxn modelId="{88F7A11E-7027-487D-BFD9-9719C176AC8A}" type="presParOf" srcId="{24DEE72B-EB1E-44B4-B0D8-78543246D2F0}" destId="{7E089E96-8F0B-47EE-B3D1-071D46C5A9C8}" srcOrd="1" destOrd="0" presId="urn:microsoft.com/office/officeart/2005/8/layout/process1"/>
    <dgm:cxn modelId="{68D1856C-FAA1-4E07-A820-2F44CE229E19}" type="presParOf" srcId="{7E089E96-8F0B-47EE-B3D1-071D46C5A9C8}" destId="{DC717BDE-10E7-49D9-8EE8-826CD3E09173}" srcOrd="0" destOrd="0" presId="urn:microsoft.com/office/officeart/2005/8/layout/process1"/>
    <dgm:cxn modelId="{EEF63CEA-497B-4E59-A50C-2CCE6F2EB1BB}" type="presParOf" srcId="{24DEE72B-EB1E-44B4-B0D8-78543246D2F0}" destId="{74C80038-FA9A-470F-9433-0F258E75F655}" srcOrd="2" destOrd="0" presId="urn:microsoft.com/office/officeart/2005/8/layout/process1"/>
    <dgm:cxn modelId="{AD602808-574D-49D1-9BF2-C02D23E2453B}" type="presParOf" srcId="{24DEE72B-EB1E-44B4-B0D8-78543246D2F0}" destId="{383A1585-4739-45B7-B860-AD19BA40F682}" srcOrd="3" destOrd="0" presId="urn:microsoft.com/office/officeart/2005/8/layout/process1"/>
    <dgm:cxn modelId="{9C77286E-1F7E-420C-BF28-98CCF51B60DA}" type="presParOf" srcId="{383A1585-4739-45B7-B860-AD19BA40F682}" destId="{FB44097A-058A-4C33-ACEA-B7347E4C11C5}" srcOrd="0" destOrd="0" presId="urn:microsoft.com/office/officeart/2005/8/layout/process1"/>
    <dgm:cxn modelId="{0FD5D0EF-02C1-42BB-A075-9A194945EACA}" type="presParOf" srcId="{24DEE72B-EB1E-44B4-B0D8-78543246D2F0}" destId="{1D16147E-A728-4404-936C-11DB0A81DE9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2D20EA-DF9E-4E88-9904-12ED9EF30842}" type="doc">
      <dgm:prSet loTypeId="urn:microsoft.com/office/officeart/2005/8/layout/vList5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C678400-3361-4915-8BB5-D4D30D6CB0AD}">
      <dgm:prSet/>
      <dgm:spPr/>
      <dgm:t>
        <a:bodyPr/>
        <a:lstStyle/>
        <a:p>
          <a:r>
            <a:rPr lang="fr-FR" b="1"/>
            <a:t>Work-family trajectories and health</a:t>
          </a:r>
          <a:endParaRPr lang="en-US"/>
        </a:p>
      </dgm:t>
    </dgm:pt>
    <dgm:pt modelId="{0F8D5B88-DCD3-4225-99F5-974FE19551D7}" type="parTrans" cxnId="{69A17BE3-3FAC-4876-923D-66542005465E}">
      <dgm:prSet/>
      <dgm:spPr/>
      <dgm:t>
        <a:bodyPr/>
        <a:lstStyle/>
        <a:p>
          <a:endParaRPr lang="en-US"/>
        </a:p>
      </dgm:t>
    </dgm:pt>
    <dgm:pt modelId="{FDD2D041-18E2-4FCD-A4B6-F4BC418196E6}" type="sibTrans" cxnId="{69A17BE3-3FAC-4876-923D-66542005465E}">
      <dgm:prSet/>
      <dgm:spPr/>
      <dgm:t>
        <a:bodyPr/>
        <a:lstStyle/>
        <a:p>
          <a:endParaRPr lang="en-US"/>
        </a:p>
      </dgm:t>
    </dgm:pt>
    <dgm:pt modelId="{63BD92FD-515C-42E1-91B2-1B46491DE5DC}">
      <dgm:prSet/>
      <dgm:spPr/>
      <dgm:t>
        <a:bodyPr/>
        <a:lstStyle/>
        <a:p>
          <a:r>
            <a:rPr lang="fr-FR" b="1"/>
            <a:t>Lacey et al. (2015)</a:t>
          </a:r>
          <a:r>
            <a:rPr lang="fr-FR"/>
            <a:t> examined work-family life courses and markers of stress and inflammation in midlife.</a:t>
          </a:r>
          <a:endParaRPr lang="en-US"/>
        </a:p>
      </dgm:t>
    </dgm:pt>
    <dgm:pt modelId="{D74A6443-4F09-4732-903D-827EAC2B1EA8}" type="parTrans" cxnId="{9CC23F36-C065-4AF4-B530-36523536CD02}">
      <dgm:prSet/>
      <dgm:spPr/>
      <dgm:t>
        <a:bodyPr/>
        <a:lstStyle/>
        <a:p>
          <a:endParaRPr lang="en-US"/>
        </a:p>
      </dgm:t>
    </dgm:pt>
    <dgm:pt modelId="{3AF7C9C7-5088-4DA2-B864-7BD428C1BBF4}" type="sibTrans" cxnId="{9CC23F36-C065-4AF4-B530-36523536CD02}">
      <dgm:prSet/>
      <dgm:spPr/>
      <dgm:t>
        <a:bodyPr/>
        <a:lstStyle/>
        <a:p>
          <a:endParaRPr lang="en-US"/>
        </a:p>
      </dgm:t>
    </dgm:pt>
    <dgm:pt modelId="{0466451C-FDDF-4D84-B3B2-2E5DF8A6B570}">
      <dgm:prSet/>
      <dgm:spPr/>
      <dgm:t>
        <a:bodyPr/>
        <a:lstStyle/>
        <a:p>
          <a:r>
            <a:rPr lang="fr-FR" b="1"/>
            <a:t>Employment histories and quality of life</a:t>
          </a:r>
          <a:endParaRPr lang="en-US"/>
        </a:p>
      </dgm:t>
    </dgm:pt>
    <dgm:pt modelId="{24BAC6DC-075E-42D4-BFDA-571874149731}" type="parTrans" cxnId="{4CFC0BE4-B5EA-46C8-B643-F6D21E3521B8}">
      <dgm:prSet/>
      <dgm:spPr/>
      <dgm:t>
        <a:bodyPr/>
        <a:lstStyle/>
        <a:p>
          <a:endParaRPr lang="en-US"/>
        </a:p>
      </dgm:t>
    </dgm:pt>
    <dgm:pt modelId="{5A883181-4EAA-4C76-BCC2-63CFB5D19178}" type="sibTrans" cxnId="{4CFC0BE4-B5EA-46C8-B643-F6D21E3521B8}">
      <dgm:prSet/>
      <dgm:spPr/>
      <dgm:t>
        <a:bodyPr/>
        <a:lstStyle/>
        <a:p>
          <a:endParaRPr lang="en-US"/>
        </a:p>
      </dgm:t>
    </dgm:pt>
    <dgm:pt modelId="{0BE084E1-AAEB-4A7B-8737-18FDAA66E47B}">
      <dgm:prSet/>
      <dgm:spPr/>
      <dgm:t>
        <a:bodyPr/>
        <a:lstStyle/>
        <a:p>
          <a:r>
            <a:rPr lang="fr-FR" b="1"/>
            <a:t>Wahrendorf (2015)</a:t>
          </a:r>
          <a:r>
            <a:rPr lang="fr-FR"/>
            <a:t> studied how earlier employment histories were associated with quality of life at older ages.</a:t>
          </a:r>
          <a:endParaRPr lang="en-US"/>
        </a:p>
      </dgm:t>
    </dgm:pt>
    <dgm:pt modelId="{B250E355-67E2-4E95-BE0D-D437377D733A}" type="parTrans" cxnId="{6486AF45-1CDE-43AF-BBA8-989F9905E8EE}">
      <dgm:prSet/>
      <dgm:spPr/>
      <dgm:t>
        <a:bodyPr/>
        <a:lstStyle/>
        <a:p>
          <a:endParaRPr lang="en-US"/>
        </a:p>
      </dgm:t>
    </dgm:pt>
    <dgm:pt modelId="{E28CDA04-1ADA-4B88-B4F5-8671A5553E80}" type="sibTrans" cxnId="{6486AF45-1CDE-43AF-BBA8-989F9905E8EE}">
      <dgm:prSet/>
      <dgm:spPr/>
      <dgm:t>
        <a:bodyPr/>
        <a:lstStyle/>
        <a:p>
          <a:endParaRPr lang="en-US"/>
        </a:p>
      </dgm:t>
    </dgm:pt>
    <dgm:pt modelId="{BFAFA09A-48BE-4949-92DD-4F7EBB194EA8}">
      <dgm:prSet/>
      <dgm:spPr/>
      <dgm:t>
        <a:bodyPr/>
        <a:lstStyle/>
        <a:p>
          <a:r>
            <a:rPr lang="fr-FR" b="1"/>
            <a:t>Work and family-care histories</a:t>
          </a:r>
          <a:endParaRPr lang="en-US"/>
        </a:p>
      </dgm:t>
    </dgm:pt>
    <dgm:pt modelId="{F76080C8-4F66-42AE-9CC3-F722A7355A38}" type="parTrans" cxnId="{7FA2D0DB-F5B8-403C-BD40-ECEA3CF37C0B}">
      <dgm:prSet/>
      <dgm:spPr/>
      <dgm:t>
        <a:bodyPr/>
        <a:lstStyle/>
        <a:p>
          <a:endParaRPr lang="en-US"/>
        </a:p>
      </dgm:t>
    </dgm:pt>
    <dgm:pt modelId="{473BE7EA-393F-4A31-99DC-40B1E7CF87D0}" type="sibTrans" cxnId="{7FA2D0DB-F5B8-403C-BD40-ECEA3CF37C0B}">
      <dgm:prSet/>
      <dgm:spPr/>
      <dgm:t>
        <a:bodyPr/>
        <a:lstStyle/>
        <a:p>
          <a:endParaRPr lang="en-US"/>
        </a:p>
      </dgm:t>
    </dgm:pt>
    <dgm:pt modelId="{EF9F63F1-6E8F-4118-875A-992AAD26D703}">
      <dgm:prSet/>
      <dgm:spPr/>
      <dgm:t>
        <a:bodyPr/>
        <a:lstStyle/>
        <a:p>
          <a:r>
            <a:rPr lang="fr-FR" b="1"/>
            <a:t>Benson et al. (2017)</a:t>
          </a:r>
          <a:r>
            <a:rPr lang="fr-FR"/>
            <a:t> examined whether work and family-care histories predicted health among older women.</a:t>
          </a:r>
          <a:endParaRPr lang="en-US"/>
        </a:p>
      </dgm:t>
    </dgm:pt>
    <dgm:pt modelId="{1BA7988F-48F5-423B-8484-A67F70CE18F5}" type="parTrans" cxnId="{469B022A-A319-4A25-A561-CE6EF85FA9EF}">
      <dgm:prSet/>
      <dgm:spPr/>
      <dgm:t>
        <a:bodyPr/>
        <a:lstStyle/>
        <a:p>
          <a:endParaRPr lang="en-US"/>
        </a:p>
      </dgm:t>
    </dgm:pt>
    <dgm:pt modelId="{B1B20280-86F2-492B-A2FB-4FC3E628EE42}" type="sibTrans" cxnId="{469B022A-A319-4A25-A561-CE6EF85FA9EF}">
      <dgm:prSet/>
      <dgm:spPr/>
      <dgm:t>
        <a:bodyPr/>
        <a:lstStyle/>
        <a:p>
          <a:endParaRPr lang="en-US"/>
        </a:p>
      </dgm:t>
    </dgm:pt>
    <dgm:pt modelId="{D8CE7598-6496-4C03-91AF-5B44DB091BC5}" type="pres">
      <dgm:prSet presAssocID="{F52D20EA-DF9E-4E88-9904-12ED9EF30842}" presName="Name0" presStyleCnt="0">
        <dgm:presLayoutVars>
          <dgm:dir/>
          <dgm:animLvl val="lvl"/>
          <dgm:resizeHandles val="exact"/>
        </dgm:presLayoutVars>
      </dgm:prSet>
      <dgm:spPr/>
    </dgm:pt>
    <dgm:pt modelId="{883AF1B4-5583-46DF-97F8-6F04B3D123E3}" type="pres">
      <dgm:prSet presAssocID="{1C678400-3361-4915-8BB5-D4D30D6CB0AD}" presName="linNode" presStyleCnt="0"/>
      <dgm:spPr/>
    </dgm:pt>
    <dgm:pt modelId="{8D2C9049-7573-45BF-9D3E-D2D851C89CCB}" type="pres">
      <dgm:prSet presAssocID="{1C678400-3361-4915-8BB5-D4D30D6CB0A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2CCD1EC-B648-4735-A424-C5B6D2A96425}" type="pres">
      <dgm:prSet presAssocID="{1C678400-3361-4915-8BB5-D4D30D6CB0AD}" presName="descendantText" presStyleLbl="alignAccFollowNode1" presStyleIdx="0" presStyleCnt="3">
        <dgm:presLayoutVars>
          <dgm:bulletEnabled val="1"/>
        </dgm:presLayoutVars>
      </dgm:prSet>
      <dgm:spPr/>
    </dgm:pt>
    <dgm:pt modelId="{6B9B7B55-A5B5-4935-9B0B-A200932F7906}" type="pres">
      <dgm:prSet presAssocID="{FDD2D041-18E2-4FCD-A4B6-F4BC418196E6}" presName="sp" presStyleCnt="0"/>
      <dgm:spPr/>
    </dgm:pt>
    <dgm:pt modelId="{71B6E05A-0A9D-4B7E-BB73-B348A235A9F9}" type="pres">
      <dgm:prSet presAssocID="{0466451C-FDDF-4D84-B3B2-2E5DF8A6B570}" presName="linNode" presStyleCnt="0"/>
      <dgm:spPr/>
    </dgm:pt>
    <dgm:pt modelId="{FDE12DBB-A3F0-4825-BBF3-4890F8B46982}" type="pres">
      <dgm:prSet presAssocID="{0466451C-FDDF-4D84-B3B2-2E5DF8A6B57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AE8F29A-AEB2-4985-83DF-89308FEEB06B}" type="pres">
      <dgm:prSet presAssocID="{0466451C-FDDF-4D84-B3B2-2E5DF8A6B570}" presName="descendantText" presStyleLbl="alignAccFollowNode1" presStyleIdx="1" presStyleCnt="3">
        <dgm:presLayoutVars>
          <dgm:bulletEnabled val="1"/>
        </dgm:presLayoutVars>
      </dgm:prSet>
      <dgm:spPr/>
    </dgm:pt>
    <dgm:pt modelId="{505373F0-EC8C-4E0A-BAE2-C186CBDC5A77}" type="pres">
      <dgm:prSet presAssocID="{5A883181-4EAA-4C76-BCC2-63CFB5D19178}" presName="sp" presStyleCnt="0"/>
      <dgm:spPr/>
    </dgm:pt>
    <dgm:pt modelId="{81AD7E14-B5A6-49A3-81CB-1831886134FE}" type="pres">
      <dgm:prSet presAssocID="{BFAFA09A-48BE-4949-92DD-4F7EBB194EA8}" presName="linNode" presStyleCnt="0"/>
      <dgm:spPr/>
    </dgm:pt>
    <dgm:pt modelId="{1638B228-02D3-4368-A6D2-B1317E6287C0}" type="pres">
      <dgm:prSet presAssocID="{BFAFA09A-48BE-4949-92DD-4F7EBB194EA8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CBE2370A-098D-4C99-A3FA-A77634F936E5}" type="pres">
      <dgm:prSet presAssocID="{BFAFA09A-48BE-4949-92DD-4F7EBB194EA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69B022A-A319-4A25-A561-CE6EF85FA9EF}" srcId="{BFAFA09A-48BE-4949-92DD-4F7EBB194EA8}" destId="{EF9F63F1-6E8F-4118-875A-992AAD26D703}" srcOrd="0" destOrd="0" parTransId="{1BA7988F-48F5-423B-8484-A67F70CE18F5}" sibTransId="{B1B20280-86F2-492B-A2FB-4FC3E628EE42}"/>
    <dgm:cxn modelId="{9CC23F36-C065-4AF4-B530-36523536CD02}" srcId="{1C678400-3361-4915-8BB5-D4D30D6CB0AD}" destId="{63BD92FD-515C-42E1-91B2-1B46491DE5DC}" srcOrd="0" destOrd="0" parTransId="{D74A6443-4F09-4732-903D-827EAC2B1EA8}" sibTransId="{3AF7C9C7-5088-4DA2-B864-7BD428C1BBF4}"/>
    <dgm:cxn modelId="{B064CF61-4BA9-47F1-B25A-F5673EFFF462}" type="presOf" srcId="{1C678400-3361-4915-8BB5-D4D30D6CB0AD}" destId="{8D2C9049-7573-45BF-9D3E-D2D851C89CCB}" srcOrd="0" destOrd="0" presId="urn:microsoft.com/office/officeart/2005/8/layout/vList5"/>
    <dgm:cxn modelId="{6486AF45-1CDE-43AF-BBA8-989F9905E8EE}" srcId="{0466451C-FDDF-4D84-B3B2-2E5DF8A6B570}" destId="{0BE084E1-AAEB-4A7B-8737-18FDAA66E47B}" srcOrd="0" destOrd="0" parTransId="{B250E355-67E2-4E95-BE0D-D437377D733A}" sibTransId="{E28CDA04-1ADA-4B88-B4F5-8671A5553E80}"/>
    <dgm:cxn modelId="{F5C47F6E-4C82-4AEC-B501-9A90FAE749BD}" type="presOf" srcId="{EF9F63F1-6E8F-4118-875A-992AAD26D703}" destId="{CBE2370A-098D-4C99-A3FA-A77634F936E5}" srcOrd="0" destOrd="0" presId="urn:microsoft.com/office/officeart/2005/8/layout/vList5"/>
    <dgm:cxn modelId="{AA3B0799-62C2-4312-AD08-97DA5C0185F5}" type="presOf" srcId="{0BE084E1-AAEB-4A7B-8737-18FDAA66E47B}" destId="{4AE8F29A-AEB2-4985-83DF-89308FEEB06B}" srcOrd="0" destOrd="0" presId="urn:microsoft.com/office/officeart/2005/8/layout/vList5"/>
    <dgm:cxn modelId="{E8DB5DB9-E8D7-4D94-95D4-ECCAF13B9465}" type="presOf" srcId="{0466451C-FDDF-4D84-B3B2-2E5DF8A6B570}" destId="{FDE12DBB-A3F0-4825-BBF3-4890F8B46982}" srcOrd="0" destOrd="0" presId="urn:microsoft.com/office/officeart/2005/8/layout/vList5"/>
    <dgm:cxn modelId="{B13822BA-9BC7-4CB7-9CFB-2AF3AB1F8878}" type="presOf" srcId="{BFAFA09A-48BE-4949-92DD-4F7EBB194EA8}" destId="{1638B228-02D3-4368-A6D2-B1317E6287C0}" srcOrd="0" destOrd="0" presId="urn:microsoft.com/office/officeart/2005/8/layout/vList5"/>
    <dgm:cxn modelId="{16EC94C6-DA79-4E5C-A280-7D7E998452CB}" type="presOf" srcId="{F52D20EA-DF9E-4E88-9904-12ED9EF30842}" destId="{D8CE7598-6496-4C03-91AF-5B44DB091BC5}" srcOrd="0" destOrd="0" presId="urn:microsoft.com/office/officeart/2005/8/layout/vList5"/>
    <dgm:cxn modelId="{49E840D5-9EC8-4654-82A2-1FB99B41ECEC}" type="presOf" srcId="{63BD92FD-515C-42E1-91B2-1B46491DE5DC}" destId="{B2CCD1EC-B648-4735-A424-C5B6D2A96425}" srcOrd="0" destOrd="0" presId="urn:microsoft.com/office/officeart/2005/8/layout/vList5"/>
    <dgm:cxn modelId="{7FA2D0DB-F5B8-403C-BD40-ECEA3CF37C0B}" srcId="{F52D20EA-DF9E-4E88-9904-12ED9EF30842}" destId="{BFAFA09A-48BE-4949-92DD-4F7EBB194EA8}" srcOrd="2" destOrd="0" parTransId="{F76080C8-4F66-42AE-9CC3-F722A7355A38}" sibTransId="{473BE7EA-393F-4A31-99DC-40B1E7CF87D0}"/>
    <dgm:cxn modelId="{69A17BE3-3FAC-4876-923D-66542005465E}" srcId="{F52D20EA-DF9E-4E88-9904-12ED9EF30842}" destId="{1C678400-3361-4915-8BB5-D4D30D6CB0AD}" srcOrd="0" destOrd="0" parTransId="{0F8D5B88-DCD3-4225-99F5-974FE19551D7}" sibTransId="{FDD2D041-18E2-4FCD-A4B6-F4BC418196E6}"/>
    <dgm:cxn modelId="{4CFC0BE4-B5EA-46C8-B643-F6D21E3521B8}" srcId="{F52D20EA-DF9E-4E88-9904-12ED9EF30842}" destId="{0466451C-FDDF-4D84-B3B2-2E5DF8A6B570}" srcOrd="1" destOrd="0" parTransId="{24BAC6DC-075E-42D4-BFDA-571874149731}" sibTransId="{5A883181-4EAA-4C76-BCC2-63CFB5D19178}"/>
    <dgm:cxn modelId="{B4AC0CE8-F3DA-40ED-A92A-47CDDCF2C51C}" type="presParOf" srcId="{D8CE7598-6496-4C03-91AF-5B44DB091BC5}" destId="{883AF1B4-5583-46DF-97F8-6F04B3D123E3}" srcOrd="0" destOrd="0" presId="urn:microsoft.com/office/officeart/2005/8/layout/vList5"/>
    <dgm:cxn modelId="{D4354D01-1CC4-4BD9-99F8-3AADE569D5AB}" type="presParOf" srcId="{883AF1B4-5583-46DF-97F8-6F04B3D123E3}" destId="{8D2C9049-7573-45BF-9D3E-D2D851C89CCB}" srcOrd="0" destOrd="0" presId="urn:microsoft.com/office/officeart/2005/8/layout/vList5"/>
    <dgm:cxn modelId="{9C2DDF4E-5393-4CBF-8C99-3585BFB1DE8D}" type="presParOf" srcId="{883AF1B4-5583-46DF-97F8-6F04B3D123E3}" destId="{B2CCD1EC-B648-4735-A424-C5B6D2A96425}" srcOrd="1" destOrd="0" presId="urn:microsoft.com/office/officeart/2005/8/layout/vList5"/>
    <dgm:cxn modelId="{517F3F86-FB88-477A-9D5B-763DF53833B7}" type="presParOf" srcId="{D8CE7598-6496-4C03-91AF-5B44DB091BC5}" destId="{6B9B7B55-A5B5-4935-9B0B-A200932F7906}" srcOrd="1" destOrd="0" presId="urn:microsoft.com/office/officeart/2005/8/layout/vList5"/>
    <dgm:cxn modelId="{C17C7C68-F42C-4991-9E30-656CA3A088D3}" type="presParOf" srcId="{D8CE7598-6496-4C03-91AF-5B44DB091BC5}" destId="{71B6E05A-0A9D-4B7E-BB73-B348A235A9F9}" srcOrd="2" destOrd="0" presId="urn:microsoft.com/office/officeart/2005/8/layout/vList5"/>
    <dgm:cxn modelId="{933DE4FB-C586-4281-A7C4-9ACF808FEA86}" type="presParOf" srcId="{71B6E05A-0A9D-4B7E-BB73-B348A235A9F9}" destId="{FDE12DBB-A3F0-4825-BBF3-4890F8B46982}" srcOrd="0" destOrd="0" presId="urn:microsoft.com/office/officeart/2005/8/layout/vList5"/>
    <dgm:cxn modelId="{9844F9EC-8EF9-4EBD-9DD3-CF3B3BC1C318}" type="presParOf" srcId="{71B6E05A-0A9D-4B7E-BB73-B348A235A9F9}" destId="{4AE8F29A-AEB2-4985-83DF-89308FEEB06B}" srcOrd="1" destOrd="0" presId="urn:microsoft.com/office/officeart/2005/8/layout/vList5"/>
    <dgm:cxn modelId="{C04AEFA0-3AA5-4B97-A673-C97FDDD0A153}" type="presParOf" srcId="{D8CE7598-6496-4C03-91AF-5B44DB091BC5}" destId="{505373F0-EC8C-4E0A-BAE2-C186CBDC5A77}" srcOrd="3" destOrd="0" presId="urn:microsoft.com/office/officeart/2005/8/layout/vList5"/>
    <dgm:cxn modelId="{E4E4A507-F11E-4CB9-88CE-BE1841CBB14D}" type="presParOf" srcId="{D8CE7598-6496-4C03-91AF-5B44DB091BC5}" destId="{81AD7E14-B5A6-49A3-81CB-1831886134FE}" srcOrd="4" destOrd="0" presId="urn:microsoft.com/office/officeart/2005/8/layout/vList5"/>
    <dgm:cxn modelId="{2EBE141C-E73C-4819-8275-307D1DDDFFD4}" type="presParOf" srcId="{81AD7E14-B5A6-49A3-81CB-1831886134FE}" destId="{1638B228-02D3-4368-A6D2-B1317E6287C0}" srcOrd="0" destOrd="0" presId="urn:microsoft.com/office/officeart/2005/8/layout/vList5"/>
    <dgm:cxn modelId="{64D77278-E795-46BD-99B7-3DC7B956F7FB}" type="presParOf" srcId="{81AD7E14-B5A6-49A3-81CB-1831886134FE}" destId="{CBE2370A-098D-4C99-A3FA-A77634F936E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BDEAE8-7AE3-4F07-925B-685BED2431B6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82DC93CA-5972-4313-9881-D3DFF7958C8C}">
      <dgm:prSet/>
      <dgm:spPr/>
      <dgm:t>
        <a:bodyPr/>
        <a:lstStyle/>
        <a:p>
          <a:r>
            <a:rPr lang="en-US"/>
            <a:t>Childhood SEP </a:t>
          </a:r>
          <a:endParaRPr lang="fr-FR"/>
        </a:p>
      </dgm:t>
    </dgm:pt>
    <dgm:pt modelId="{52A7D9FE-E3CA-41AF-8878-A9865654439E}" type="parTrans" cxnId="{34FC8EA0-E102-407C-982A-78BA172DA5C1}">
      <dgm:prSet/>
      <dgm:spPr/>
      <dgm:t>
        <a:bodyPr/>
        <a:lstStyle/>
        <a:p>
          <a:endParaRPr lang="fr-FR"/>
        </a:p>
      </dgm:t>
    </dgm:pt>
    <dgm:pt modelId="{1B2D0BEB-5D03-493C-8F9B-77F4E22793A7}" type="sibTrans" cxnId="{34FC8EA0-E102-407C-982A-78BA172DA5C1}">
      <dgm:prSet/>
      <dgm:spPr/>
      <dgm:t>
        <a:bodyPr/>
        <a:lstStyle/>
        <a:p>
          <a:endParaRPr lang="fr-FR"/>
        </a:p>
      </dgm:t>
    </dgm:pt>
    <dgm:pt modelId="{EF1710B4-C71C-4D9F-ABFD-FBBB7BA0788E}">
      <dgm:prSet/>
      <dgm:spPr/>
      <dgm:t>
        <a:bodyPr/>
        <a:lstStyle/>
        <a:p>
          <a:r>
            <a:rPr lang="en-US"/>
            <a:t>Employment trajectory </a:t>
          </a:r>
          <a:endParaRPr lang="fr-FR"/>
        </a:p>
      </dgm:t>
    </dgm:pt>
    <dgm:pt modelId="{9B70BECB-7353-41FA-AC1C-93BB7174B651}" type="parTrans" cxnId="{2922DBFF-6E6B-49AE-8EAE-A17806EEC731}">
      <dgm:prSet/>
      <dgm:spPr/>
      <dgm:t>
        <a:bodyPr/>
        <a:lstStyle/>
        <a:p>
          <a:endParaRPr lang="fr-FR"/>
        </a:p>
      </dgm:t>
    </dgm:pt>
    <dgm:pt modelId="{428A55AB-07E2-4834-AF7D-FA043DD4B7A5}" type="sibTrans" cxnId="{2922DBFF-6E6B-49AE-8EAE-A17806EEC731}">
      <dgm:prSet/>
      <dgm:spPr/>
      <dgm:t>
        <a:bodyPr/>
        <a:lstStyle/>
        <a:p>
          <a:endParaRPr lang="fr-FR"/>
        </a:p>
      </dgm:t>
    </dgm:pt>
    <dgm:pt modelId="{6BF1DD7C-9A69-4198-87E5-93CF3E88CCFE}">
      <dgm:prSet/>
      <dgm:spPr/>
      <dgm:t>
        <a:bodyPr/>
        <a:lstStyle/>
        <a:p>
          <a:r>
            <a:rPr lang="en-US"/>
            <a:t>Health outcome</a:t>
          </a:r>
          <a:endParaRPr lang="fr-FR"/>
        </a:p>
      </dgm:t>
    </dgm:pt>
    <dgm:pt modelId="{98566AA8-847C-4083-8203-64DEA84380CE}" type="parTrans" cxnId="{A4DB63FF-AB59-4C1F-89C2-51B0EEE9E7DF}">
      <dgm:prSet/>
      <dgm:spPr/>
      <dgm:t>
        <a:bodyPr/>
        <a:lstStyle/>
        <a:p>
          <a:endParaRPr lang="fr-FR"/>
        </a:p>
      </dgm:t>
    </dgm:pt>
    <dgm:pt modelId="{DBD874EE-9902-4820-AAC6-E7CFB2B56CA5}" type="sibTrans" cxnId="{A4DB63FF-AB59-4C1F-89C2-51B0EEE9E7DF}">
      <dgm:prSet/>
      <dgm:spPr/>
      <dgm:t>
        <a:bodyPr/>
        <a:lstStyle/>
        <a:p>
          <a:endParaRPr lang="fr-FR"/>
        </a:p>
      </dgm:t>
    </dgm:pt>
    <dgm:pt modelId="{8A2E8CDC-BE34-4DE8-8080-6518B0B96C0D}" type="pres">
      <dgm:prSet presAssocID="{80BDEAE8-7AE3-4F07-925B-685BED2431B6}" presName="Name0" presStyleCnt="0">
        <dgm:presLayoutVars>
          <dgm:dir/>
          <dgm:resizeHandles val="exact"/>
        </dgm:presLayoutVars>
      </dgm:prSet>
      <dgm:spPr/>
    </dgm:pt>
    <dgm:pt modelId="{8DE26000-E948-4CF7-B0B7-F3EA2DED459C}" type="pres">
      <dgm:prSet presAssocID="{80BDEAE8-7AE3-4F07-925B-685BED2431B6}" presName="arrow" presStyleLbl="bgShp" presStyleIdx="0" presStyleCnt="1"/>
      <dgm:spPr/>
    </dgm:pt>
    <dgm:pt modelId="{208322EE-562D-4C5E-A6F4-056B8F59B678}" type="pres">
      <dgm:prSet presAssocID="{80BDEAE8-7AE3-4F07-925B-685BED2431B6}" presName="points" presStyleCnt="0"/>
      <dgm:spPr/>
    </dgm:pt>
    <dgm:pt modelId="{E61E9A7F-85CA-4A41-B024-542AF66FA423}" type="pres">
      <dgm:prSet presAssocID="{82DC93CA-5972-4313-9881-D3DFF7958C8C}" presName="compositeA" presStyleCnt="0"/>
      <dgm:spPr/>
    </dgm:pt>
    <dgm:pt modelId="{50363588-EB25-4F53-AA5B-E7B14F38C39E}" type="pres">
      <dgm:prSet presAssocID="{82DC93CA-5972-4313-9881-D3DFF7958C8C}" presName="textA" presStyleLbl="revTx" presStyleIdx="0" presStyleCnt="3">
        <dgm:presLayoutVars>
          <dgm:bulletEnabled val="1"/>
        </dgm:presLayoutVars>
      </dgm:prSet>
      <dgm:spPr/>
    </dgm:pt>
    <dgm:pt modelId="{98EB41BA-7071-43F5-8B95-72F551CCB498}" type="pres">
      <dgm:prSet presAssocID="{82DC93CA-5972-4313-9881-D3DFF7958C8C}" presName="circleA" presStyleLbl="node1" presStyleIdx="0" presStyleCnt="3"/>
      <dgm:spPr/>
    </dgm:pt>
    <dgm:pt modelId="{2890FC1A-3905-4E59-B73A-CF5D6FB26272}" type="pres">
      <dgm:prSet presAssocID="{82DC93CA-5972-4313-9881-D3DFF7958C8C}" presName="spaceA" presStyleCnt="0"/>
      <dgm:spPr/>
    </dgm:pt>
    <dgm:pt modelId="{C276051C-C108-4535-8A4F-697516D45A98}" type="pres">
      <dgm:prSet presAssocID="{1B2D0BEB-5D03-493C-8F9B-77F4E22793A7}" presName="space" presStyleCnt="0"/>
      <dgm:spPr/>
    </dgm:pt>
    <dgm:pt modelId="{A0E0E63B-426C-450A-B009-755D0341E703}" type="pres">
      <dgm:prSet presAssocID="{EF1710B4-C71C-4D9F-ABFD-FBBB7BA0788E}" presName="compositeB" presStyleCnt="0"/>
      <dgm:spPr/>
    </dgm:pt>
    <dgm:pt modelId="{D8D0E8B1-547A-4AA2-B7DF-D1D6EB4E7962}" type="pres">
      <dgm:prSet presAssocID="{EF1710B4-C71C-4D9F-ABFD-FBBB7BA0788E}" presName="textB" presStyleLbl="revTx" presStyleIdx="1" presStyleCnt="3">
        <dgm:presLayoutVars>
          <dgm:bulletEnabled val="1"/>
        </dgm:presLayoutVars>
      </dgm:prSet>
      <dgm:spPr/>
    </dgm:pt>
    <dgm:pt modelId="{117EDF8B-536F-4FDA-8108-18A3B51813B2}" type="pres">
      <dgm:prSet presAssocID="{EF1710B4-C71C-4D9F-ABFD-FBBB7BA0788E}" presName="circleB" presStyleLbl="node1" presStyleIdx="1" presStyleCnt="3"/>
      <dgm:spPr/>
    </dgm:pt>
    <dgm:pt modelId="{516AE620-27FF-442D-9AFC-521262130622}" type="pres">
      <dgm:prSet presAssocID="{EF1710B4-C71C-4D9F-ABFD-FBBB7BA0788E}" presName="spaceB" presStyleCnt="0"/>
      <dgm:spPr/>
    </dgm:pt>
    <dgm:pt modelId="{ED3635F5-F45B-4161-B61F-59B3270FC6A5}" type="pres">
      <dgm:prSet presAssocID="{428A55AB-07E2-4834-AF7D-FA043DD4B7A5}" presName="space" presStyleCnt="0"/>
      <dgm:spPr/>
    </dgm:pt>
    <dgm:pt modelId="{E4B7DB99-63C2-4D51-BFA1-7E22DC714B31}" type="pres">
      <dgm:prSet presAssocID="{6BF1DD7C-9A69-4198-87E5-93CF3E88CCFE}" presName="compositeA" presStyleCnt="0"/>
      <dgm:spPr/>
    </dgm:pt>
    <dgm:pt modelId="{334A0467-3053-40AC-9076-3A6B51C01BBC}" type="pres">
      <dgm:prSet presAssocID="{6BF1DD7C-9A69-4198-87E5-93CF3E88CCFE}" presName="textA" presStyleLbl="revTx" presStyleIdx="2" presStyleCnt="3">
        <dgm:presLayoutVars>
          <dgm:bulletEnabled val="1"/>
        </dgm:presLayoutVars>
      </dgm:prSet>
      <dgm:spPr/>
    </dgm:pt>
    <dgm:pt modelId="{683DD2C5-3244-44CB-AB1F-F808A805A8B4}" type="pres">
      <dgm:prSet presAssocID="{6BF1DD7C-9A69-4198-87E5-93CF3E88CCFE}" presName="circleA" presStyleLbl="node1" presStyleIdx="2" presStyleCnt="3"/>
      <dgm:spPr/>
    </dgm:pt>
    <dgm:pt modelId="{16E078CF-7512-4B7E-B9C8-3BF58DA8B7EE}" type="pres">
      <dgm:prSet presAssocID="{6BF1DD7C-9A69-4198-87E5-93CF3E88CCFE}" presName="spaceA" presStyleCnt="0"/>
      <dgm:spPr/>
    </dgm:pt>
  </dgm:ptLst>
  <dgm:cxnLst>
    <dgm:cxn modelId="{8F28FE8C-4EB3-4CBD-9C7F-D34F90A4157D}" type="presOf" srcId="{EF1710B4-C71C-4D9F-ABFD-FBBB7BA0788E}" destId="{D8D0E8B1-547A-4AA2-B7DF-D1D6EB4E7962}" srcOrd="0" destOrd="0" presId="urn:microsoft.com/office/officeart/2005/8/layout/hProcess11"/>
    <dgm:cxn modelId="{34FC8EA0-E102-407C-982A-78BA172DA5C1}" srcId="{80BDEAE8-7AE3-4F07-925B-685BED2431B6}" destId="{82DC93CA-5972-4313-9881-D3DFF7958C8C}" srcOrd="0" destOrd="0" parTransId="{52A7D9FE-E3CA-41AF-8878-A9865654439E}" sibTransId="{1B2D0BEB-5D03-493C-8F9B-77F4E22793A7}"/>
    <dgm:cxn modelId="{A31284AC-E7D1-4275-BAC8-E027BF333742}" type="presOf" srcId="{80BDEAE8-7AE3-4F07-925B-685BED2431B6}" destId="{8A2E8CDC-BE34-4DE8-8080-6518B0B96C0D}" srcOrd="0" destOrd="0" presId="urn:microsoft.com/office/officeart/2005/8/layout/hProcess11"/>
    <dgm:cxn modelId="{9AEA4ECD-028A-4E62-967E-12474413DF48}" type="presOf" srcId="{6BF1DD7C-9A69-4198-87E5-93CF3E88CCFE}" destId="{334A0467-3053-40AC-9076-3A6B51C01BBC}" srcOrd="0" destOrd="0" presId="urn:microsoft.com/office/officeart/2005/8/layout/hProcess11"/>
    <dgm:cxn modelId="{CBF05FF9-DCFB-4DBC-9B87-29D8F11F9659}" type="presOf" srcId="{82DC93CA-5972-4313-9881-D3DFF7958C8C}" destId="{50363588-EB25-4F53-AA5B-E7B14F38C39E}" srcOrd="0" destOrd="0" presId="urn:microsoft.com/office/officeart/2005/8/layout/hProcess11"/>
    <dgm:cxn modelId="{A4DB63FF-AB59-4C1F-89C2-51B0EEE9E7DF}" srcId="{80BDEAE8-7AE3-4F07-925B-685BED2431B6}" destId="{6BF1DD7C-9A69-4198-87E5-93CF3E88CCFE}" srcOrd="2" destOrd="0" parTransId="{98566AA8-847C-4083-8203-64DEA84380CE}" sibTransId="{DBD874EE-9902-4820-AAC6-E7CFB2B56CA5}"/>
    <dgm:cxn modelId="{2922DBFF-6E6B-49AE-8EAE-A17806EEC731}" srcId="{80BDEAE8-7AE3-4F07-925B-685BED2431B6}" destId="{EF1710B4-C71C-4D9F-ABFD-FBBB7BA0788E}" srcOrd="1" destOrd="0" parTransId="{9B70BECB-7353-41FA-AC1C-93BB7174B651}" sibTransId="{428A55AB-07E2-4834-AF7D-FA043DD4B7A5}"/>
    <dgm:cxn modelId="{11F85039-DD51-46FB-BD55-CB7BD12CD778}" type="presParOf" srcId="{8A2E8CDC-BE34-4DE8-8080-6518B0B96C0D}" destId="{8DE26000-E948-4CF7-B0B7-F3EA2DED459C}" srcOrd="0" destOrd="0" presId="urn:microsoft.com/office/officeart/2005/8/layout/hProcess11"/>
    <dgm:cxn modelId="{B644722A-14D2-4885-A7E8-04ECC2B9F908}" type="presParOf" srcId="{8A2E8CDC-BE34-4DE8-8080-6518B0B96C0D}" destId="{208322EE-562D-4C5E-A6F4-056B8F59B678}" srcOrd="1" destOrd="0" presId="urn:microsoft.com/office/officeart/2005/8/layout/hProcess11"/>
    <dgm:cxn modelId="{544C3B5C-C2AD-41CD-AE3C-2D9B42C90261}" type="presParOf" srcId="{208322EE-562D-4C5E-A6F4-056B8F59B678}" destId="{E61E9A7F-85CA-4A41-B024-542AF66FA423}" srcOrd="0" destOrd="0" presId="urn:microsoft.com/office/officeart/2005/8/layout/hProcess11"/>
    <dgm:cxn modelId="{21549588-BB65-44AC-ADFF-147202205D19}" type="presParOf" srcId="{E61E9A7F-85CA-4A41-B024-542AF66FA423}" destId="{50363588-EB25-4F53-AA5B-E7B14F38C39E}" srcOrd="0" destOrd="0" presId="urn:microsoft.com/office/officeart/2005/8/layout/hProcess11"/>
    <dgm:cxn modelId="{3A89405B-6883-4E4E-8B06-EF0F25BBD6F7}" type="presParOf" srcId="{E61E9A7F-85CA-4A41-B024-542AF66FA423}" destId="{98EB41BA-7071-43F5-8B95-72F551CCB498}" srcOrd="1" destOrd="0" presId="urn:microsoft.com/office/officeart/2005/8/layout/hProcess11"/>
    <dgm:cxn modelId="{B95BDAE7-5970-49AE-AC3D-1464582C5427}" type="presParOf" srcId="{E61E9A7F-85CA-4A41-B024-542AF66FA423}" destId="{2890FC1A-3905-4E59-B73A-CF5D6FB26272}" srcOrd="2" destOrd="0" presId="urn:microsoft.com/office/officeart/2005/8/layout/hProcess11"/>
    <dgm:cxn modelId="{6381DA74-B6CF-4948-9CFD-C0083152DBD2}" type="presParOf" srcId="{208322EE-562D-4C5E-A6F4-056B8F59B678}" destId="{C276051C-C108-4535-8A4F-697516D45A98}" srcOrd="1" destOrd="0" presId="urn:microsoft.com/office/officeart/2005/8/layout/hProcess11"/>
    <dgm:cxn modelId="{70A807AB-CFD2-437F-8C5A-C2421596DD29}" type="presParOf" srcId="{208322EE-562D-4C5E-A6F4-056B8F59B678}" destId="{A0E0E63B-426C-450A-B009-755D0341E703}" srcOrd="2" destOrd="0" presId="urn:microsoft.com/office/officeart/2005/8/layout/hProcess11"/>
    <dgm:cxn modelId="{EF4AD883-6488-402E-BC1C-B2EC06EA6930}" type="presParOf" srcId="{A0E0E63B-426C-450A-B009-755D0341E703}" destId="{D8D0E8B1-547A-4AA2-B7DF-D1D6EB4E7962}" srcOrd="0" destOrd="0" presId="urn:microsoft.com/office/officeart/2005/8/layout/hProcess11"/>
    <dgm:cxn modelId="{374EBD4E-ED51-4098-8C0D-03B51C5D28BE}" type="presParOf" srcId="{A0E0E63B-426C-450A-B009-755D0341E703}" destId="{117EDF8B-536F-4FDA-8108-18A3B51813B2}" srcOrd="1" destOrd="0" presId="urn:microsoft.com/office/officeart/2005/8/layout/hProcess11"/>
    <dgm:cxn modelId="{4073DFC7-AA97-46F0-801A-943D98493851}" type="presParOf" srcId="{A0E0E63B-426C-450A-B009-755D0341E703}" destId="{516AE620-27FF-442D-9AFC-521262130622}" srcOrd="2" destOrd="0" presId="urn:microsoft.com/office/officeart/2005/8/layout/hProcess11"/>
    <dgm:cxn modelId="{3F5EBE41-BD9F-4F94-A771-B559812D6885}" type="presParOf" srcId="{208322EE-562D-4C5E-A6F4-056B8F59B678}" destId="{ED3635F5-F45B-4161-B61F-59B3270FC6A5}" srcOrd="3" destOrd="0" presId="urn:microsoft.com/office/officeart/2005/8/layout/hProcess11"/>
    <dgm:cxn modelId="{76E90869-BE7C-45DE-BBC7-ED47779DFB53}" type="presParOf" srcId="{208322EE-562D-4C5E-A6F4-056B8F59B678}" destId="{E4B7DB99-63C2-4D51-BFA1-7E22DC714B31}" srcOrd="4" destOrd="0" presId="urn:microsoft.com/office/officeart/2005/8/layout/hProcess11"/>
    <dgm:cxn modelId="{7BD56FA7-CC6E-478E-A0E4-9AE3EE9ECE4C}" type="presParOf" srcId="{E4B7DB99-63C2-4D51-BFA1-7E22DC714B31}" destId="{334A0467-3053-40AC-9076-3A6B51C01BBC}" srcOrd="0" destOrd="0" presId="urn:microsoft.com/office/officeart/2005/8/layout/hProcess11"/>
    <dgm:cxn modelId="{270F43DE-648C-4D08-9A57-5A9F55ACA3B7}" type="presParOf" srcId="{E4B7DB99-63C2-4D51-BFA1-7E22DC714B31}" destId="{683DD2C5-3244-44CB-AB1F-F808A805A8B4}" srcOrd="1" destOrd="0" presId="urn:microsoft.com/office/officeart/2005/8/layout/hProcess11"/>
    <dgm:cxn modelId="{5904A4EC-4C42-4D8D-9C63-BDDD3D88927A}" type="presParOf" srcId="{E4B7DB99-63C2-4D51-BFA1-7E22DC714B31}" destId="{16E078CF-7512-4B7E-B9C8-3BF58DA8B7E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E1617E-F91F-45B8-8CB3-61BC15317C97}" type="doc">
      <dgm:prSet loTypeId="urn:microsoft.com/office/officeart/2005/8/layout/process1" loCatId="process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fr-FR"/>
        </a:p>
      </dgm:t>
    </dgm:pt>
    <dgm:pt modelId="{7C4F0787-8D2D-4FFC-8DDE-7F702133AAEF}">
      <dgm:prSet custT="1"/>
      <dgm:spPr/>
      <dgm:t>
        <a:bodyPr/>
        <a:lstStyle/>
        <a:p>
          <a:r>
            <a:rPr lang="en-US" sz="2400"/>
            <a:t>Employment instability</a:t>
          </a:r>
          <a:endParaRPr lang="fr-FR" sz="2400"/>
        </a:p>
      </dgm:t>
    </dgm:pt>
    <dgm:pt modelId="{AD60222A-E995-411D-8CA3-A4BC59F85F2E}" type="parTrans" cxnId="{DA1B30CA-B413-4E62-B937-78334A8E6EF8}">
      <dgm:prSet/>
      <dgm:spPr/>
      <dgm:t>
        <a:bodyPr/>
        <a:lstStyle/>
        <a:p>
          <a:endParaRPr lang="fr-FR" sz="1400"/>
        </a:p>
      </dgm:t>
    </dgm:pt>
    <dgm:pt modelId="{97AE6DBD-1A0D-47A2-A6AA-A0882299B616}" type="sibTrans" cxnId="{DA1B30CA-B413-4E62-B937-78334A8E6EF8}">
      <dgm:prSet custT="1"/>
      <dgm:spPr/>
      <dgm:t>
        <a:bodyPr/>
        <a:lstStyle/>
        <a:p>
          <a:endParaRPr lang="fr-FR" sz="1800"/>
        </a:p>
      </dgm:t>
    </dgm:pt>
    <dgm:pt modelId="{B64147F8-B5AF-47ED-971A-6A46952A4964}">
      <dgm:prSet custT="1"/>
      <dgm:spPr/>
      <dgm:t>
        <a:bodyPr/>
        <a:lstStyle/>
        <a:p>
          <a:r>
            <a:rPr lang="en-US" sz="2400"/>
            <a:t>Income at age 35</a:t>
          </a:r>
          <a:endParaRPr lang="fr-FR" sz="2400"/>
        </a:p>
      </dgm:t>
    </dgm:pt>
    <dgm:pt modelId="{C267C34E-42F7-41D4-A4B4-892DD3CD780D}" type="parTrans" cxnId="{3A38A9A4-2956-47DB-839F-ABEA52943B75}">
      <dgm:prSet/>
      <dgm:spPr/>
      <dgm:t>
        <a:bodyPr/>
        <a:lstStyle/>
        <a:p>
          <a:endParaRPr lang="fr-FR" sz="1400"/>
        </a:p>
      </dgm:t>
    </dgm:pt>
    <dgm:pt modelId="{6E63619D-DEB0-4CF7-8936-5B14F1EDD8E5}" type="sibTrans" cxnId="{3A38A9A4-2956-47DB-839F-ABEA52943B75}">
      <dgm:prSet custT="1"/>
      <dgm:spPr/>
      <dgm:t>
        <a:bodyPr/>
        <a:lstStyle/>
        <a:p>
          <a:endParaRPr lang="fr-FR" sz="1800"/>
        </a:p>
      </dgm:t>
    </dgm:pt>
    <dgm:pt modelId="{EEC02995-9541-4D1E-AFC8-06C5D7988A3E}">
      <dgm:prSet custT="1"/>
      <dgm:spPr/>
      <dgm:t>
        <a:bodyPr/>
        <a:lstStyle/>
        <a:p>
          <a:r>
            <a:rPr lang="en-US" sz="2400"/>
            <a:t>Health at age 40</a:t>
          </a:r>
          <a:endParaRPr lang="fr-FR" sz="2400"/>
        </a:p>
      </dgm:t>
    </dgm:pt>
    <dgm:pt modelId="{3461E895-ACA7-44D5-AF6C-A26C641CF9F4}" type="parTrans" cxnId="{6E87A269-F814-4620-AD3F-F17F13608CE6}">
      <dgm:prSet/>
      <dgm:spPr/>
      <dgm:t>
        <a:bodyPr/>
        <a:lstStyle/>
        <a:p>
          <a:endParaRPr lang="fr-FR" sz="1400"/>
        </a:p>
      </dgm:t>
    </dgm:pt>
    <dgm:pt modelId="{F9490525-345A-4819-BB5C-3858990886F2}" type="sibTrans" cxnId="{6E87A269-F814-4620-AD3F-F17F13608CE6}">
      <dgm:prSet/>
      <dgm:spPr/>
      <dgm:t>
        <a:bodyPr/>
        <a:lstStyle/>
        <a:p>
          <a:endParaRPr lang="fr-FR" sz="1400"/>
        </a:p>
      </dgm:t>
    </dgm:pt>
    <dgm:pt modelId="{86CCE2A4-DB84-494D-9DDC-B80BDC52AA10}" type="pres">
      <dgm:prSet presAssocID="{F9E1617E-F91F-45B8-8CB3-61BC15317C97}" presName="Name0" presStyleCnt="0">
        <dgm:presLayoutVars>
          <dgm:dir/>
          <dgm:resizeHandles val="exact"/>
        </dgm:presLayoutVars>
      </dgm:prSet>
      <dgm:spPr/>
    </dgm:pt>
    <dgm:pt modelId="{34514ACB-8C9B-4B67-A03D-67667D723366}" type="pres">
      <dgm:prSet presAssocID="{7C4F0787-8D2D-4FFC-8DDE-7F702133AAEF}" presName="node" presStyleLbl="node1" presStyleIdx="0" presStyleCnt="3">
        <dgm:presLayoutVars>
          <dgm:bulletEnabled val="1"/>
        </dgm:presLayoutVars>
      </dgm:prSet>
      <dgm:spPr/>
    </dgm:pt>
    <dgm:pt modelId="{1E51B19F-044C-4815-812E-48B257958F1B}" type="pres">
      <dgm:prSet presAssocID="{97AE6DBD-1A0D-47A2-A6AA-A0882299B616}" presName="sibTrans" presStyleLbl="sibTrans2D1" presStyleIdx="0" presStyleCnt="2"/>
      <dgm:spPr/>
    </dgm:pt>
    <dgm:pt modelId="{3549D86E-B3F7-44ED-952D-76FCD1D153CA}" type="pres">
      <dgm:prSet presAssocID="{97AE6DBD-1A0D-47A2-A6AA-A0882299B616}" presName="connectorText" presStyleLbl="sibTrans2D1" presStyleIdx="0" presStyleCnt="2"/>
      <dgm:spPr/>
    </dgm:pt>
    <dgm:pt modelId="{2C56EB93-782E-48DB-9169-53B7755DB999}" type="pres">
      <dgm:prSet presAssocID="{B64147F8-B5AF-47ED-971A-6A46952A4964}" presName="node" presStyleLbl="node1" presStyleIdx="1" presStyleCnt="3">
        <dgm:presLayoutVars>
          <dgm:bulletEnabled val="1"/>
        </dgm:presLayoutVars>
      </dgm:prSet>
      <dgm:spPr/>
    </dgm:pt>
    <dgm:pt modelId="{6AFE3D1C-CBFD-4480-AC0B-FA55B24B4728}" type="pres">
      <dgm:prSet presAssocID="{6E63619D-DEB0-4CF7-8936-5B14F1EDD8E5}" presName="sibTrans" presStyleLbl="sibTrans2D1" presStyleIdx="1" presStyleCnt="2"/>
      <dgm:spPr/>
    </dgm:pt>
    <dgm:pt modelId="{4A32AD49-6246-4AA0-A6AF-C6B54D0262A5}" type="pres">
      <dgm:prSet presAssocID="{6E63619D-DEB0-4CF7-8936-5B14F1EDD8E5}" presName="connectorText" presStyleLbl="sibTrans2D1" presStyleIdx="1" presStyleCnt="2"/>
      <dgm:spPr/>
    </dgm:pt>
    <dgm:pt modelId="{2B6824A7-6B4F-48FC-897E-159E8A1B969F}" type="pres">
      <dgm:prSet presAssocID="{EEC02995-9541-4D1E-AFC8-06C5D7988A3E}" presName="node" presStyleLbl="node1" presStyleIdx="2" presStyleCnt="3">
        <dgm:presLayoutVars>
          <dgm:bulletEnabled val="1"/>
        </dgm:presLayoutVars>
      </dgm:prSet>
      <dgm:spPr/>
    </dgm:pt>
  </dgm:ptLst>
  <dgm:cxnLst>
    <dgm:cxn modelId="{7A52E80B-5003-4EBD-9B26-F20D506B93BB}" type="presOf" srcId="{6E63619D-DEB0-4CF7-8936-5B14F1EDD8E5}" destId="{4A32AD49-6246-4AA0-A6AF-C6B54D0262A5}" srcOrd="1" destOrd="0" presId="urn:microsoft.com/office/officeart/2005/8/layout/process1"/>
    <dgm:cxn modelId="{A1AE9D1B-CF6C-4B41-8A8F-E91C2C319009}" type="presOf" srcId="{6E63619D-DEB0-4CF7-8936-5B14F1EDD8E5}" destId="{6AFE3D1C-CBFD-4480-AC0B-FA55B24B4728}" srcOrd="0" destOrd="0" presId="urn:microsoft.com/office/officeart/2005/8/layout/process1"/>
    <dgm:cxn modelId="{6E87A269-F814-4620-AD3F-F17F13608CE6}" srcId="{F9E1617E-F91F-45B8-8CB3-61BC15317C97}" destId="{EEC02995-9541-4D1E-AFC8-06C5D7988A3E}" srcOrd="2" destOrd="0" parTransId="{3461E895-ACA7-44D5-AF6C-A26C641CF9F4}" sibTransId="{F9490525-345A-4819-BB5C-3858990886F2}"/>
    <dgm:cxn modelId="{856A5B4D-27F3-4E70-86F9-86014F1D48FA}" type="presOf" srcId="{97AE6DBD-1A0D-47A2-A6AA-A0882299B616}" destId="{1E51B19F-044C-4815-812E-48B257958F1B}" srcOrd="0" destOrd="0" presId="urn:microsoft.com/office/officeart/2005/8/layout/process1"/>
    <dgm:cxn modelId="{8511014E-EEB0-4CFC-8364-9F04B3F76D2F}" type="presOf" srcId="{97AE6DBD-1A0D-47A2-A6AA-A0882299B616}" destId="{3549D86E-B3F7-44ED-952D-76FCD1D153CA}" srcOrd="1" destOrd="0" presId="urn:microsoft.com/office/officeart/2005/8/layout/process1"/>
    <dgm:cxn modelId="{8148444F-94A9-4D2A-BD21-C9D8205BB6A2}" type="presOf" srcId="{EEC02995-9541-4D1E-AFC8-06C5D7988A3E}" destId="{2B6824A7-6B4F-48FC-897E-159E8A1B969F}" srcOrd="0" destOrd="0" presId="urn:microsoft.com/office/officeart/2005/8/layout/process1"/>
    <dgm:cxn modelId="{8D295B59-44A6-409E-9E52-74834C107CB8}" type="presOf" srcId="{B64147F8-B5AF-47ED-971A-6A46952A4964}" destId="{2C56EB93-782E-48DB-9169-53B7755DB999}" srcOrd="0" destOrd="0" presId="urn:microsoft.com/office/officeart/2005/8/layout/process1"/>
    <dgm:cxn modelId="{27CA9489-4C1A-42F0-B421-5B48C3341635}" type="presOf" srcId="{7C4F0787-8D2D-4FFC-8DDE-7F702133AAEF}" destId="{34514ACB-8C9B-4B67-A03D-67667D723366}" srcOrd="0" destOrd="0" presId="urn:microsoft.com/office/officeart/2005/8/layout/process1"/>
    <dgm:cxn modelId="{3A38A9A4-2956-47DB-839F-ABEA52943B75}" srcId="{F9E1617E-F91F-45B8-8CB3-61BC15317C97}" destId="{B64147F8-B5AF-47ED-971A-6A46952A4964}" srcOrd="1" destOrd="0" parTransId="{C267C34E-42F7-41D4-A4B4-892DD3CD780D}" sibTransId="{6E63619D-DEB0-4CF7-8936-5B14F1EDD8E5}"/>
    <dgm:cxn modelId="{DA1B30CA-B413-4E62-B937-78334A8E6EF8}" srcId="{F9E1617E-F91F-45B8-8CB3-61BC15317C97}" destId="{7C4F0787-8D2D-4FFC-8DDE-7F702133AAEF}" srcOrd="0" destOrd="0" parTransId="{AD60222A-E995-411D-8CA3-A4BC59F85F2E}" sibTransId="{97AE6DBD-1A0D-47A2-A6AA-A0882299B616}"/>
    <dgm:cxn modelId="{5AED14CF-295B-441B-9017-6088CAD3F85D}" type="presOf" srcId="{F9E1617E-F91F-45B8-8CB3-61BC15317C97}" destId="{86CCE2A4-DB84-494D-9DDC-B80BDC52AA10}" srcOrd="0" destOrd="0" presId="urn:microsoft.com/office/officeart/2005/8/layout/process1"/>
    <dgm:cxn modelId="{E7DBF2C7-D2FA-4341-A23A-A59FDB04386C}" type="presParOf" srcId="{86CCE2A4-DB84-494D-9DDC-B80BDC52AA10}" destId="{34514ACB-8C9B-4B67-A03D-67667D723366}" srcOrd="0" destOrd="0" presId="urn:microsoft.com/office/officeart/2005/8/layout/process1"/>
    <dgm:cxn modelId="{9D456CC3-CE25-43C8-A49E-407047B0DBF5}" type="presParOf" srcId="{86CCE2A4-DB84-494D-9DDC-B80BDC52AA10}" destId="{1E51B19F-044C-4815-812E-48B257958F1B}" srcOrd="1" destOrd="0" presId="urn:microsoft.com/office/officeart/2005/8/layout/process1"/>
    <dgm:cxn modelId="{10D59344-D103-47CD-BF4C-0260EA21491C}" type="presParOf" srcId="{1E51B19F-044C-4815-812E-48B257958F1B}" destId="{3549D86E-B3F7-44ED-952D-76FCD1D153CA}" srcOrd="0" destOrd="0" presId="urn:microsoft.com/office/officeart/2005/8/layout/process1"/>
    <dgm:cxn modelId="{0D2F7B2A-0FB7-42F6-9B5B-6A9053669F39}" type="presParOf" srcId="{86CCE2A4-DB84-494D-9DDC-B80BDC52AA10}" destId="{2C56EB93-782E-48DB-9169-53B7755DB999}" srcOrd="2" destOrd="0" presId="urn:microsoft.com/office/officeart/2005/8/layout/process1"/>
    <dgm:cxn modelId="{0BC86360-CB61-44CD-B9C4-8C6CEC3BE4DF}" type="presParOf" srcId="{86CCE2A4-DB84-494D-9DDC-B80BDC52AA10}" destId="{6AFE3D1C-CBFD-4480-AC0B-FA55B24B4728}" srcOrd="3" destOrd="0" presId="urn:microsoft.com/office/officeart/2005/8/layout/process1"/>
    <dgm:cxn modelId="{80DF564F-DDE5-442D-BD9E-D35FFFEFDD0E}" type="presParOf" srcId="{6AFE3D1C-CBFD-4480-AC0B-FA55B24B4728}" destId="{4A32AD49-6246-4AA0-A6AF-C6B54D0262A5}" srcOrd="0" destOrd="0" presId="urn:microsoft.com/office/officeart/2005/8/layout/process1"/>
    <dgm:cxn modelId="{421B6FFB-4D7E-4432-A931-7E3704BE568F}" type="presParOf" srcId="{86CCE2A4-DB84-494D-9DDC-B80BDC52AA10}" destId="{2B6824A7-6B4F-48FC-897E-159E8A1B969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51FCA76-8AA1-4122-BE02-E5DB3D670776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CAB8CF9-222B-4AE3-B46D-F92AB16F01EA}">
      <dgm:prSet/>
      <dgm:spPr/>
      <dgm:t>
        <a:bodyPr/>
        <a:lstStyle/>
        <a:p>
          <a:r>
            <a:rPr lang="fi-FI"/>
            <a:t>20</a:t>
          </a:r>
          <a:endParaRPr lang="fr-FR"/>
        </a:p>
      </dgm:t>
    </dgm:pt>
    <dgm:pt modelId="{FB0E1DA7-7486-49D5-BDDC-9A2196747952}" type="parTrans" cxnId="{28FDA4F6-8C28-4E54-AAB7-4215ADFF4FEF}">
      <dgm:prSet/>
      <dgm:spPr/>
      <dgm:t>
        <a:bodyPr/>
        <a:lstStyle/>
        <a:p>
          <a:endParaRPr lang="fr-FR"/>
        </a:p>
      </dgm:t>
    </dgm:pt>
    <dgm:pt modelId="{B9DF5176-EC3F-4492-8BBD-4A17F5E621C1}" type="sibTrans" cxnId="{28FDA4F6-8C28-4E54-AAB7-4215ADFF4FEF}">
      <dgm:prSet/>
      <dgm:spPr/>
      <dgm:t>
        <a:bodyPr/>
        <a:lstStyle/>
        <a:p>
          <a:endParaRPr lang="fr-FR"/>
        </a:p>
      </dgm:t>
    </dgm:pt>
    <dgm:pt modelId="{A9762EA4-E90D-44C4-890F-4BA658F059B3}">
      <dgm:prSet/>
      <dgm:spPr/>
      <dgm:t>
        <a:bodyPr/>
        <a:lstStyle/>
        <a:p>
          <a:r>
            <a:rPr lang="fi-FI" dirty="0"/>
            <a:t>35</a:t>
          </a:r>
          <a:endParaRPr lang="fr-FR" dirty="0"/>
        </a:p>
      </dgm:t>
    </dgm:pt>
    <dgm:pt modelId="{F1676731-1357-4894-8831-B03091941961}" type="parTrans" cxnId="{52BCA942-EF4F-48A8-B142-3D866DC22861}">
      <dgm:prSet/>
      <dgm:spPr/>
      <dgm:t>
        <a:bodyPr/>
        <a:lstStyle/>
        <a:p>
          <a:endParaRPr lang="fr-FR"/>
        </a:p>
      </dgm:t>
    </dgm:pt>
    <dgm:pt modelId="{E11D90CC-F0F3-43E7-8897-56E160D454D1}" type="sibTrans" cxnId="{52BCA942-EF4F-48A8-B142-3D866DC22861}">
      <dgm:prSet/>
      <dgm:spPr/>
      <dgm:t>
        <a:bodyPr/>
        <a:lstStyle/>
        <a:p>
          <a:endParaRPr lang="fr-FR"/>
        </a:p>
      </dgm:t>
    </dgm:pt>
    <dgm:pt modelId="{25AC1C2C-17AD-4839-8333-02602005BBA1}" type="pres">
      <dgm:prSet presAssocID="{151FCA76-8AA1-4122-BE02-E5DB3D670776}" presName="Name0" presStyleCnt="0">
        <dgm:presLayoutVars>
          <dgm:dir/>
          <dgm:resizeHandles val="exact"/>
        </dgm:presLayoutVars>
      </dgm:prSet>
      <dgm:spPr/>
    </dgm:pt>
    <dgm:pt modelId="{A4CC33C3-D12D-405A-9931-8EC93DD4A4F6}" type="pres">
      <dgm:prSet presAssocID="{151FCA76-8AA1-4122-BE02-E5DB3D670776}" presName="arrow" presStyleLbl="bgShp" presStyleIdx="0" presStyleCnt="1"/>
      <dgm:spPr/>
    </dgm:pt>
    <dgm:pt modelId="{E0978479-A486-4A4C-88C3-7E02B19E2399}" type="pres">
      <dgm:prSet presAssocID="{151FCA76-8AA1-4122-BE02-E5DB3D670776}" presName="points" presStyleCnt="0"/>
      <dgm:spPr/>
    </dgm:pt>
    <dgm:pt modelId="{8A3492DF-27EB-4A31-A3D2-058ADB3FC68A}" type="pres">
      <dgm:prSet presAssocID="{8CAB8CF9-222B-4AE3-B46D-F92AB16F01EA}" presName="compositeA" presStyleCnt="0"/>
      <dgm:spPr/>
    </dgm:pt>
    <dgm:pt modelId="{CEA1FD47-3210-437C-8C96-68F54CACEF3A}" type="pres">
      <dgm:prSet presAssocID="{8CAB8CF9-222B-4AE3-B46D-F92AB16F01EA}" presName="textA" presStyleLbl="revTx" presStyleIdx="0" presStyleCnt="2">
        <dgm:presLayoutVars>
          <dgm:bulletEnabled val="1"/>
        </dgm:presLayoutVars>
      </dgm:prSet>
      <dgm:spPr/>
    </dgm:pt>
    <dgm:pt modelId="{C37419D9-7017-4D9C-928E-85EB0AC17F7B}" type="pres">
      <dgm:prSet presAssocID="{8CAB8CF9-222B-4AE3-B46D-F92AB16F01EA}" presName="circleA" presStyleLbl="node1" presStyleIdx="0" presStyleCnt="2"/>
      <dgm:spPr/>
    </dgm:pt>
    <dgm:pt modelId="{2583E968-DEB1-496A-BF69-BCD4AF09564E}" type="pres">
      <dgm:prSet presAssocID="{8CAB8CF9-222B-4AE3-B46D-F92AB16F01EA}" presName="spaceA" presStyleCnt="0"/>
      <dgm:spPr/>
    </dgm:pt>
    <dgm:pt modelId="{8E2C4DFA-7A96-4050-A7C1-A41C59B870E9}" type="pres">
      <dgm:prSet presAssocID="{B9DF5176-EC3F-4492-8BBD-4A17F5E621C1}" presName="space" presStyleCnt="0"/>
      <dgm:spPr/>
    </dgm:pt>
    <dgm:pt modelId="{07BDA1B5-7BB6-46A1-8428-4372AB741695}" type="pres">
      <dgm:prSet presAssocID="{A9762EA4-E90D-44C4-890F-4BA658F059B3}" presName="compositeB" presStyleCnt="0"/>
      <dgm:spPr/>
    </dgm:pt>
    <dgm:pt modelId="{C6E8BA8D-6E85-43C3-8A69-A575CE8DB5AD}" type="pres">
      <dgm:prSet presAssocID="{A9762EA4-E90D-44C4-890F-4BA658F059B3}" presName="textB" presStyleLbl="revTx" presStyleIdx="1" presStyleCnt="2" custLinFactY="-52743" custLinFactNeighborY="-100000">
        <dgm:presLayoutVars>
          <dgm:bulletEnabled val="1"/>
        </dgm:presLayoutVars>
      </dgm:prSet>
      <dgm:spPr/>
    </dgm:pt>
    <dgm:pt modelId="{7C63B658-6C8C-4043-BF5E-72F0741FCB78}" type="pres">
      <dgm:prSet presAssocID="{A9762EA4-E90D-44C4-890F-4BA658F059B3}" presName="circleB" presStyleLbl="node1" presStyleIdx="1" presStyleCnt="2"/>
      <dgm:spPr/>
    </dgm:pt>
    <dgm:pt modelId="{328DA037-BED1-47B2-9E87-2A9E43EAF7D6}" type="pres">
      <dgm:prSet presAssocID="{A9762EA4-E90D-44C4-890F-4BA658F059B3}" presName="spaceB" presStyleCnt="0"/>
      <dgm:spPr/>
    </dgm:pt>
  </dgm:ptLst>
  <dgm:cxnLst>
    <dgm:cxn modelId="{52BCA942-EF4F-48A8-B142-3D866DC22861}" srcId="{151FCA76-8AA1-4122-BE02-E5DB3D670776}" destId="{A9762EA4-E90D-44C4-890F-4BA658F059B3}" srcOrd="1" destOrd="0" parTransId="{F1676731-1357-4894-8831-B03091941961}" sibTransId="{E11D90CC-F0F3-43E7-8897-56E160D454D1}"/>
    <dgm:cxn modelId="{7B8FCD47-5192-4936-8BA6-3DE846CEA749}" type="presOf" srcId="{151FCA76-8AA1-4122-BE02-E5DB3D670776}" destId="{25AC1C2C-17AD-4839-8333-02602005BBA1}" srcOrd="0" destOrd="0" presId="urn:microsoft.com/office/officeart/2005/8/layout/hProcess11"/>
    <dgm:cxn modelId="{740F7F84-C591-4395-BBC0-AE452AE4AC2B}" type="presOf" srcId="{A9762EA4-E90D-44C4-890F-4BA658F059B3}" destId="{C6E8BA8D-6E85-43C3-8A69-A575CE8DB5AD}" srcOrd="0" destOrd="0" presId="urn:microsoft.com/office/officeart/2005/8/layout/hProcess11"/>
    <dgm:cxn modelId="{939C19C7-452D-493E-9F34-CE06F6CF0BB4}" type="presOf" srcId="{8CAB8CF9-222B-4AE3-B46D-F92AB16F01EA}" destId="{CEA1FD47-3210-437C-8C96-68F54CACEF3A}" srcOrd="0" destOrd="0" presId="urn:microsoft.com/office/officeart/2005/8/layout/hProcess11"/>
    <dgm:cxn modelId="{28FDA4F6-8C28-4E54-AAB7-4215ADFF4FEF}" srcId="{151FCA76-8AA1-4122-BE02-E5DB3D670776}" destId="{8CAB8CF9-222B-4AE3-B46D-F92AB16F01EA}" srcOrd="0" destOrd="0" parTransId="{FB0E1DA7-7486-49D5-BDDC-9A2196747952}" sibTransId="{B9DF5176-EC3F-4492-8BBD-4A17F5E621C1}"/>
    <dgm:cxn modelId="{1D7DB59A-8B2A-4C37-B8DB-069F6508910F}" type="presParOf" srcId="{25AC1C2C-17AD-4839-8333-02602005BBA1}" destId="{A4CC33C3-D12D-405A-9931-8EC93DD4A4F6}" srcOrd="0" destOrd="0" presId="urn:microsoft.com/office/officeart/2005/8/layout/hProcess11"/>
    <dgm:cxn modelId="{7AD72239-73E3-468A-BC9F-883BECAF2AE1}" type="presParOf" srcId="{25AC1C2C-17AD-4839-8333-02602005BBA1}" destId="{E0978479-A486-4A4C-88C3-7E02B19E2399}" srcOrd="1" destOrd="0" presId="urn:microsoft.com/office/officeart/2005/8/layout/hProcess11"/>
    <dgm:cxn modelId="{7145320E-EBAC-4C20-9E79-BDBDBB55A5C7}" type="presParOf" srcId="{E0978479-A486-4A4C-88C3-7E02B19E2399}" destId="{8A3492DF-27EB-4A31-A3D2-058ADB3FC68A}" srcOrd="0" destOrd="0" presId="urn:microsoft.com/office/officeart/2005/8/layout/hProcess11"/>
    <dgm:cxn modelId="{7EFA01BF-C72E-4B6A-B09A-FA3530C368DC}" type="presParOf" srcId="{8A3492DF-27EB-4A31-A3D2-058ADB3FC68A}" destId="{CEA1FD47-3210-437C-8C96-68F54CACEF3A}" srcOrd="0" destOrd="0" presId="urn:microsoft.com/office/officeart/2005/8/layout/hProcess11"/>
    <dgm:cxn modelId="{36C8A259-0BFC-49C8-8E64-FDF28572EB0F}" type="presParOf" srcId="{8A3492DF-27EB-4A31-A3D2-058ADB3FC68A}" destId="{C37419D9-7017-4D9C-928E-85EB0AC17F7B}" srcOrd="1" destOrd="0" presId="urn:microsoft.com/office/officeart/2005/8/layout/hProcess11"/>
    <dgm:cxn modelId="{300ADF73-CEAB-4FD4-BAEA-8D6CAF3E7D39}" type="presParOf" srcId="{8A3492DF-27EB-4A31-A3D2-058ADB3FC68A}" destId="{2583E968-DEB1-496A-BF69-BCD4AF09564E}" srcOrd="2" destOrd="0" presId="urn:microsoft.com/office/officeart/2005/8/layout/hProcess11"/>
    <dgm:cxn modelId="{48ADDBCD-8F6E-474C-9FBF-77BC5D6DD1BE}" type="presParOf" srcId="{E0978479-A486-4A4C-88C3-7E02B19E2399}" destId="{8E2C4DFA-7A96-4050-A7C1-A41C59B870E9}" srcOrd="1" destOrd="0" presId="urn:microsoft.com/office/officeart/2005/8/layout/hProcess11"/>
    <dgm:cxn modelId="{138D4F86-AFC0-4745-940C-36D50A0FA1B2}" type="presParOf" srcId="{E0978479-A486-4A4C-88C3-7E02B19E2399}" destId="{07BDA1B5-7BB6-46A1-8428-4372AB741695}" srcOrd="2" destOrd="0" presId="urn:microsoft.com/office/officeart/2005/8/layout/hProcess11"/>
    <dgm:cxn modelId="{40FDB15F-9790-4E67-BD6F-B6BA70867FD3}" type="presParOf" srcId="{07BDA1B5-7BB6-46A1-8428-4372AB741695}" destId="{C6E8BA8D-6E85-43C3-8A69-A575CE8DB5AD}" srcOrd="0" destOrd="0" presId="urn:microsoft.com/office/officeart/2005/8/layout/hProcess11"/>
    <dgm:cxn modelId="{1476B761-29B7-4940-A68E-A902FA2037BF}" type="presParOf" srcId="{07BDA1B5-7BB6-46A1-8428-4372AB741695}" destId="{7C63B658-6C8C-4043-BF5E-72F0741FCB78}" srcOrd="1" destOrd="0" presId="urn:microsoft.com/office/officeart/2005/8/layout/hProcess11"/>
    <dgm:cxn modelId="{92EB70FC-9490-4992-9937-D03A3FC8CEAC}" type="presParOf" srcId="{07BDA1B5-7BB6-46A1-8428-4372AB741695}" destId="{328DA037-BED1-47B2-9E87-2A9E43EAF7D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6411168-BFFA-4D18-9F72-77D702922468}" type="doc">
      <dgm:prSet loTypeId="urn:microsoft.com/office/officeart/2005/8/layout/process1" loCatId="process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fr-FR"/>
        </a:p>
      </dgm:t>
    </dgm:pt>
    <dgm:pt modelId="{F8EB01C1-3FD1-4CEB-BC5C-CDF812E714D5}">
      <dgm:prSet custT="1"/>
      <dgm:spPr/>
      <dgm:t>
        <a:bodyPr/>
        <a:lstStyle/>
        <a:p>
          <a:r>
            <a:rPr lang="en-US" sz="2000"/>
            <a:t>States</a:t>
          </a:r>
          <a:endParaRPr lang="fr-FR" sz="2000"/>
        </a:p>
      </dgm:t>
    </dgm:pt>
    <dgm:pt modelId="{65939831-2B52-4197-848A-8F6F67C195A2}" type="parTrans" cxnId="{E926DBB0-6536-455A-96EF-1932B3418125}">
      <dgm:prSet/>
      <dgm:spPr/>
      <dgm:t>
        <a:bodyPr/>
        <a:lstStyle/>
        <a:p>
          <a:endParaRPr lang="fr-FR" sz="2400"/>
        </a:p>
      </dgm:t>
    </dgm:pt>
    <dgm:pt modelId="{2E96DAA5-3C01-45FA-BC56-AEAF52EF61A3}" type="sibTrans" cxnId="{E926DBB0-6536-455A-96EF-1932B3418125}">
      <dgm:prSet custT="1"/>
      <dgm:spPr/>
      <dgm:t>
        <a:bodyPr/>
        <a:lstStyle/>
        <a:p>
          <a:endParaRPr lang="fr-FR" sz="1400"/>
        </a:p>
      </dgm:t>
    </dgm:pt>
    <dgm:pt modelId="{046E410E-FF4A-480C-952D-07FCC4867153}">
      <dgm:prSet custT="1"/>
      <dgm:spPr/>
      <dgm:t>
        <a:bodyPr/>
        <a:lstStyle/>
        <a:p>
          <a:r>
            <a:rPr lang="en-US" sz="2000"/>
            <a:t>Time unit</a:t>
          </a:r>
          <a:endParaRPr lang="fr-FR" sz="2000"/>
        </a:p>
      </dgm:t>
    </dgm:pt>
    <dgm:pt modelId="{E6196506-D6B3-4D4E-81C9-B25448440686}" type="parTrans" cxnId="{ED5FD156-A7D1-4C1D-B027-0FDE1D396C9F}">
      <dgm:prSet/>
      <dgm:spPr/>
      <dgm:t>
        <a:bodyPr/>
        <a:lstStyle/>
        <a:p>
          <a:endParaRPr lang="fr-FR" sz="2400"/>
        </a:p>
      </dgm:t>
    </dgm:pt>
    <dgm:pt modelId="{E6B2D459-AE06-4B6C-8273-A32769F6E55B}" type="sibTrans" cxnId="{ED5FD156-A7D1-4C1D-B027-0FDE1D396C9F}">
      <dgm:prSet custT="1"/>
      <dgm:spPr/>
      <dgm:t>
        <a:bodyPr/>
        <a:lstStyle/>
        <a:p>
          <a:endParaRPr lang="fr-FR" sz="1400"/>
        </a:p>
      </dgm:t>
    </dgm:pt>
    <dgm:pt modelId="{87CBD9BC-034B-449B-AC79-32CBB7B770CF}">
      <dgm:prSet custT="1"/>
      <dgm:spPr/>
      <dgm:t>
        <a:bodyPr/>
        <a:lstStyle/>
        <a:p>
          <a:r>
            <a:rPr lang="en-US" sz="2000"/>
            <a:t>Distance measure</a:t>
          </a:r>
          <a:endParaRPr lang="fr-FR" sz="2000"/>
        </a:p>
      </dgm:t>
    </dgm:pt>
    <dgm:pt modelId="{8C16AA7E-907C-4A32-8B2A-6F215676DA4E}" type="parTrans" cxnId="{F27E686F-DCD0-469B-B3DE-DC609160867B}">
      <dgm:prSet/>
      <dgm:spPr/>
      <dgm:t>
        <a:bodyPr/>
        <a:lstStyle/>
        <a:p>
          <a:endParaRPr lang="fr-FR" sz="2400"/>
        </a:p>
      </dgm:t>
    </dgm:pt>
    <dgm:pt modelId="{7EF44BCD-6F8B-4F9A-B21A-37EC1D937976}" type="sibTrans" cxnId="{F27E686F-DCD0-469B-B3DE-DC609160867B}">
      <dgm:prSet custT="1"/>
      <dgm:spPr/>
      <dgm:t>
        <a:bodyPr/>
        <a:lstStyle/>
        <a:p>
          <a:endParaRPr lang="fr-FR" sz="1400"/>
        </a:p>
      </dgm:t>
    </dgm:pt>
    <dgm:pt modelId="{B24CC21C-4CC0-4144-8AAD-E57E7FE9A598}">
      <dgm:prSet custT="1"/>
      <dgm:spPr/>
      <dgm:t>
        <a:bodyPr/>
        <a:lstStyle/>
        <a:p>
          <a:r>
            <a:rPr lang="en-US" sz="2000"/>
            <a:t>Cost settings</a:t>
          </a:r>
          <a:endParaRPr lang="fr-FR" sz="2000"/>
        </a:p>
      </dgm:t>
    </dgm:pt>
    <dgm:pt modelId="{CA02911E-0649-4C62-B6FE-D3D0DCDE1101}" type="parTrans" cxnId="{019EEFAA-CAD5-4C79-89B3-6F86BED17B77}">
      <dgm:prSet/>
      <dgm:spPr/>
      <dgm:t>
        <a:bodyPr/>
        <a:lstStyle/>
        <a:p>
          <a:endParaRPr lang="fr-FR" sz="2400"/>
        </a:p>
      </dgm:t>
    </dgm:pt>
    <dgm:pt modelId="{9D388918-D06D-42C8-ACDF-AF7670FE1D92}" type="sibTrans" cxnId="{019EEFAA-CAD5-4C79-89B3-6F86BED17B77}">
      <dgm:prSet custT="1"/>
      <dgm:spPr/>
      <dgm:t>
        <a:bodyPr/>
        <a:lstStyle/>
        <a:p>
          <a:endParaRPr lang="fr-FR" sz="1400"/>
        </a:p>
      </dgm:t>
    </dgm:pt>
    <dgm:pt modelId="{D18F1686-FBC3-43EC-9577-F77F31A4567A}">
      <dgm:prSet custT="1"/>
      <dgm:spPr/>
      <dgm:t>
        <a:bodyPr/>
        <a:lstStyle/>
        <a:p>
          <a:r>
            <a:rPr lang="en-US" sz="1800" dirty="0"/>
            <a:t>Clustering</a:t>
          </a:r>
          <a:r>
            <a:rPr lang="en-US" sz="2000" dirty="0"/>
            <a:t> </a:t>
          </a:r>
          <a:r>
            <a:rPr lang="en-US" sz="1800" dirty="0"/>
            <a:t>method</a:t>
          </a:r>
          <a:endParaRPr lang="fr-FR" sz="2000" dirty="0"/>
        </a:p>
      </dgm:t>
    </dgm:pt>
    <dgm:pt modelId="{B619E6BD-58FB-4D06-84A4-1C816356C619}" type="parTrans" cxnId="{71BA5369-2521-4158-AC7A-A9BDF7B1AED9}">
      <dgm:prSet/>
      <dgm:spPr/>
      <dgm:t>
        <a:bodyPr/>
        <a:lstStyle/>
        <a:p>
          <a:endParaRPr lang="fr-FR" sz="2400"/>
        </a:p>
      </dgm:t>
    </dgm:pt>
    <dgm:pt modelId="{9A270B33-A004-48B6-88B5-CF2DE941022B}" type="sibTrans" cxnId="{71BA5369-2521-4158-AC7A-A9BDF7B1AED9}">
      <dgm:prSet custT="1"/>
      <dgm:spPr/>
      <dgm:t>
        <a:bodyPr/>
        <a:lstStyle/>
        <a:p>
          <a:endParaRPr lang="fr-FR" sz="1400"/>
        </a:p>
      </dgm:t>
    </dgm:pt>
    <dgm:pt modelId="{BEA9676F-C7EC-4D9A-9A1B-290DAAC78B83}">
      <dgm:prSet custT="1"/>
      <dgm:spPr/>
      <dgm:t>
        <a:bodyPr/>
        <a:lstStyle/>
        <a:p>
          <a:r>
            <a:rPr lang="en-US" sz="2000"/>
            <a:t>Number of clusters</a:t>
          </a:r>
          <a:endParaRPr lang="fr-FR" sz="2000"/>
        </a:p>
      </dgm:t>
    </dgm:pt>
    <dgm:pt modelId="{AB221EC3-2732-480C-8551-FFEEB5F7C5F6}" type="parTrans" cxnId="{C1618CB3-B539-45EB-8054-1DA0FF552ACB}">
      <dgm:prSet/>
      <dgm:spPr/>
      <dgm:t>
        <a:bodyPr/>
        <a:lstStyle/>
        <a:p>
          <a:endParaRPr lang="fr-FR" sz="2400"/>
        </a:p>
      </dgm:t>
    </dgm:pt>
    <dgm:pt modelId="{0E82BEB3-6630-4567-8D27-28D05406B2CA}" type="sibTrans" cxnId="{C1618CB3-B539-45EB-8054-1DA0FF552ACB}">
      <dgm:prSet custT="1"/>
      <dgm:spPr/>
      <dgm:t>
        <a:bodyPr/>
        <a:lstStyle/>
        <a:p>
          <a:endParaRPr lang="fr-FR" sz="1400"/>
        </a:p>
      </dgm:t>
    </dgm:pt>
    <dgm:pt modelId="{F96FBED2-2895-4226-AA24-D8FD8644B61F}">
      <dgm:prSet custT="1"/>
      <dgm:spPr/>
      <dgm:t>
        <a:bodyPr/>
        <a:lstStyle/>
        <a:p>
          <a:r>
            <a:rPr lang="en-US" sz="2000"/>
            <a:t>Cluster variable</a:t>
          </a:r>
          <a:endParaRPr lang="fr-FR" sz="2000"/>
        </a:p>
      </dgm:t>
    </dgm:pt>
    <dgm:pt modelId="{3D8E55B8-767E-4DEF-8BC9-77DB9303606E}" type="parTrans" cxnId="{CF504727-F059-4677-A11F-48E857410853}">
      <dgm:prSet/>
      <dgm:spPr/>
      <dgm:t>
        <a:bodyPr/>
        <a:lstStyle/>
        <a:p>
          <a:endParaRPr lang="fr-FR" sz="2400"/>
        </a:p>
      </dgm:t>
    </dgm:pt>
    <dgm:pt modelId="{3958CCAB-6B52-41A1-AE0F-E769EA6DFEEE}" type="sibTrans" cxnId="{CF504727-F059-4677-A11F-48E857410853}">
      <dgm:prSet/>
      <dgm:spPr/>
      <dgm:t>
        <a:bodyPr/>
        <a:lstStyle/>
        <a:p>
          <a:endParaRPr lang="fr-FR" sz="2400"/>
        </a:p>
      </dgm:t>
    </dgm:pt>
    <dgm:pt modelId="{254E866D-9C10-48D4-A55C-01801FD11804}" type="pres">
      <dgm:prSet presAssocID="{76411168-BFFA-4D18-9F72-77D702922468}" presName="Name0" presStyleCnt="0">
        <dgm:presLayoutVars>
          <dgm:dir/>
          <dgm:resizeHandles val="exact"/>
        </dgm:presLayoutVars>
      </dgm:prSet>
      <dgm:spPr/>
    </dgm:pt>
    <dgm:pt modelId="{66C3611D-CDA6-4235-95F2-D4038575E6B6}" type="pres">
      <dgm:prSet presAssocID="{F8EB01C1-3FD1-4CEB-BC5C-CDF812E714D5}" presName="node" presStyleLbl="node1" presStyleIdx="0" presStyleCnt="7">
        <dgm:presLayoutVars>
          <dgm:bulletEnabled val="1"/>
        </dgm:presLayoutVars>
      </dgm:prSet>
      <dgm:spPr/>
    </dgm:pt>
    <dgm:pt modelId="{5B6EFD03-A689-4A97-8F7E-9192AC8EDD6A}" type="pres">
      <dgm:prSet presAssocID="{2E96DAA5-3C01-45FA-BC56-AEAF52EF61A3}" presName="sibTrans" presStyleLbl="sibTrans2D1" presStyleIdx="0" presStyleCnt="6"/>
      <dgm:spPr/>
    </dgm:pt>
    <dgm:pt modelId="{29BCCC02-7946-4C73-8D45-02D70B1C4872}" type="pres">
      <dgm:prSet presAssocID="{2E96DAA5-3C01-45FA-BC56-AEAF52EF61A3}" presName="connectorText" presStyleLbl="sibTrans2D1" presStyleIdx="0" presStyleCnt="6"/>
      <dgm:spPr/>
    </dgm:pt>
    <dgm:pt modelId="{7B9925F0-888F-4C37-B6AE-0BD24C3AD941}" type="pres">
      <dgm:prSet presAssocID="{046E410E-FF4A-480C-952D-07FCC4867153}" presName="node" presStyleLbl="node1" presStyleIdx="1" presStyleCnt="7">
        <dgm:presLayoutVars>
          <dgm:bulletEnabled val="1"/>
        </dgm:presLayoutVars>
      </dgm:prSet>
      <dgm:spPr/>
    </dgm:pt>
    <dgm:pt modelId="{266840F3-246F-4A7F-AEA4-74492AE5FABD}" type="pres">
      <dgm:prSet presAssocID="{E6B2D459-AE06-4B6C-8273-A32769F6E55B}" presName="sibTrans" presStyleLbl="sibTrans2D1" presStyleIdx="1" presStyleCnt="6"/>
      <dgm:spPr/>
    </dgm:pt>
    <dgm:pt modelId="{DCDC1B53-27B3-4AEC-90B1-B162705B9B41}" type="pres">
      <dgm:prSet presAssocID="{E6B2D459-AE06-4B6C-8273-A32769F6E55B}" presName="connectorText" presStyleLbl="sibTrans2D1" presStyleIdx="1" presStyleCnt="6"/>
      <dgm:spPr/>
    </dgm:pt>
    <dgm:pt modelId="{17174BD9-FD6A-4838-B6D4-94C631CDE04B}" type="pres">
      <dgm:prSet presAssocID="{87CBD9BC-034B-449B-AC79-32CBB7B770CF}" presName="node" presStyleLbl="node1" presStyleIdx="2" presStyleCnt="7">
        <dgm:presLayoutVars>
          <dgm:bulletEnabled val="1"/>
        </dgm:presLayoutVars>
      </dgm:prSet>
      <dgm:spPr/>
    </dgm:pt>
    <dgm:pt modelId="{C5C3EE76-4CBA-4B11-8B26-68D1D20AC682}" type="pres">
      <dgm:prSet presAssocID="{7EF44BCD-6F8B-4F9A-B21A-37EC1D937976}" presName="sibTrans" presStyleLbl="sibTrans2D1" presStyleIdx="2" presStyleCnt="6"/>
      <dgm:spPr/>
    </dgm:pt>
    <dgm:pt modelId="{02FA4580-D994-49FB-BD90-573ADA6CCCF7}" type="pres">
      <dgm:prSet presAssocID="{7EF44BCD-6F8B-4F9A-B21A-37EC1D937976}" presName="connectorText" presStyleLbl="sibTrans2D1" presStyleIdx="2" presStyleCnt="6"/>
      <dgm:spPr/>
    </dgm:pt>
    <dgm:pt modelId="{26046AB6-727E-459A-B3BF-9B2309A119EB}" type="pres">
      <dgm:prSet presAssocID="{B24CC21C-4CC0-4144-8AAD-E57E7FE9A598}" presName="node" presStyleLbl="node1" presStyleIdx="3" presStyleCnt="7">
        <dgm:presLayoutVars>
          <dgm:bulletEnabled val="1"/>
        </dgm:presLayoutVars>
      </dgm:prSet>
      <dgm:spPr/>
    </dgm:pt>
    <dgm:pt modelId="{E2449651-FD65-41D3-8195-CDC189832121}" type="pres">
      <dgm:prSet presAssocID="{9D388918-D06D-42C8-ACDF-AF7670FE1D92}" presName="sibTrans" presStyleLbl="sibTrans2D1" presStyleIdx="3" presStyleCnt="6"/>
      <dgm:spPr/>
    </dgm:pt>
    <dgm:pt modelId="{43D88FF0-10CD-44A3-B94F-B753DE089BCD}" type="pres">
      <dgm:prSet presAssocID="{9D388918-D06D-42C8-ACDF-AF7670FE1D92}" presName="connectorText" presStyleLbl="sibTrans2D1" presStyleIdx="3" presStyleCnt="6"/>
      <dgm:spPr/>
    </dgm:pt>
    <dgm:pt modelId="{38E89B9C-E6B6-4179-97C6-59FBE3C3C376}" type="pres">
      <dgm:prSet presAssocID="{D18F1686-FBC3-43EC-9577-F77F31A4567A}" presName="node" presStyleLbl="node1" presStyleIdx="4" presStyleCnt="7">
        <dgm:presLayoutVars>
          <dgm:bulletEnabled val="1"/>
        </dgm:presLayoutVars>
      </dgm:prSet>
      <dgm:spPr/>
    </dgm:pt>
    <dgm:pt modelId="{5C1EAE47-596D-49A4-8092-817CF2D28058}" type="pres">
      <dgm:prSet presAssocID="{9A270B33-A004-48B6-88B5-CF2DE941022B}" presName="sibTrans" presStyleLbl="sibTrans2D1" presStyleIdx="4" presStyleCnt="6"/>
      <dgm:spPr/>
    </dgm:pt>
    <dgm:pt modelId="{D7BB6FC5-DCFF-45AB-AABC-2516368A9C66}" type="pres">
      <dgm:prSet presAssocID="{9A270B33-A004-48B6-88B5-CF2DE941022B}" presName="connectorText" presStyleLbl="sibTrans2D1" presStyleIdx="4" presStyleCnt="6"/>
      <dgm:spPr/>
    </dgm:pt>
    <dgm:pt modelId="{C173EBDF-76B1-4678-AD9B-EE1708D8D50F}" type="pres">
      <dgm:prSet presAssocID="{BEA9676F-C7EC-4D9A-9A1B-290DAAC78B83}" presName="node" presStyleLbl="node1" presStyleIdx="5" presStyleCnt="7">
        <dgm:presLayoutVars>
          <dgm:bulletEnabled val="1"/>
        </dgm:presLayoutVars>
      </dgm:prSet>
      <dgm:spPr/>
    </dgm:pt>
    <dgm:pt modelId="{AD579BC0-9570-4EDD-AE94-AA1450474261}" type="pres">
      <dgm:prSet presAssocID="{0E82BEB3-6630-4567-8D27-28D05406B2CA}" presName="sibTrans" presStyleLbl="sibTrans2D1" presStyleIdx="5" presStyleCnt="6"/>
      <dgm:spPr/>
    </dgm:pt>
    <dgm:pt modelId="{7E6D8953-DA14-4D11-B202-41CC47C89D84}" type="pres">
      <dgm:prSet presAssocID="{0E82BEB3-6630-4567-8D27-28D05406B2CA}" presName="connectorText" presStyleLbl="sibTrans2D1" presStyleIdx="5" presStyleCnt="6"/>
      <dgm:spPr/>
    </dgm:pt>
    <dgm:pt modelId="{E02812DE-66E0-4D60-9CF7-FABD9BE8B58F}" type="pres">
      <dgm:prSet presAssocID="{F96FBED2-2895-4226-AA24-D8FD8644B61F}" presName="node" presStyleLbl="node1" presStyleIdx="6" presStyleCnt="7">
        <dgm:presLayoutVars>
          <dgm:bulletEnabled val="1"/>
        </dgm:presLayoutVars>
      </dgm:prSet>
      <dgm:spPr/>
    </dgm:pt>
  </dgm:ptLst>
  <dgm:cxnLst>
    <dgm:cxn modelId="{B2FA710A-B277-44FA-9D25-07D5D9888561}" type="presOf" srcId="{9D388918-D06D-42C8-ACDF-AF7670FE1D92}" destId="{43D88FF0-10CD-44A3-B94F-B753DE089BCD}" srcOrd="1" destOrd="0" presId="urn:microsoft.com/office/officeart/2005/8/layout/process1"/>
    <dgm:cxn modelId="{29F0140C-896A-4654-9014-90948DCF6F70}" type="presOf" srcId="{D18F1686-FBC3-43EC-9577-F77F31A4567A}" destId="{38E89B9C-E6B6-4179-97C6-59FBE3C3C376}" srcOrd="0" destOrd="0" presId="urn:microsoft.com/office/officeart/2005/8/layout/process1"/>
    <dgm:cxn modelId="{CF504727-F059-4677-A11F-48E857410853}" srcId="{76411168-BFFA-4D18-9F72-77D702922468}" destId="{F96FBED2-2895-4226-AA24-D8FD8644B61F}" srcOrd="6" destOrd="0" parTransId="{3D8E55B8-767E-4DEF-8BC9-77DB9303606E}" sibTransId="{3958CCAB-6B52-41A1-AE0F-E769EA6DFEEE}"/>
    <dgm:cxn modelId="{AD5C8130-A61B-4B4A-BA9D-EE875B4CBC8A}" type="presOf" srcId="{9A270B33-A004-48B6-88B5-CF2DE941022B}" destId="{5C1EAE47-596D-49A4-8092-817CF2D28058}" srcOrd="0" destOrd="0" presId="urn:microsoft.com/office/officeart/2005/8/layout/process1"/>
    <dgm:cxn modelId="{73070F5B-54DA-47FF-B909-C0E333D92779}" type="presOf" srcId="{2E96DAA5-3C01-45FA-BC56-AEAF52EF61A3}" destId="{5B6EFD03-A689-4A97-8F7E-9192AC8EDD6A}" srcOrd="0" destOrd="0" presId="urn:microsoft.com/office/officeart/2005/8/layout/process1"/>
    <dgm:cxn modelId="{B11FC344-30EA-47D7-8709-E3358D5A0820}" type="presOf" srcId="{0E82BEB3-6630-4567-8D27-28D05406B2CA}" destId="{AD579BC0-9570-4EDD-AE94-AA1450474261}" srcOrd="0" destOrd="0" presId="urn:microsoft.com/office/officeart/2005/8/layout/process1"/>
    <dgm:cxn modelId="{6FE41568-4412-4747-8122-7565AD27A696}" type="presOf" srcId="{046E410E-FF4A-480C-952D-07FCC4867153}" destId="{7B9925F0-888F-4C37-B6AE-0BD24C3AD941}" srcOrd="0" destOrd="0" presId="urn:microsoft.com/office/officeart/2005/8/layout/process1"/>
    <dgm:cxn modelId="{71BA5369-2521-4158-AC7A-A9BDF7B1AED9}" srcId="{76411168-BFFA-4D18-9F72-77D702922468}" destId="{D18F1686-FBC3-43EC-9577-F77F31A4567A}" srcOrd="4" destOrd="0" parTransId="{B619E6BD-58FB-4D06-84A4-1C816356C619}" sibTransId="{9A270B33-A004-48B6-88B5-CF2DE941022B}"/>
    <dgm:cxn modelId="{7B9AD56B-DD1D-4547-B945-6C13FEE2C280}" type="presOf" srcId="{87CBD9BC-034B-449B-AC79-32CBB7B770CF}" destId="{17174BD9-FD6A-4838-B6D4-94C631CDE04B}" srcOrd="0" destOrd="0" presId="urn:microsoft.com/office/officeart/2005/8/layout/process1"/>
    <dgm:cxn modelId="{F27E686F-DCD0-469B-B3DE-DC609160867B}" srcId="{76411168-BFFA-4D18-9F72-77D702922468}" destId="{87CBD9BC-034B-449B-AC79-32CBB7B770CF}" srcOrd="2" destOrd="0" parTransId="{8C16AA7E-907C-4A32-8B2A-6F215676DA4E}" sibTransId="{7EF44BCD-6F8B-4F9A-B21A-37EC1D937976}"/>
    <dgm:cxn modelId="{ED5FD156-A7D1-4C1D-B027-0FDE1D396C9F}" srcId="{76411168-BFFA-4D18-9F72-77D702922468}" destId="{046E410E-FF4A-480C-952D-07FCC4867153}" srcOrd="1" destOrd="0" parTransId="{E6196506-D6B3-4D4E-81C9-B25448440686}" sibTransId="{E6B2D459-AE06-4B6C-8273-A32769F6E55B}"/>
    <dgm:cxn modelId="{C278DA57-7FAE-4077-8FE3-DE9E5E830CB7}" type="presOf" srcId="{7EF44BCD-6F8B-4F9A-B21A-37EC1D937976}" destId="{02FA4580-D994-49FB-BD90-573ADA6CCCF7}" srcOrd="1" destOrd="0" presId="urn:microsoft.com/office/officeart/2005/8/layout/process1"/>
    <dgm:cxn modelId="{953BC458-6107-4B54-A02C-8B5BAAC75DE7}" type="presOf" srcId="{B24CC21C-4CC0-4144-8AAD-E57E7FE9A598}" destId="{26046AB6-727E-459A-B3BF-9B2309A119EB}" srcOrd="0" destOrd="0" presId="urn:microsoft.com/office/officeart/2005/8/layout/process1"/>
    <dgm:cxn modelId="{1D0DF386-C447-4206-A82A-A2BDC36B3A4A}" type="presOf" srcId="{0E82BEB3-6630-4567-8D27-28D05406B2CA}" destId="{7E6D8953-DA14-4D11-B202-41CC47C89D84}" srcOrd="1" destOrd="0" presId="urn:microsoft.com/office/officeart/2005/8/layout/process1"/>
    <dgm:cxn modelId="{560E3888-1966-49E3-BA93-02FD1F466683}" type="presOf" srcId="{BEA9676F-C7EC-4D9A-9A1B-290DAAC78B83}" destId="{C173EBDF-76B1-4678-AD9B-EE1708D8D50F}" srcOrd="0" destOrd="0" presId="urn:microsoft.com/office/officeart/2005/8/layout/process1"/>
    <dgm:cxn modelId="{3544B6A4-9BCE-44A4-B852-B47809A0E87F}" type="presOf" srcId="{9D388918-D06D-42C8-ACDF-AF7670FE1D92}" destId="{E2449651-FD65-41D3-8195-CDC189832121}" srcOrd="0" destOrd="0" presId="urn:microsoft.com/office/officeart/2005/8/layout/process1"/>
    <dgm:cxn modelId="{019EEFAA-CAD5-4C79-89B3-6F86BED17B77}" srcId="{76411168-BFFA-4D18-9F72-77D702922468}" destId="{B24CC21C-4CC0-4144-8AAD-E57E7FE9A598}" srcOrd="3" destOrd="0" parTransId="{CA02911E-0649-4C62-B6FE-D3D0DCDE1101}" sibTransId="{9D388918-D06D-42C8-ACDF-AF7670FE1D92}"/>
    <dgm:cxn modelId="{E926DBB0-6536-455A-96EF-1932B3418125}" srcId="{76411168-BFFA-4D18-9F72-77D702922468}" destId="{F8EB01C1-3FD1-4CEB-BC5C-CDF812E714D5}" srcOrd="0" destOrd="0" parTransId="{65939831-2B52-4197-848A-8F6F67C195A2}" sibTransId="{2E96DAA5-3C01-45FA-BC56-AEAF52EF61A3}"/>
    <dgm:cxn modelId="{C1618CB3-B539-45EB-8054-1DA0FF552ACB}" srcId="{76411168-BFFA-4D18-9F72-77D702922468}" destId="{BEA9676F-C7EC-4D9A-9A1B-290DAAC78B83}" srcOrd="5" destOrd="0" parTransId="{AB221EC3-2732-480C-8551-FFEEB5F7C5F6}" sibTransId="{0E82BEB3-6630-4567-8D27-28D05406B2CA}"/>
    <dgm:cxn modelId="{4E15A5B7-2131-4CC2-8616-0CDC9C8C367C}" type="presOf" srcId="{F96FBED2-2895-4226-AA24-D8FD8644B61F}" destId="{E02812DE-66E0-4D60-9CF7-FABD9BE8B58F}" srcOrd="0" destOrd="0" presId="urn:microsoft.com/office/officeart/2005/8/layout/process1"/>
    <dgm:cxn modelId="{73025AC6-1F5B-45B7-87D3-37D39E1F6C1C}" type="presOf" srcId="{76411168-BFFA-4D18-9F72-77D702922468}" destId="{254E866D-9C10-48D4-A55C-01801FD11804}" srcOrd="0" destOrd="0" presId="urn:microsoft.com/office/officeart/2005/8/layout/process1"/>
    <dgm:cxn modelId="{B69C8DC6-CFFD-4011-B703-280C2364157D}" type="presOf" srcId="{7EF44BCD-6F8B-4F9A-B21A-37EC1D937976}" destId="{C5C3EE76-4CBA-4B11-8B26-68D1D20AC682}" srcOrd="0" destOrd="0" presId="urn:microsoft.com/office/officeart/2005/8/layout/process1"/>
    <dgm:cxn modelId="{3471B8DF-C6B9-45BF-A7F9-0F910E9183DE}" type="presOf" srcId="{F8EB01C1-3FD1-4CEB-BC5C-CDF812E714D5}" destId="{66C3611D-CDA6-4235-95F2-D4038575E6B6}" srcOrd="0" destOrd="0" presId="urn:microsoft.com/office/officeart/2005/8/layout/process1"/>
    <dgm:cxn modelId="{BFFCBDE3-360A-4278-96A6-586B3E06AB19}" type="presOf" srcId="{E6B2D459-AE06-4B6C-8273-A32769F6E55B}" destId="{266840F3-246F-4A7F-AEA4-74492AE5FABD}" srcOrd="0" destOrd="0" presId="urn:microsoft.com/office/officeart/2005/8/layout/process1"/>
    <dgm:cxn modelId="{3FD710EB-116F-4417-9AB6-DF7AE4E2F328}" type="presOf" srcId="{E6B2D459-AE06-4B6C-8273-A32769F6E55B}" destId="{DCDC1B53-27B3-4AEC-90B1-B162705B9B41}" srcOrd="1" destOrd="0" presId="urn:microsoft.com/office/officeart/2005/8/layout/process1"/>
    <dgm:cxn modelId="{DF9D56EE-7A4A-4892-BF77-85D2E24637ED}" type="presOf" srcId="{2E96DAA5-3C01-45FA-BC56-AEAF52EF61A3}" destId="{29BCCC02-7946-4C73-8D45-02D70B1C4872}" srcOrd="1" destOrd="0" presId="urn:microsoft.com/office/officeart/2005/8/layout/process1"/>
    <dgm:cxn modelId="{50EA36F7-F5FF-4468-9BD4-6683FA7BF7CE}" type="presOf" srcId="{9A270B33-A004-48B6-88B5-CF2DE941022B}" destId="{D7BB6FC5-DCFF-45AB-AABC-2516368A9C66}" srcOrd="1" destOrd="0" presId="urn:microsoft.com/office/officeart/2005/8/layout/process1"/>
    <dgm:cxn modelId="{D05AE571-A5DB-422C-BF25-FCEBA11850CC}" type="presParOf" srcId="{254E866D-9C10-48D4-A55C-01801FD11804}" destId="{66C3611D-CDA6-4235-95F2-D4038575E6B6}" srcOrd="0" destOrd="0" presId="urn:microsoft.com/office/officeart/2005/8/layout/process1"/>
    <dgm:cxn modelId="{2E3E0690-1A67-4B30-8084-154E99E2CEC1}" type="presParOf" srcId="{254E866D-9C10-48D4-A55C-01801FD11804}" destId="{5B6EFD03-A689-4A97-8F7E-9192AC8EDD6A}" srcOrd="1" destOrd="0" presId="urn:microsoft.com/office/officeart/2005/8/layout/process1"/>
    <dgm:cxn modelId="{C8E84F85-3ECB-4455-95B2-8CDC8A90EC95}" type="presParOf" srcId="{5B6EFD03-A689-4A97-8F7E-9192AC8EDD6A}" destId="{29BCCC02-7946-4C73-8D45-02D70B1C4872}" srcOrd="0" destOrd="0" presId="urn:microsoft.com/office/officeart/2005/8/layout/process1"/>
    <dgm:cxn modelId="{D4092F1F-C3C8-4667-BCE6-E0BA9D4413C6}" type="presParOf" srcId="{254E866D-9C10-48D4-A55C-01801FD11804}" destId="{7B9925F0-888F-4C37-B6AE-0BD24C3AD941}" srcOrd="2" destOrd="0" presId="urn:microsoft.com/office/officeart/2005/8/layout/process1"/>
    <dgm:cxn modelId="{14D38D51-ED5E-4498-8475-A75C76D60751}" type="presParOf" srcId="{254E866D-9C10-48D4-A55C-01801FD11804}" destId="{266840F3-246F-4A7F-AEA4-74492AE5FABD}" srcOrd="3" destOrd="0" presId="urn:microsoft.com/office/officeart/2005/8/layout/process1"/>
    <dgm:cxn modelId="{AF3CAF12-A52B-4AB8-8F20-8CE8C522AF3B}" type="presParOf" srcId="{266840F3-246F-4A7F-AEA4-74492AE5FABD}" destId="{DCDC1B53-27B3-4AEC-90B1-B162705B9B41}" srcOrd="0" destOrd="0" presId="urn:microsoft.com/office/officeart/2005/8/layout/process1"/>
    <dgm:cxn modelId="{C979313E-3695-435E-BC17-FCF00EF42ACB}" type="presParOf" srcId="{254E866D-9C10-48D4-A55C-01801FD11804}" destId="{17174BD9-FD6A-4838-B6D4-94C631CDE04B}" srcOrd="4" destOrd="0" presId="urn:microsoft.com/office/officeart/2005/8/layout/process1"/>
    <dgm:cxn modelId="{9602E2F9-DF9A-47B5-891D-E144B2F9E47E}" type="presParOf" srcId="{254E866D-9C10-48D4-A55C-01801FD11804}" destId="{C5C3EE76-4CBA-4B11-8B26-68D1D20AC682}" srcOrd="5" destOrd="0" presId="urn:microsoft.com/office/officeart/2005/8/layout/process1"/>
    <dgm:cxn modelId="{CAD0F43F-68C8-42C6-9737-D95DFCABF331}" type="presParOf" srcId="{C5C3EE76-4CBA-4B11-8B26-68D1D20AC682}" destId="{02FA4580-D994-49FB-BD90-573ADA6CCCF7}" srcOrd="0" destOrd="0" presId="urn:microsoft.com/office/officeart/2005/8/layout/process1"/>
    <dgm:cxn modelId="{88477202-166D-4B8E-9D22-31CA698D840B}" type="presParOf" srcId="{254E866D-9C10-48D4-A55C-01801FD11804}" destId="{26046AB6-727E-459A-B3BF-9B2309A119EB}" srcOrd="6" destOrd="0" presId="urn:microsoft.com/office/officeart/2005/8/layout/process1"/>
    <dgm:cxn modelId="{3A17E553-E7AC-4833-94E4-9EE7DEA18FDE}" type="presParOf" srcId="{254E866D-9C10-48D4-A55C-01801FD11804}" destId="{E2449651-FD65-41D3-8195-CDC189832121}" srcOrd="7" destOrd="0" presId="urn:microsoft.com/office/officeart/2005/8/layout/process1"/>
    <dgm:cxn modelId="{72C47BEE-6097-4287-8A8C-B378C8B8B4D3}" type="presParOf" srcId="{E2449651-FD65-41D3-8195-CDC189832121}" destId="{43D88FF0-10CD-44A3-B94F-B753DE089BCD}" srcOrd="0" destOrd="0" presId="urn:microsoft.com/office/officeart/2005/8/layout/process1"/>
    <dgm:cxn modelId="{70C554C1-91B7-4DB8-88EB-6824571577C0}" type="presParOf" srcId="{254E866D-9C10-48D4-A55C-01801FD11804}" destId="{38E89B9C-E6B6-4179-97C6-59FBE3C3C376}" srcOrd="8" destOrd="0" presId="urn:microsoft.com/office/officeart/2005/8/layout/process1"/>
    <dgm:cxn modelId="{EE650748-7951-4A9B-A816-052176EA3484}" type="presParOf" srcId="{254E866D-9C10-48D4-A55C-01801FD11804}" destId="{5C1EAE47-596D-49A4-8092-817CF2D28058}" srcOrd="9" destOrd="0" presId="urn:microsoft.com/office/officeart/2005/8/layout/process1"/>
    <dgm:cxn modelId="{C0432B9E-BDF0-455A-B9D4-004210753D20}" type="presParOf" srcId="{5C1EAE47-596D-49A4-8092-817CF2D28058}" destId="{D7BB6FC5-DCFF-45AB-AABC-2516368A9C66}" srcOrd="0" destOrd="0" presId="urn:microsoft.com/office/officeart/2005/8/layout/process1"/>
    <dgm:cxn modelId="{A1752541-A5E1-4BA3-A879-92B524182BE3}" type="presParOf" srcId="{254E866D-9C10-48D4-A55C-01801FD11804}" destId="{C173EBDF-76B1-4678-AD9B-EE1708D8D50F}" srcOrd="10" destOrd="0" presId="urn:microsoft.com/office/officeart/2005/8/layout/process1"/>
    <dgm:cxn modelId="{87842A7B-E9E1-4ABD-89E2-3FEC4121CA2E}" type="presParOf" srcId="{254E866D-9C10-48D4-A55C-01801FD11804}" destId="{AD579BC0-9570-4EDD-AE94-AA1450474261}" srcOrd="11" destOrd="0" presId="urn:microsoft.com/office/officeart/2005/8/layout/process1"/>
    <dgm:cxn modelId="{BF89B933-2BD7-493A-8D19-7F04B6355DB9}" type="presParOf" srcId="{AD579BC0-9570-4EDD-AE94-AA1450474261}" destId="{7E6D8953-DA14-4D11-B202-41CC47C89D84}" srcOrd="0" destOrd="0" presId="urn:microsoft.com/office/officeart/2005/8/layout/process1"/>
    <dgm:cxn modelId="{E975A3EC-8BF6-4B15-89A6-D7DB77103607}" type="presParOf" srcId="{254E866D-9C10-48D4-A55C-01801FD11804}" destId="{E02812DE-66E0-4D60-9CF7-FABD9BE8B58F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B2DDE2E-440E-4723-9F24-DDF5C5E2B141}" type="doc">
      <dgm:prSet loTypeId="urn:microsoft.com/office/officeart/2005/8/layout/hList1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fr-FR"/>
        </a:p>
      </dgm:t>
    </dgm:pt>
    <dgm:pt modelId="{79EADBCE-DC66-4077-AF29-B3AE8DE0F3A4}">
      <dgm:prSet/>
      <dgm:spPr/>
      <dgm:t>
        <a:bodyPr/>
        <a:lstStyle/>
        <a:p>
          <a:r>
            <a:rPr lang="fr-FR" b="1"/>
            <a:t>Supported conclusions</a:t>
          </a:r>
          <a:endParaRPr lang="fr-FR"/>
        </a:p>
      </dgm:t>
    </dgm:pt>
    <dgm:pt modelId="{D5BE6417-1658-47C6-8992-8C0DACBD7F01}" type="parTrans" cxnId="{D7CB18B7-9478-4ABE-B9D3-3EB184376F57}">
      <dgm:prSet/>
      <dgm:spPr/>
      <dgm:t>
        <a:bodyPr/>
        <a:lstStyle/>
        <a:p>
          <a:endParaRPr lang="fr-FR"/>
        </a:p>
      </dgm:t>
    </dgm:pt>
    <dgm:pt modelId="{5C7A3228-BC1D-41C5-A546-0E732D71E4A1}" type="sibTrans" cxnId="{D7CB18B7-9478-4ABE-B9D3-3EB184376F57}">
      <dgm:prSet/>
      <dgm:spPr/>
      <dgm:t>
        <a:bodyPr/>
        <a:lstStyle/>
        <a:p>
          <a:endParaRPr lang="fr-FR"/>
        </a:p>
      </dgm:t>
    </dgm:pt>
    <dgm:pt modelId="{499C5D2C-1B04-40B8-8AE4-6DFF2B9DEAE0}">
      <dgm:prSet/>
      <dgm:spPr/>
      <dgm:t>
        <a:bodyPr/>
        <a:lstStyle/>
        <a:p>
          <a:r>
            <a:rPr lang="fr-FR"/>
            <a:t>trajectory patterns were observed in this population and period; </a:t>
          </a:r>
        </a:p>
      </dgm:t>
    </dgm:pt>
    <dgm:pt modelId="{90A449DF-EE1D-4D60-8EEA-C800AF95A022}" type="parTrans" cxnId="{175A1064-AD6D-4894-9704-DDACD99FA584}">
      <dgm:prSet/>
      <dgm:spPr/>
      <dgm:t>
        <a:bodyPr/>
        <a:lstStyle/>
        <a:p>
          <a:endParaRPr lang="fr-FR"/>
        </a:p>
      </dgm:t>
    </dgm:pt>
    <dgm:pt modelId="{AC580D50-AA45-4947-9756-10AC5E418D1D}" type="sibTrans" cxnId="{175A1064-AD6D-4894-9704-DDACD99FA584}">
      <dgm:prSet/>
      <dgm:spPr/>
      <dgm:t>
        <a:bodyPr/>
        <a:lstStyle/>
        <a:p>
          <a:endParaRPr lang="fr-FR"/>
        </a:p>
      </dgm:t>
    </dgm:pt>
    <dgm:pt modelId="{6258BF9D-61D9-457C-B659-58D33C8FF140}">
      <dgm:prSet/>
      <dgm:spPr/>
      <dgm:t>
        <a:bodyPr/>
        <a:lstStyle/>
        <a:p>
          <a:r>
            <a:rPr lang="fr-FR"/>
            <a:t>some patterns were more common than others; </a:t>
          </a:r>
        </a:p>
      </dgm:t>
    </dgm:pt>
    <dgm:pt modelId="{589B4C57-0677-41EA-A5D1-B13CA844EAF4}" type="parTrans" cxnId="{86E0E0E5-1B81-4902-8ECE-B4206AFFA89C}">
      <dgm:prSet/>
      <dgm:spPr/>
      <dgm:t>
        <a:bodyPr/>
        <a:lstStyle/>
        <a:p>
          <a:endParaRPr lang="fr-FR"/>
        </a:p>
      </dgm:t>
    </dgm:pt>
    <dgm:pt modelId="{A6302D5A-8EF2-440A-BCD7-8ED0F634C338}" type="sibTrans" cxnId="{86E0E0E5-1B81-4902-8ECE-B4206AFFA89C}">
      <dgm:prSet/>
      <dgm:spPr/>
      <dgm:t>
        <a:bodyPr/>
        <a:lstStyle/>
        <a:p>
          <a:endParaRPr lang="fr-FR"/>
        </a:p>
      </dgm:t>
    </dgm:pt>
    <dgm:pt modelId="{0234CD1D-2F7B-4F31-B809-2D285C9C4F89}">
      <dgm:prSet/>
      <dgm:spPr/>
      <dgm:t>
        <a:bodyPr/>
        <a:lstStyle/>
        <a:p>
          <a:r>
            <a:rPr lang="fr-FR"/>
            <a:t>clusters differed in their composition; </a:t>
          </a:r>
        </a:p>
      </dgm:t>
    </dgm:pt>
    <dgm:pt modelId="{90AAD37B-3BFF-4E73-A58E-8719138301E7}" type="parTrans" cxnId="{2F8DAB9B-F616-4CAB-B712-240E7A051185}">
      <dgm:prSet/>
      <dgm:spPr/>
      <dgm:t>
        <a:bodyPr/>
        <a:lstStyle/>
        <a:p>
          <a:endParaRPr lang="fr-FR"/>
        </a:p>
      </dgm:t>
    </dgm:pt>
    <dgm:pt modelId="{5A08ADA4-BD06-41B8-A50A-8AA18F419FCD}" type="sibTrans" cxnId="{2F8DAB9B-F616-4CAB-B712-240E7A051185}">
      <dgm:prSet/>
      <dgm:spPr/>
      <dgm:t>
        <a:bodyPr/>
        <a:lstStyle/>
        <a:p>
          <a:endParaRPr lang="fr-FR"/>
        </a:p>
      </dgm:t>
    </dgm:pt>
    <dgm:pt modelId="{77E0FBEB-9465-44CB-B63D-8E868E549C08}">
      <dgm:prSet/>
      <dgm:spPr/>
      <dgm:t>
        <a:bodyPr/>
        <a:lstStyle/>
        <a:p>
          <a:r>
            <a:rPr lang="fr-FR"/>
            <a:t>later outcomes varied across clusters; </a:t>
          </a:r>
        </a:p>
      </dgm:t>
    </dgm:pt>
    <dgm:pt modelId="{1C5C4935-E3C0-4075-BF95-A72C87E8AF87}" type="parTrans" cxnId="{66104898-1593-45C6-8A18-53B1DDB13670}">
      <dgm:prSet/>
      <dgm:spPr/>
      <dgm:t>
        <a:bodyPr/>
        <a:lstStyle/>
        <a:p>
          <a:endParaRPr lang="fr-FR"/>
        </a:p>
      </dgm:t>
    </dgm:pt>
    <dgm:pt modelId="{9B90F599-3CD0-4CA9-9F84-1159B3E33F28}" type="sibTrans" cxnId="{66104898-1593-45C6-8A18-53B1DDB13670}">
      <dgm:prSet/>
      <dgm:spPr/>
      <dgm:t>
        <a:bodyPr/>
        <a:lstStyle/>
        <a:p>
          <a:endParaRPr lang="fr-FR"/>
        </a:p>
      </dgm:t>
    </dgm:pt>
    <dgm:pt modelId="{8FC2358B-C586-4996-AC1B-2C50877B3BA9}">
      <dgm:prSet/>
      <dgm:spPr/>
      <dgm:t>
        <a:bodyPr/>
        <a:lstStyle/>
        <a:p>
          <a:r>
            <a:rPr lang="fr-FR"/>
            <a:t>results were more or less robust across specifications. </a:t>
          </a:r>
        </a:p>
      </dgm:t>
    </dgm:pt>
    <dgm:pt modelId="{AEAB2F97-FCE0-4508-A90A-F4EF24FE9286}" type="parTrans" cxnId="{8C76662F-604C-4AE8-9305-04C1E64ADDC7}">
      <dgm:prSet/>
      <dgm:spPr/>
      <dgm:t>
        <a:bodyPr/>
        <a:lstStyle/>
        <a:p>
          <a:endParaRPr lang="fr-FR"/>
        </a:p>
      </dgm:t>
    </dgm:pt>
    <dgm:pt modelId="{1C414A53-9F6C-44E0-859B-3137B7FE1CA7}" type="sibTrans" cxnId="{8C76662F-604C-4AE8-9305-04C1E64ADDC7}">
      <dgm:prSet/>
      <dgm:spPr/>
      <dgm:t>
        <a:bodyPr/>
        <a:lstStyle/>
        <a:p>
          <a:endParaRPr lang="fr-FR"/>
        </a:p>
      </dgm:t>
    </dgm:pt>
    <dgm:pt modelId="{73E22761-1A0C-4309-9877-C21D80026869}">
      <dgm:prSet/>
      <dgm:spPr/>
      <dgm:t>
        <a:bodyPr/>
        <a:lstStyle/>
        <a:p>
          <a:r>
            <a:rPr lang="fr-FR" b="1"/>
            <a:t>Unsupported without stronger design</a:t>
          </a:r>
          <a:endParaRPr lang="fr-FR"/>
        </a:p>
      </dgm:t>
    </dgm:pt>
    <dgm:pt modelId="{31C89782-4869-4C8D-89EA-8D960BF5F01C}" type="parTrans" cxnId="{8E9C7BE5-4CED-4EF6-BFDB-23FB7C16CE59}">
      <dgm:prSet/>
      <dgm:spPr/>
      <dgm:t>
        <a:bodyPr/>
        <a:lstStyle/>
        <a:p>
          <a:endParaRPr lang="fr-FR"/>
        </a:p>
      </dgm:t>
    </dgm:pt>
    <dgm:pt modelId="{8CDABA47-4871-409C-8DEA-C9ABBB5A93C6}" type="sibTrans" cxnId="{8E9C7BE5-4CED-4EF6-BFDB-23FB7C16CE59}">
      <dgm:prSet/>
      <dgm:spPr/>
      <dgm:t>
        <a:bodyPr/>
        <a:lstStyle/>
        <a:p>
          <a:endParaRPr lang="fr-FR"/>
        </a:p>
      </dgm:t>
    </dgm:pt>
    <dgm:pt modelId="{7895BED5-1E09-4655-9205-ECC23F1F1898}">
      <dgm:prSet/>
      <dgm:spPr/>
      <dgm:t>
        <a:bodyPr/>
        <a:lstStyle/>
        <a:p>
          <a:r>
            <a:rPr lang="fr-FR"/>
            <a:t>one trajectory caused the later outcome; </a:t>
          </a:r>
        </a:p>
      </dgm:t>
    </dgm:pt>
    <dgm:pt modelId="{F1E77223-1239-4D06-8A30-009361E010ED}" type="parTrans" cxnId="{9B2C019A-F6DB-41B9-9245-EA37194545D8}">
      <dgm:prSet/>
      <dgm:spPr/>
      <dgm:t>
        <a:bodyPr/>
        <a:lstStyle/>
        <a:p>
          <a:endParaRPr lang="fr-FR"/>
        </a:p>
      </dgm:t>
    </dgm:pt>
    <dgm:pt modelId="{A10AB68A-AD1D-423D-A41C-1915C792ADD7}" type="sibTrans" cxnId="{9B2C019A-F6DB-41B9-9245-EA37194545D8}">
      <dgm:prSet/>
      <dgm:spPr/>
      <dgm:t>
        <a:bodyPr/>
        <a:lstStyle/>
        <a:p>
          <a:endParaRPr lang="fr-FR"/>
        </a:p>
      </dgm:t>
    </dgm:pt>
    <dgm:pt modelId="{95AE7773-9A92-4EFF-892D-165D42717F54}">
      <dgm:prSet/>
      <dgm:spPr/>
      <dgm:t>
        <a:bodyPr/>
        <a:lstStyle/>
        <a:p>
          <a:r>
            <a:rPr lang="fr-FR"/>
            <a:t>clusters are natural types of people; </a:t>
          </a:r>
        </a:p>
      </dgm:t>
    </dgm:pt>
    <dgm:pt modelId="{4E218F7A-921C-4447-BF41-11D26684563E}" type="parTrans" cxnId="{8BEDA95B-C240-4D37-848B-F5D2D1D53C67}">
      <dgm:prSet/>
      <dgm:spPr/>
      <dgm:t>
        <a:bodyPr/>
        <a:lstStyle/>
        <a:p>
          <a:endParaRPr lang="fr-FR"/>
        </a:p>
      </dgm:t>
    </dgm:pt>
    <dgm:pt modelId="{37014686-1BE6-4233-98AC-FF273F0AEFF5}" type="sibTrans" cxnId="{8BEDA95B-C240-4D37-848B-F5D2D1D53C67}">
      <dgm:prSet/>
      <dgm:spPr/>
      <dgm:t>
        <a:bodyPr/>
        <a:lstStyle/>
        <a:p>
          <a:endParaRPr lang="fr-FR"/>
        </a:p>
      </dgm:t>
    </dgm:pt>
    <dgm:pt modelId="{0B810E35-914E-489E-A3D8-26DF7842E8A7}">
      <dgm:prSet/>
      <dgm:spPr/>
      <dgm:t>
        <a:bodyPr/>
        <a:lstStyle/>
        <a:p>
          <a:r>
            <a:rPr lang="fr-FR"/>
            <a:t>the same typology applies to every cohort or country; </a:t>
          </a:r>
        </a:p>
      </dgm:t>
    </dgm:pt>
    <dgm:pt modelId="{92CFAD26-CFF8-4664-91CD-A861E73ABDE6}" type="parTrans" cxnId="{DBD09F1B-B616-4A35-B61C-87CD172BA251}">
      <dgm:prSet/>
      <dgm:spPr/>
      <dgm:t>
        <a:bodyPr/>
        <a:lstStyle/>
        <a:p>
          <a:endParaRPr lang="fr-FR"/>
        </a:p>
      </dgm:t>
    </dgm:pt>
    <dgm:pt modelId="{39B89050-62A2-4851-AFC8-FA527F3BE9D8}" type="sibTrans" cxnId="{DBD09F1B-B616-4A35-B61C-87CD172BA251}">
      <dgm:prSet/>
      <dgm:spPr/>
      <dgm:t>
        <a:bodyPr/>
        <a:lstStyle/>
        <a:p>
          <a:endParaRPr lang="fr-FR"/>
        </a:p>
      </dgm:t>
    </dgm:pt>
    <dgm:pt modelId="{8D17A5E5-5725-4AE8-9AA2-C49BB2F34E6A}">
      <dgm:prSet/>
      <dgm:spPr/>
      <dgm:t>
        <a:bodyPr/>
        <a:lstStyle/>
        <a:p>
          <a:r>
            <a:rPr lang="fr-FR"/>
            <a:t>cluster labels describe every person perfectly; </a:t>
          </a:r>
        </a:p>
      </dgm:t>
    </dgm:pt>
    <dgm:pt modelId="{55870F91-2CFD-4822-9252-FD8EE3ED190A}" type="parTrans" cxnId="{C5E056EB-9601-47AE-B985-66161BDBC6E7}">
      <dgm:prSet/>
      <dgm:spPr/>
      <dgm:t>
        <a:bodyPr/>
        <a:lstStyle/>
        <a:p>
          <a:endParaRPr lang="fr-FR"/>
        </a:p>
      </dgm:t>
    </dgm:pt>
    <dgm:pt modelId="{991CDE8D-A7A3-4DFF-81D4-7D32CB79BA0F}" type="sibTrans" cxnId="{C5E056EB-9601-47AE-B985-66161BDBC6E7}">
      <dgm:prSet/>
      <dgm:spPr/>
      <dgm:t>
        <a:bodyPr/>
        <a:lstStyle/>
        <a:p>
          <a:endParaRPr lang="fr-FR"/>
        </a:p>
      </dgm:t>
    </dgm:pt>
    <dgm:pt modelId="{D9FF71FB-6FC7-47D0-BD6D-34C1B700592C}">
      <dgm:prSet/>
      <dgm:spPr/>
      <dgm:t>
        <a:bodyPr/>
        <a:lstStyle/>
        <a:p>
          <a:r>
            <a:rPr lang="fr-FR"/>
            <a:t>the chosen number of clusters is uniquely correct.</a:t>
          </a:r>
        </a:p>
      </dgm:t>
    </dgm:pt>
    <dgm:pt modelId="{B8118C09-4F39-43F0-8DF3-8C25CD05E6FA}" type="parTrans" cxnId="{9926F991-320B-495F-B95A-C4D145197173}">
      <dgm:prSet/>
      <dgm:spPr/>
      <dgm:t>
        <a:bodyPr/>
        <a:lstStyle/>
        <a:p>
          <a:endParaRPr lang="fr-FR"/>
        </a:p>
      </dgm:t>
    </dgm:pt>
    <dgm:pt modelId="{FE1EF73F-D35A-46C3-AAE1-9659B9ACCA2F}" type="sibTrans" cxnId="{9926F991-320B-495F-B95A-C4D145197173}">
      <dgm:prSet/>
      <dgm:spPr/>
      <dgm:t>
        <a:bodyPr/>
        <a:lstStyle/>
        <a:p>
          <a:endParaRPr lang="fr-FR"/>
        </a:p>
      </dgm:t>
    </dgm:pt>
    <dgm:pt modelId="{100902B1-2D21-4CE8-B132-A6FA384D2C5E}" type="pres">
      <dgm:prSet presAssocID="{7B2DDE2E-440E-4723-9F24-DDF5C5E2B141}" presName="Name0" presStyleCnt="0">
        <dgm:presLayoutVars>
          <dgm:dir/>
          <dgm:animLvl val="lvl"/>
          <dgm:resizeHandles val="exact"/>
        </dgm:presLayoutVars>
      </dgm:prSet>
      <dgm:spPr/>
    </dgm:pt>
    <dgm:pt modelId="{AD80D2FC-CE9E-479B-B44B-9D37DAF89881}" type="pres">
      <dgm:prSet presAssocID="{79EADBCE-DC66-4077-AF29-B3AE8DE0F3A4}" presName="composite" presStyleCnt="0"/>
      <dgm:spPr/>
    </dgm:pt>
    <dgm:pt modelId="{AC21B941-4332-4186-B5C9-455EDBC194F6}" type="pres">
      <dgm:prSet presAssocID="{79EADBCE-DC66-4077-AF29-B3AE8DE0F3A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22D1380-F108-4E35-938F-79BAEF4527CE}" type="pres">
      <dgm:prSet presAssocID="{79EADBCE-DC66-4077-AF29-B3AE8DE0F3A4}" presName="desTx" presStyleLbl="alignAccFollowNode1" presStyleIdx="0" presStyleCnt="2">
        <dgm:presLayoutVars>
          <dgm:bulletEnabled val="1"/>
        </dgm:presLayoutVars>
      </dgm:prSet>
      <dgm:spPr/>
    </dgm:pt>
    <dgm:pt modelId="{9928DBE0-7BA7-4862-829D-F9D297722264}" type="pres">
      <dgm:prSet presAssocID="{5C7A3228-BC1D-41C5-A546-0E732D71E4A1}" presName="space" presStyleCnt="0"/>
      <dgm:spPr/>
    </dgm:pt>
    <dgm:pt modelId="{5743DA2D-880B-46CB-A7F1-9A08FE9141C1}" type="pres">
      <dgm:prSet presAssocID="{73E22761-1A0C-4309-9877-C21D80026869}" presName="composite" presStyleCnt="0"/>
      <dgm:spPr/>
    </dgm:pt>
    <dgm:pt modelId="{CAF219A8-F5B9-42AC-A77D-75DDB82C7923}" type="pres">
      <dgm:prSet presAssocID="{73E22761-1A0C-4309-9877-C21D8002686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040D371-3C41-4F05-8628-1A1EED82CC77}" type="pres">
      <dgm:prSet presAssocID="{73E22761-1A0C-4309-9877-C21D8002686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BD09F1B-B616-4A35-B61C-87CD172BA251}" srcId="{73E22761-1A0C-4309-9877-C21D80026869}" destId="{0B810E35-914E-489E-A3D8-26DF7842E8A7}" srcOrd="2" destOrd="0" parTransId="{92CFAD26-CFF8-4664-91CD-A861E73ABDE6}" sibTransId="{39B89050-62A2-4851-AFC8-FA527F3BE9D8}"/>
    <dgm:cxn modelId="{3D7CB21D-E37D-4D0E-BF73-BBB8226DEF13}" type="presOf" srcId="{95AE7773-9A92-4EFF-892D-165D42717F54}" destId="{8040D371-3C41-4F05-8628-1A1EED82CC77}" srcOrd="0" destOrd="1" presId="urn:microsoft.com/office/officeart/2005/8/layout/hList1"/>
    <dgm:cxn modelId="{6983D01F-B338-49B0-87F1-302033EC5796}" type="presOf" srcId="{8FC2358B-C586-4996-AC1B-2C50877B3BA9}" destId="{422D1380-F108-4E35-938F-79BAEF4527CE}" srcOrd="0" destOrd="4" presId="urn:microsoft.com/office/officeart/2005/8/layout/hList1"/>
    <dgm:cxn modelId="{97A59026-994D-4A0B-B008-6674D164D6F3}" type="presOf" srcId="{6258BF9D-61D9-457C-B659-58D33C8FF140}" destId="{422D1380-F108-4E35-938F-79BAEF4527CE}" srcOrd="0" destOrd="1" presId="urn:microsoft.com/office/officeart/2005/8/layout/hList1"/>
    <dgm:cxn modelId="{8C76662F-604C-4AE8-9305-04C1E64ADDC7}" srcId="{79EADBCE-DC66-4077-AF29-B3AE8DE0F3A4}" destId="{8FC2358B-C586-4996-AC1B-2C50877B3BA9}" srcOrd="4" destOrd="0" parTransId="{AEAB2F97-FCE0-4508-A90A-F4EF24FE9286}" sibTransId="{1C414A53-9F6C-44E0-859B-3137B7FE1CA7}"/>
    <dgm:cxn modelId="{8BEDA95B-C240-4D37-848B-F5D2D1D53C67}" srcId="{73E22761-1A0C-4309-9877-C21D80026869}" destId="{95AE7773-9A92-4EFF-892D-165D42717F54}" srcOrd="1" destOrd="0" parTransId="{4E218F7A-921C-4447-BF41-11D26684563E}" sibTransId="{37014686-1BE6-4233-98AC-FF273F0AEFF5}"/>
    <dgm:cxn modelId="{9DCD0044-CCC6-431B-B3F4-191ED7863214}" type="presOf" srcId="{499C5D2C-1B04-40B8-8AE4-6DFF2B9DEAE0}" destId="{422D1380-F108-4E35-938F-79BAEF4527CE}" srcOrd="0" destOrd="0" presId="urn:microsoft.com/office/officeart/2005/8/layout/hList1"/>
    <dgm:cxn modelId="{175A1064-AD6D-4894-9704-DDACD99FA584}" srcId="{79EADBCE-DC66-4077-AF29-B3AE8DE0F3A4}" destId="{499C5D2C-1B04-40B8-8AE4-6DFF2B9DEAE0}" srcOrd="0" destOrd="0" parTransId="{90A449DF-EE1D-4D60-8EEA-C800AF95A022}" sibTransId="{AC580D50-AA45-4947-9756-10AC5E418D1D}"/>
    <dgm:cxn modelId="{52022E44-CEC7-4629-9A7E-DB13876DAD0E}" type="presOf" srcId="{79EADBCE-DC66-4077-AF29-B3AE8DE0F3A4}" destId="{AC21B941-4332-4186-B5C9-455EDBC194F6}" srcOrd="0" destOrd="0" presId="urn:microsoft.com/office/officeart/2005/8/layout/hList1"/>
    <dgm:cxn modelId="{96E53C6E-BD49-4FB1-9C39-000FA357F835}" type="presOf" srcId="{7B2DDE2E-440E-4723-9F24-DDF5C5E2B141}" destId="{100902B1-2D21-4CE8-B132-A6FA384D2C5E}" srcOrd="0" destOrd="0" presId="urn:microsoft.com/office/officeart/2005/8/layout/hList1"/>
    <dgm:cxn modelId="{80AEE96E-FCD3-4216-9EA6-9062D8C2C100}" type="presOf" srcId="{8D17A5E5-5725-4AE8-9AA2-C49BB2F34E6A}" destId="{8040D371-3C41-4F05-8628-1A1EED82CC77}" srcOrd="0" destOrd="3" presId="urn:microsoft.com/office/officeart/2005/8/layout/hList1"/>
    <dgm:cxn modelId="{9DA28571-D694-4F1D-B6CA-FC183191E953}" type="presOf" srcId="{7895BED5-1E09-4655-9205-ECC23F1F1898}" destId="{8040D371-3C41-4F05-8628-1A1EED82CC77}" srcOrd="0" destOrd="0" presId="urn:microsoft.com/office/officeart/2005/8/layout/hList1"/>
    <dgm:cxn modelId="{BD2A7857-D243-4829-A05E-624577B31DF0}" type="presOf" srcId="{73E22761-1A0C-4309-9877-C21D80026869}" destId="{CAF219A8-F5B9-42AC-A77D-75DDB82C7923}" srcOrd="0" destOrd="0" presId="urn:microsoft.com/office/officeart/2005/8/layout/hList1"/>
    <dgm:cxn modelId="{7006D779-5D37-476B-A888-3AD139C61851}" type="presOf" srcId="{77E0FBEB-9465-44CB-B63D-8E868E549C08}" destId="{422D1380-F108-4E35-938F-79BAEF4527CE}" srcOrd="0" destOrd="3" presId="urn:microsoft.com/office/officeart/2005/8/layout/hList1"/>
    <dgm:cxn modelId="{A863FE85-2CD4-45FF-89C5-A58B8C349654}" type="presOf" srcId="{D9FF71FB-6FC7-47D0-BD6D-34C1B700592C}" destId="{8040D371-3C41-4F05-8628-1A1EED82CC77}" srcOrd="0" destOrd="4" presId="urn:microsoft.com/office/officeart/2005/8/layout/hList1"/>
    <dgm:cxn modelId="{9926F991-320B-495F-B95A-C4D145197173}" srcId="{73E22761-1A0C-4309-9877-C21D80026869}" destId="{D9FF71FB-6FC7-47D0-BD6D-34C1B700592C}" srcOrd="4" destOrd="0" parTransId="{B8118C09-4F39-43F0-8DF3-8C25CD05E6FA}" sibTransId="{FE1EF73F-D35A-46C3-AAE1-9659B9ACCA2F}"/>
    <dgm:cxn modelId="{66104898-1593-45C6-8A18-53B1DDB13670}" srcId="{79EADBCE-DC66-4077-AF29-B3AE8DE0F3A4}" destId="{77E0FBEB-9465-44CB-B63D-8E868E549C08}" srcOrd="3" destOrd="0" parTransId="{1C5C4935-E3C0-4075-BF95-A72C87E8AF87}" sibTransId="{9B90F599-3CD0-4CA9-9F84-1159B3E33F28}"/>
    <dgm:cxn modelId="{9B2C019A-F6DB-41B9-9245-EA37194545D8}" srcId="{73E22761-1A0C-4309-9877-C21D80026869}" destId="{7895BED5-1E09-4655-9205-ECC23F1F1898}" srcOrd="0" destOrd="0" parTransId="{F1E77223-1239-4D06-8A30-009361E010ED}" sibTransId="{A10AB68A-AD1D-423D-A41C-1915C792ADD7}"/>
    <dgm:cxn modelId="{2F8DAB9B-F616-4CAB-B712-240E7A051185}" srcId="{79EADBCE-DC66-4077-AF29-B3AE8DE0F3A4}" destId="{0234CD1D-2F7B-4F31-B809-2D285C9C4F89}" srcOrd="2" destOrd="0" parTransId="{90AAD37B-3BFF-4E73-A58E-8719138301E7}" sibTransId="{5A08ADA4-BD06-41B8-A50A-8AA18F419FCD}"/>
    <dgm:cxn modelId="{192EE5A4-A9AD-4A02-869B-F48D81537415}" type="presOf" srcId="{0B810E35-914E-489E-A3D8-26DF7842E8A7}" destId="{8040D371-3C41-4F05-8628-1A1EED82CC77}" srcOrd="0" destOrd="2" presId="urn:microsoft.com/office/officeart/2005/8/layout/hList1"/>
    <dgm:cxn modelId="{1A92CCB4-95E0-42B9-A28E-2F44BFE352D1}" type="presOf" srcId="{0234CD1D-2F7B-4F31-B809-2D285C9C4F89}" destId="{422D1380-F108-4E35-938F-79BAEF4527CE}" srcOrd="0" destOrd="2" presId="urn:microsoft.com/office/officeart/2005/8/layout/hList1"/>
    <dgm:cxn modelId="{D7CB18B7-9478-4ABE-B9D3-3EB184376F57}" srcId="{7B2DDE2E-440E-4723-9F24-DDF5C5E2B141}" destId="{79EADBCE-DC66-4077-AF29-B3AE8DE0F3A4}" srcOrd="0" destOrd="0" parTransId="{D5BE6417-1658-47C6-8992-8C0DACBD7F01}" sibTransId="{5C7A3228-BC1D-41C5-A546-0E732D71E4A1}"/>
    <dgm:cxn modelId="{8E9C7BE5-4CED-4EF6-BFDB-23FB7C16CE59}" srcId="{7B2DDE2E-440E-4723-9F24-DDF5C5E2B141}" destId="{73E22761-1A0C-4309-9877-C21D80026869}" srcOrd="1" destOrd="0" parTransId="{31C89782-4869-4C8D-89EA-8D960BF5F01C}" sibTransId="{8CDABA47-4871-409C-8DEA-C9ABBB5A93C6}"/>
    <dgm:cxn modelId="{86E0E0E5-1B81-4902-8ECE-B4206AFFA89C}" srcId="{79EADBCE-DC66-4077-AF29-B3AE8DE0F3A4}" destId="{6258BF9D-61D9-457C-B659-58D33C8FF140}" srcOrd="1" destOrd="0" parTransId="{589B4C57-0677-41EA-A5D1-B13CA844EAF4}" sibTransId="{A6302D5A-8EF2-440A-BCD7-8ED0F634C338}"/>
    <dgm:cxn modelId="{C5E056EB-9601-47AE-B985-66161BDBC6E7}" srcId="{73E22761-1A0C-4309-9877-C21D80026869}" destId="{8D17A5E5-5725-4AE8-9AA2-C49BB2F34E6A}" srcOrd="3" destOrd="0" parTransId="{55870F91-2CFD-4822-9252-FD8EE3ED190A}" sibTransId="{991CDE8D-A7A3-4DFF-81D4-7D32CB79BA0F}"/>
    <dgm:cxn modelId="{0E0EA18F-4546-4394-83E9-8BF52E94E74F}" type="presParOf" srcId="{100902B1-2D21-4CE8-B132-A6FA384D2C5E}" destId="{AD80D2FC-CE9E-479B-B44B-9D37DAF89881}" srcOrd="0" destOrd="0" presId="urn:microsoft.com/office/officeart/2005/8/layout/hList1"/>
    <dgm:cxn modelId="{60612FB0-056E-4CEB-859F-F9DFAEBF31F4}" type="presParOf" srcId="{AD80D2FC-CE9E-479B-B44B-9D37DAF89881}" destId="{AC21B941-4332-4186-B5C9-455EDBC194F6}" srcOrd="0" destOrd="0" presId="urn:microsoft.com/office/officeart/2005/8/layout/hList1"/>
    <dgm:cxn modelId="{4C2E6490-F917-4046-9864-B216616E5435}" type="presParOf" srcId="{AD80D2FC-CE9E-479B-B44B-9D37DAF89881}" destId="{422D1380-F108-4E35-938F-79BAEF4527CE}" srcOrd="1" destOrd="0" presId="urn:microsoft.com/office/officeart/2005/8/layout/hList1"/>
    <dgm:cxn modelId="{B0BA1C64-CDB3-49D2-8D14-1F849701DFEB}" type="presParOf" srcId="{100902B1-2D21-4CE8-B132-A6FA384D2C5E}" destId="{9928DBE0-7BA7-4862-829D-F9D297722264}" srcOrd="1" destOrd="0" presId="urn:microsoft.com/office/officeart/2005/8/layout/hList1"/>
    <dgm:cxn modelId="{01B111F3-C19B-4F28-B3E7-05D81EFB7AC0}" type="presParOf" srcId="{100902B1-2D21-4CE8-B132-A6FA384D2C5E}" destId="{5743DA2D-880B-46CB-A7F1-9A08FE9141C1}" srcOrd="2" destOrd="0" presId="urn:microsoft.com/office/officeart/2005/8/layout/hList1"/>
    <dgm:cxn modelId="{0EBF6E8A-F380-4D12-9C70-EB361D62AB9E}" type="presParOf" srcId="{5743DA2D-880B-46CB-A7F1-9A08FE9141C1}" destId="{CAF219A8-F5B9-42AC-A77D-75DDB82C7923}" srcOrd="0" destOrd="0" presId="urn:microsoft.com/office/officeart/2005/8/layout/hList1"/>
    <dgm:cxn modelId="{E6B58BD8-1A3F-4A32-922B-95382417E5DA}" type="presParOf" srcId="{5743DA2D-880B-46CB-A7F1-9A08FE9141C1}" destId="{8040D371-3C41-4F05-8628-1A1EED82CC7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AB26ADF-6F67-46AA-8607-979BCB0885F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DEA640D4-BC34-4FEC-929F-2899A620B5F0}">
      <dgm:prSet/>
      <dgm:spPr/>
      <dgm:t>
        <a:bodyPr/>
        <a:lstStyle/>
        <a:p>
          <a:r>
            <a:rPr lang="fr-FR"/>
            <a:t>research question and sequence rationale; </a:t>
          </a:r>
        </a:p>
      </dgm:t>
    </dgm:pt>
    <dgm:pt modelId="{A1C798FD-52AD-496A-9504-C5DD19D76761}" type="parTrans" cxnId="{A8BE4D83-04CC-4EE0-9FA2-999E9BD41896}">
      <dgm:prSet/>
      <dgm:spPr/>
      <dgm:t>
        <a:bodyPr/>
        <a:lstStyle/>
        <a:p>
          <a:endParaRPr lang="fr-FR"/>
        </a:p>
      </dgm:t>
    </dgm:pt>
    <dgm:pt modelId="{0D5D18FD-1983-4807-B913-51D30FD37FD3}" type="sibTrans" cxnId="{A8BE4D83-04CC-4EE0-9FA2-999E9BD41896}">
      <dgm:prSet/>
      <dgm:spPr/>
      <dgm:t>
        <a:bodyPr/>
        <a:lstStyle/>
        <a:p>
          <a:endParaRPr lang="fr-FR"/>
        </a:p>
      </dgm:t>
    </dgm:pt>
    <dgm:pt modelId="{05CD8490-E13D-41BC-9597-62AA978AF36F}">
      <dgm:prSet/>
      <dgm:spPr/>
      <dgm:t>
        <a:bodyPr/>
        <a:lstStyle/>
        <a:p>
          <a:r>
            <a:rPr lang="fr-FR"/>
            <a:t>population and observation window; </a:t>
          </a:r>
        </a:p>
      </dgm:t>
    </dgm:pt>
    <dgm:pt modelId="{3752C157-376A-4388-BD86-E6F1A52AEA19}" type="parTrans" cxnId="{233C7F32-78AD-4DA8-B2C7-B3EC2001460C}">
      <dgm:prSet/>
      <dgm:spPr/>
      <dgm:t>
        <a:bodyPr/>
        <a:lstStyle/>
        <a:p>
          <a:endParaRPr lang="fr-FR"/>
        </a:p>
      </dgm:t>
    </dgm:pt>
    <dgm:pt modelId="{2F6C6A6C-B4D7-4B52-AC6D-BF6A6E13F63B}" type="sibTrans" cxnId="{233C7F32-78AD-4DA8-B2C7-B3EC2001460C}">
      <dgm:prSet/>
      <dgm:spPr/>
      <dgm:t>
        <a:bodyPr/>
        <a:lstStyle/>
        <a:p>
          <a:endParaRPr lang="fr-FR"/>
        </a:p>
      </dgm:t>
    </dgm:pt>
    <dgm:pt modelId="{F7BC7D09-56EF-4893-A8FF-4EFD75646A8E}">
      <dgm:prSet/>
      <dgm:spPr/>
      <dgm:t>
        <a:bodyPr/>
        <a:lstStyle/>
        <a:p>
          <a:r>
            <a:rPr lang="fr-FR"/>
            <a:t>state definition and time axis; </a:t>
          </a:r>
        </a:p>
      </dgm:t>
    </dgm:pt>
    <dgm:pt modelId="{F1507F6D-E32F-4595-B7F3-013E4FD8B51A}" type="parTrans" cxnId="{88E0C7DF-02DD-4897-88AD-8C4A4B6EC5D3}">
      <dgm:prSet/>
      <dgm:spPr/>
      <dgm:t>
        <a:bodyPr/>
        <a:lstStyle/>
        <a:p>
          <a:endParaRPr lang="fr-FR"/>
        </a:p>
      </dgm:t>
    </dgm:pt>
    <dgm:pt modelId="{C34A6828-963E-4B27-8418-B01C3CA2B239}" type="sibTrans" cxnId="{88E0C7DF-02DD-4897-88AD-8C4A4B6EC5D3}">
      <dgm:prSet/>
      <dgm:spPr/>
      <dgm:t>
        <a:bodyPr/>
        <a:lstStyle/>
        <a:p>
          <a:endParaRPr lang="fr-FR"/>
        </a:p>
      </dgm:t>
    </dgm:pt>
    <dgm:pt modelId="{7F820337-C5F7-4680-B6F0-8EBA6CE6702C}">
      <dgm:prSet/>
      <dgm:spPr/>
      <dgm:t>
        <a:bodyPr/>
        <a:lstStyle/>
        <a:p>
          <a:r>
            <a:rPr lang="fr-FR"/>
            <a:t>distance and clustering choices; </a:t>
          </a:r>
        </a:p>
      </dgm:t>
    </dgm:pt>
    <dgm:pt modelId="{F5C8986C-4478-4164-B4F1-71BF2E9A1B2A}" type="parTrans" cxnId="{444BA507-366A-4E0E-8051-76128E328FBD}">
      <dgm:prSet/>
      <dgm:spPr/>
      <dgm:t>
        <a:bodyPr/>
        <a:lstStyle/>
        <a:p>
          <a:endParaRPr lang="fr-FR"/>
        </a:p>
      </dgm:t>
    </dgm:pt>
    <dgm:pt modelId="{5191C5DC-1EA6-4531-A7D8-56F2E6E55BEE}" type="sibTrans" cxnId="{444BA507-366A-4E0E-8051-76128E328FBD}">
      <dgm:prSet/>
      <dgm:spPr/>
      <dgm:t>
        <a:bodyPr/>
        <a:lstStyle/>
        <a:p>
          <a:endParaRPr lang="fr-FR"/>
        </a:p>
      </dgm:t>
    </dgm:pt>
    <dgm:pt modelId="{EFB2AAAB-B133-425D-92A6-06DA161DD9B3}">
      <dgm:prSet/>
      <dgm:spPr/>
      <dgm:t>
        <a:bodyPr/>
        <a:lstStyle/>
        <a:p>
          <a:r>
            <a:rPr lang="fr-FR"/>
            <a:t>cluster interpretation and validation; </a:t>
          </a:r>
        </a:p>
      </dgm:t>
    </dgm:pt>
    <dgm:pt modelId="{A756A42F-FF1F-4912-860A-7B6EB9A89AC3}" type="parTrans" cxnId="{7145BF05-0A8F-43D0-A3B9-26E2E3DB46A6}">
      <dgm:prSet/>
      <dgm:spPr/>
      <dgm:t>
        <a:bodyPr/>
        <a:lstStyle/>
        <a:p>
          <a:endParaRPr lang="fr-FR"/>
        </a:p>
      </dgm:t>
    </dgm:pt>
    <dgm:pt modelId="{022EDD0E-FCE5-478D-8B96-B04B19B371EF}" type="sibTrans" cxnId="{7145BF05-0A8F-43D0-A3B9-26E2E3DB46A6}">
      <dgm:prSet/>
      <dgm:spPr/>
      <dgm:t>
        <a:bodyPr/>
        <a:lstStyle/>
        <a:p>
          <a:endParaRPr lang="fr-FR"/>
        </a:p>
      </dgm:t>
    </dgm:pt>
    <dgm:pt modelId="{663D6FA5-EE43-402B-84EF-3F0A297869C5}">
      <dgm:prSet/>
      <dgm:spPr/>
      <dgm:t>
        <a:bodyPr/>
        <a:lstStyle/>
        <a:p>
          <a:r>
            <a:rPr lang="fr-FR"/>
            <a:t>association models and limitations.</a:t>
          </a:r>
        </a:p>
      </dgm:t>
    </dgm:pt>
    <dgm:pt modelId="{572FA294-1E69-4651-A866-6A628D35A91F}" type="parTrans" cxnId="{E75968A3-9F81-4C96-82DE-1A40EBD233F5}">
      <dgm:prSet/>
      <dgm:spPr/>
      <dgm:t>
        <a:bodyPr/>
        <a:lstStyle/>
        <a:p>
          <a:endParaRPr lang="fr-FR"/>
        </a:p>
      </dgm:t>
    </dgm:pt>
    <dgm:pt modelId="{8E590A6F-5332-4659-9865-5DE51BCA2976}" type="sibTrans" cxnId="{E75968A3-9F81-4C96-82DE-1A40EBD233F5}">
      <dgm:prSet/>
      <dgm:spPr/>
      <dgm:t>
        <a:bodyPr/>
        <a:lstStyle/>
        <a:p>
          <a:endParaRPr lang="fr-FR"/>
        </a:p>
      </dgm:t>
    </dgm:pt>
    <dgm:pt modelId="{7F4D407D-52E0-495A-97D2-C9D05F0F3FC3}" type="pres">
      <dgm:prSet presAssocID="{0AB26ADF-6F67-46AA-8607-979BCB0885F8}" presName="vert0" presStyleCnt="0">
        <dgm:presLayoutVars>
          <dgm:dir/>
          <dgm:animOne val="branch"/>
          <dgm:animLvl val="lvl"/>
        </dgm:presLayoutVars>
      </dgm:prSet>
      <dgm:spPr/>
    </dgm:pt>
    <dgm:pt modelId="{C6908548-B770-4C95-9D81-891A409786A7}" type="pres">
      <dgm:prSet presAssocID="{DEA640D4-BC34-4FEC-929F-2899A620B5F0}" presName="thickLine" presStyleLbl="alignNode1" presStyleIdx="0" presStyleCnt="6"/>
      <dgm:spPr/>
    </dgm:pt>
    <dgm:pt modelId="{15D2A04B-B51A-4640-B591-03E2D2296898}" type="pres">
      <dgm:prSet presAssocID="{DEA640D4-BC34-4FEC-929F-2899A620B5F0}" presName="horz1" presStyleCnt="0"/>
      <dgm:spPr/>
    </dgm:pt>
    <dgm:pt modelId="{DEA1C03F-82CF-4F77-BC10-8AE578C459F8}" type="pres">
      <dgm:prSet presAssocID="{DEA640D4-BC34-4FEC-929F-2899A620B5F0}" presName="tx1" presStyleLbl="revTx" presStyleIdx="0" presStyleCnt="6"/>
      <dgm:spPr/>
    </dgm:pt>
    <dgm:pt modelId="{0B8B99FF-63CE-4041-A02C-A307EBC47FCA}" type="pres">
      <dgm:prSet presAssocID="{DEA640D4-BC34-4FEC-929F-2899A620B5F0}" presName="vert1" presStyleCnt="0"/>
      <dgm:spPr/>
    </dgm:pt>
    <dgm:pt modelId="{16EFD63E-E666-4A22-AB78-CBFF7EF57B18}" type="pres">
      <dgm:prSet presAssocID="{05CD8490-E13D-41BC-9597-62AA978AF36F}" presName="thickLine" presStyleLbl="alignNode1" presStyleIdx="1" presStyleCnt="6"/>
      <dgm:spPr/>
    </dgm:pt>
    <dgm:pt modelId="{4EAB33BC-6B17-435D-9B2F-FEF1C19D959A}" type="pres">
      <dgm:prSet presAssocID="{05CD8490-E13D-41BC-9597-62AA978AF36F}" presName="horz1" presStyleCnt="0"/>
      <dgm:spPr/>
    </dgm:pt>
    <dgm:pt modelId="{178C1C1E-585A-4016-9283-9F92612AD2EA}" type="pres">
      <dgm:prSet presAssocID="{05CD8490-E13D-41BC-9597-62AA978AF36F}" presName="tx1" presStyleLbl="revTx" presStyleIdx="1" presStyleCnt="6"/>
      <dgm:spPr/>
    </dgm:pt>
    <dgm:pt modelId="{96666DEE-2973-4DD6-9878-B50294B6C78B}" type="pres">
      <dgm:prSet presAssocID="{05CD8490-E13D-41BC-9597-62AA978AF36F}" presName="vert1" presStyleCnt="0"/>
      <dgm:spPr/>
    </dgm:pt>
    <dgm:pt modelId="{E3ECC9AB-BCBA-4592-B380-575123FFC6A6}" type="pres">
      <dgm:prSet presAssocID="{F7BC7D09-56EF-4893-A8FF-4EFD75646A8E}" presName="thickLine" presStyleLbl="alignNode1" presStyleIdx="2" presStyleCnt="6"/>
      <dgm:spPr/>
    </dgm:pt>
    <dgm:pt modelId="{C792155A-DCDE-41A4-85FA-ECA0A3545D1A}" type="pres">
      <dgm:prSet presAssocID="{F7BC7D09-56EF-4893-A8FF-4EFD75646A8E}" presName="horz1" presStyleCnt="0"/>
      <dgm:spPr/>
    </dgm:pt>
    <dgm:pt modelId="{CF6F9E1D-0CE9-44EA-B919-7D055936156B}" type="pres">
      <dgm:prSet presAssocID="{F7BC7D09-56EF-4893-A8FF-4EFD75646A8E}" presName="tx1" presStyleLbl="revTx" presStyleIdx="2" presStyleCnt="6"/>
      <dgm:spPr/>
    </dgm:pt>
    <dgm:pt modelId="{0897E286-C2E9-417D-AC82-B7E4BF24AAAD}" type="pres">
      <dgm:prSet presAssocID="{F7BC7D09-56EF-4893-A8FF-4EFD75646A8E}" presName="vert1" presStyleCnt="0"/>
      <dgm:spPr/>
    </dgm:pt>
    <dgm:pt modelId="{9CC8C163-4950-40FD-96DC-2F6D7AD09621}" type="pres">
      <dgm:prSet presAssocID="{7F820337-C5F7-4680-B6F0-8EBA6CE6702C}" presName="thickLine" presStyleLbl="alignNode1" presStyleIdx="3" presStyleCnt="6"/>
      <dgm:spPr/>
    </dgm:pt>
    <dgm:pt modelId="{39437176-EBE3-49F0-B783-E46ECC7EB71A}" type="pres">
      <dgm:prSet presAssocID="{7F820337-C5F7-4680-B6F0-8EBA6CE6702C}" presName="horz1" presStyleCnt="0"/>
      <dgm:spPr/>
    </dgm:pt>
    <dgm:pt modelId="{FA868459-2D5C-4E87-BF77-863FE0710715}" type="pres">
      <dgm:prSet presAssocID="{7F820337-C5F7-4680-B6F0-8EBA6CE6702C}" presName="tx1" presStyleLbl="revTx" presStyleIdx="3" presStyleCnt="6"/>
      <dgm:spPr/>
    </dgm:pt>
    <dgm:pt modelId="{C9563AB8-B58C-4CA0-9B0B-A986D596E869}" type="pres">
      <dgm:prSet presAssocID="{7F820337-C5F7-4680-B6F0-8EBA6CE6702C}" presName="vert1" presStyleCnt="0"/>
      <dgm:spPr/>
    </dgm:pt>
    <dgm:pt modelId="{898BB162-F01E-4EDA-B1B6-4986ADC43836}" type="pres">
      <dgm:prSet presAssocID="{EFB2AAAB-B133-425D-92A6-06DA161DD9B3}" presName="thickLine" presStyleLbl="alignNode1" presStyleIdx="4" presStyleCnt="6"/>
      <dgm:spPr/>
    </dgm:pt>
    <dgm:pt modelId="{6803C502-CD17-42E3-843A-721FBD019353}" type="pres">
      <dgm:prSet presAssocID="{EFB2AAAB-B133-425D-92A6-06DA161DD9B3}" presName="horz1" presStyleCnt="0"/>
      <dgm:spPr/>
    </dgm:pt>
    <dgm:pt modelId="{94F3CDA5-109B-4C0C-AFC6-38ED445D3C41}" type="pres">
      <dgm:prSet presAssocID="{EFB2AAAB-B133-425D-92A6-06DA161DD9B3}" presName="tx1" presStyleLbl="revTx" presStyleIdx="4" presStyleCnt="6"/>
      <dgm:spPr/>
    </dgm:pt>
    <dgm:pt modelId="{6863739D-F906-480C-881E-1E846BDCF364}" type="pres">
      <dgm:prSet presAssocID="{EFB2AAAB-B133-425D-92A6-06DA161DD9B3}" presName="vert1" presStyleCnt="0"/>
      <dgm:spPr/>
    </dgm:pt>
    <dgm:pt modelId="{B5AA00A3-D150-44E3-8A54-5476F4DD30E8}" type="pres">
      <dgm:prSet presAssocID="{663D6FA5-EE43-402B-84EF-3F0A297869C5}" presName="thickLine" presStyleLbl="alignNode1" presStyleIdx="5" presStyleCnt="6"/>
      <dgm:spPr/>
    </dgm:pt>
    <dgm:pt modelId="{99BF28A3-BDE1-4C33-B8F3-910517972FEA}" type="pres">
      <dgm:prSet presAssocID="{663D6FA5-EE43-402B-84EF-3F0A297869C5}" presName="horz1" presStyleCnt="0"/>
      <dgm:spPr/>
    </dgm:pt>
    <dgm:pt modelId="{43B7AC53-E414-431B-999A-D901F587AF8D}" type="pres">
      <dgm:prSet presAssocID="{663D6FA5-EE43-402B-84EF-3F0A297869C5}" presName="tx1" presStyleLbl="revTx" presStyleIdx="5" presStyleCnt="6"/>
      <dgm:spPr/>
    </dgm:pt>
    <dgm:pt modelId="{1DD7C5D6-013D-475D-9AAC-612DAD935975}" type="pres">
      <dgm:prSet presAssocID="{663D6FA5-EE43-402B-84EF-3F0A297869C5}" presName="vert1" presStyleCnt="0"/>
      <dgm:spPr/>
    </dgm:pt>
  </dgm:ptLst>
  <dgm:cxnLst>
    <dgm:cxn modelId="{7145BF05-0A8F-43D0-A3B9-26E2E3DB46A6}" srcId="{0AB26ADF-6F67-46AA-8607-979BCB0885F8}" destId="{EFB2AAAB-B133-425D-92A6-06DA161DD9B3}" srcOrd="4" destOrd="0" parTransId="{A756A42F-FF1F-4912-860A-7B6EB9A89AC3}" sibTransId="{022EDD0E-FCE5-478D-8B96-B04B19B371EF}"/>
    <dgm:cxn modelId="{444BA507-366A-4E0E-8051-76128E328FBD}" srcId="{0AB26ADF-6F67-46AA-8607-979BCB0885F8}" destId="{7F820337-C5F7-4680-B6F0-8EBA6CE6702C}" srcOrd="3" destOrd="0" parTransId="{F5C8986C-4478-4164-B4F1-71BF2E9A1B2A}" sibTransId="{5191C5DC-1EA6-4531-A7D8-56F2E6E55BEE}"/>
    <dgm:cxn modelId="{C7844E11-AAC2-4B7C-B59B-4AAD63B89117}" type="presOf" srcId="{DEA640D4-BC34-4FEC-929F-2899A620B5F0}" destId="{DEA1C03F-82CF-4F77-BC10-8AE578C459F8}" srcOrd="0" destOrd="0" presId="urn:microsoft.com/office/officeart/2008/layout/LinedList"/>
    <dgm:cxn modelId="{233C7F32-78AD-4DA8-B2C7-B3EC2001460C}" srcId="{0AB26ADF-6F67-46AA-8607-979BCB0885F8}" destId="{05CD8490-E13D-41BC-9597-62AA978AF36F}" srcOrd="1" destOrd="0" parTransId="{3752C157-376A-4388-BD86-E6F1A52AEA19}" sibTransId="{2F6C6A6C-B4D7-4B52-AC6D-BF6A6E13F63B}"/>
    <dgm:cxn modelId="{A05C5463-53A0-48D6-BBFC-82CE1D24E123}" type="presOf" srcId="{7F820337-C5F7-4680-B6F0-8EBA6CE6702C}" destId="{FA868459-2D5C-4E87-BF77-863FE0710715}" srcOrd="0" destOrd="0" presId="urn:microsoft.com/office/officeart/2008/layout/LinedList"/>
    <dgm:cxn modelId="{2D680573-6842-4DE5-8A45-F5684751C10D}" type="presOf" srcId="{EFB2AAAB-B133-425D-92A6-06DA161DD9B3}" destId="{94F3CDA5-109B-4C0C-AFC6-38ED445D3C41}" srcOrd="0" destOrd="0" presId="urn:microsoft.com/office/officeart/2008/layout/LinedList"/>
    <dgm:cxn modelId="{07EB6076-8C12-4338-9478-71D3457FEFE7}" type="presOf" srcId="{663D6FA5-EE43-402B-84EF-3F0A297869C5}" destId="{43B7AC53-E414-431B-999A-D901F587AF8D}" srcOrd="0" destOrd="0" presId="urn:microsoft.com/office/officeart/2008/layout/LinedList"/>
    <dgm:cxn modelId="{A8BE4D83-04CC-4EE0-9FA2-999E9BD41896}" srcId="{0AB26ADF-6F67-46AA-8607-979BCB0885F8}" destId="{DEA640D4-BC34-4FEC-929F-2899A620B5F0}" srcOrd="0" destOrd="0" parTransId="{A1C798FD-52AD-496A-9504-C5DD19D76761}" sibTransId="{0D5D18FD-1983-4807-B913-51D30FD37FD3}"/>
    <dgm:cxn modelId="{E75968A3-9F81-4C96-82DE-1A40EBD233F5}" srcId="{0AB26ADF-6F67-46AA-8607-979BCB0885F8}" destId="{663D6FA5-EE43-402B-84EF-3F0A297869C5}" srcOrd="5" destOrd="0" parTransId="{572FA294-1E69-4651-A866-6A628D35A91F}" sibTransId="{8E590A6F-5332-4659-9865-5DE51BCA2976}"/>
    <dgm:cxn modelId="{2698D6CB-8A6D-485A-A356-40DCFC3BF913}" type="presOf" srcId="{0AB26ADF-6F67-46AA-8607-979BCB0885F8}" destId="{7F4D407D-52E0-495A-97D2-C9D05F0F3FC3}" srcOrd="0" destOrd="0" presId="urn:microsoft.com/office/officeart/2008/layout/LinedList"/>
    <dgm:cxn modelId="{88E0C7DF-02DD-4897-88AD-8C4A4B6EC5D3}" srcId="{0AB26ADF-6F67-46AA-8607-979BCB0885F8}" destId="{F7BC7D09-56EF-4893-A8FF-4EFD75646A8E}" srcOrd="2" destOrd="0" parTransId="{F1507F6D-E32F-4595-B7F3-013E4FD8B51A}" sibTransId="{C34A6828-963E-4B27-8418-B01C3CA2B239}"/>
    <dgm:cxn modelId="{0325BCF0-8278-4DFB-A347-F2C3D3E9F24C}" type="presOf" srcId="{F7BC7D09-56EF-4893-A8FF-4EFD75646A8E}" destId="{CF6F9E1D-0CE9-44EA-B919-7D055936156B}" srcOrd="0" destOrd="0" presId="urn:microsoft.com/office/officeart/2008/layout/LinedList"/>
    <dgm:cxn modelId="{725098FC-F8E6-406A-997A-92EE3580F7A3}" type="presOf" srcId="{05CD8490-E13D-41BC-9597-62AA978AF36F}" destId="{178C1C1E-585A-4016-9283-9F92612AD2EA}" srcOrd="0" destOrd="0" presId="urn:microsoft.com/office/officeart/2008/layout/LinedList"/>
    <dgm:cxn modelId="{F50C2436-3502-4127-8F88-0D44EDADC245}" type="presParOf" srcId="{7F4D407D-52E0-495A-97D2-C9D05F0F3FC3}" destId="{C6908548-B770-4C95-9D81-891A409786A7}" srcOrd="0" destOrd="0" presId="urn:microsoft.com/office/officeart/2008/layout/LinedList"/>
    <dgm:cxn modelId="{DD2DF6B9-D04A-4301-8F4B-477DB3743397}" type="presParOf" srcId="{7F4D407D-52E0-495A-97D2-C9D05F0F3FC3}" destId="{15D2A04B-B51A-4640-B591-03E2D2296898}" srcOrd="1" destOrd="0" presId="urn:microsoft.com/office/officeart/2008/layout/LinedList"/>
    <dgm:cxn modelId="{AEECDF8F-8380-4EDA-B78D-E071913F0FAD}" type="presParOf" srcId="{15D2A04B-B51A-4640-B591-03E2D2296898}" destId="{DEA1C03F-82CF-4F77-BC10-8AE578C459F8}" srcOrd="0" destOrd="0" presId="urn:microsoft.com/office/officeart/2008/layout/LinedList"/>
    <dgm:cxn modelId="{DD322C0F-C94C-4C73-944F-FBE1A2489A71}" type="presParOf" srcId="{15D2A04B-B51A-4640-B591-03E2D2296898}" destId="{0B8B99FF-63CE-4041-A02C-A307EBC47FCA}" srcOrd="1" destOrd="0" presId="urn:microsoft.com/office/officeart/2008/layout/LinedList"/>
    <dgm:cxn modelId="{36346AE3-5071-4B96-8102-BDB4B2159A2B}" type="presParOf" srcId="{7F4D407D-52E0-495A-97D2-C9D05F0F3FC3}" destId="{16EFD63E-E666-4A22-AB78-CBFF7EF57B18}" srcOrd="2" destOrd="0" presId="urn:microsoft.com/office/officeart/2008/layout/LinedList"/>
    <dgm:cxn modelId="{D121D0A6-4BE4-4FC3-90E3-AF0D423F5E9F}" type="presParOf" srcId="{7F4D407D-52E0-495A-97D2-C9D05F0F3FC3}" destId="{4EAB33BC-6B17-435D-9B2F-FEF1C19D959A}" srcOrd="3" destOrd="0" presId="urn:microsoft.com/office/officeart/2008/layout/LinedList"/>
    <dgm:cxn modelId="{337F32FA-14A8-4617-AE87-7F7F4DA2889D}" type="presParOf" srcId="{4EAB33BC-6B17-435D-9B2F-FEF1C19D959A}" destId="{178C1C1E-585A-4016-9283-9F92612AD2EA}" srcOrd="0" destOrd="0" presId="urn:microsoft.com/office/officeart/2008/layout/LinedList"/>
    <dgm:cxn modelId="{05BD9C6E-3E9B-4605-B809-A71670C775D4}" type="presParOf" srcId="{4EAB33BC-6B17-435D-9B2F-FEF1C19D959A}" destId="{96666DEE-2973-4DD6-9878-B50294B6C78B}" srcOrd="1" destOrd="0" presId="urn:microsoft.com/office/officeart/2008/layout/LinedList"/>
    <dgm:cxn modelId="{4E6CBB13-ED22-41E6-817C-F7258339ECC4}" type="presParOf" srcId="{7F4D407D-52E0-495A-97D2-C9D05F0F3FC3}" destId="{E3ECC9AB-BCBA-4592-B380-575123FFC6A6}" srcOrd="4" destOrd="0" presId="urn:microsoft.com/office/officeart/2008/layout/LinedList"/>
    <dgm:cxn modelId="{E4AFDC83-41C9-4E9C-8E66-91991A5983A9}" type="presParOf" srcId="{7F4D407D-52E0-495A-97D2-C9D05F0F3FC3}" destId="{C792155A-DCDE-41A4-85FA-ECA0A3545D1A}" srcOrd="5" destOrd="0" presId="urn:microsoft.com/office/officeart/2008/layout/LinedList"/>
    <dgm:cxn modelId="{DDA4F3E2-BA65-475B-8E88-D18E7C667B47}" type="presParOf" srcId="{C792155A-DCDE-41A4-85FA-ECA0A3545D1A}" destId="{CF6F9E1D-0CE9-44EA-B919-7D055936156B}" srcOrd="0" destOrd="0" presId="urn:microsoft.com/office/officeart/2008/layout/LinedList"/>
    <dgm:cxn modelId="{88D08583-C8AD-4AF9-9351-AC00BA56F567}" type="presParOf" srcId="{C792155A-DCDE-41A4-85FA-ECA0A3545D1A}" destId="{0897E286-C2E9-417D-AC82-B7E4BF24AAAD}" srcOrd="1" destOrd="0" presId="urn:microsoft.com/office/officeart/2008/layout/LinedList"/>
    <dgm:cxn modelId="{5B0B8FFD-320E-4143-ADB9-0A4552968000}" type="presParOf" srcId="{7F4D407D-52E0-495A-97D2-C9D05F0F3FC3}" destId="{9CC8C163-4950-40FD-96DC-2F6D7AD09621}" srcOrd="6" destOrd="0" presId="urn:microsoft.com/office/officeart/2008/layout/LinedList"/>
    <dgm:cxn modelId="{CD5F9B34-9A8D-4108-AAAC-2EA36B3BF6B7}" type="presParOf" srcId="{7F4D407D-52E0-495A-97D2-C9D05F0F3FC3}" destId="{39437176-EBE3-49F0-B783-E46ECC7EB71A}" srcOrd="7" destOrd="0" presId="urn:microsoft.com/office/officeart/2008/layout/LinedList"/>
    <dgm:cxn modelId="{2F94409A-DED5-4DD1-8B8E-24564D7BD551}" type="presParOf" srcId="{39437176-EBE3-49F0-B783-E46ECC7EB71A}" destId="{FA868459-2D5C-4E87-BF77-863FE0710715}" srcOrd="0" destOrd="0" presId="urn:microsoft.com/office/officeart/2008/layout/LinedList"/>
    <dgm:cxn modelId="{055765A7-8BD8-425D-B1E4-50FFD3851AEE}" type="presParOf" srcId="{39437176-EBE3-49F0-B783-E46ECC7EB71A}" destId="{C9563AB8-B58C-4CA0-9B0B-A986D596E869}" srcOrd="1" destOrd="0" presId="urn:microsoft.com/office/officeart/2008/layout/LinedList"/>
    <dgm:cxn modelId="{583C0E88-B83C-486C-A4AE-04EBBF6F7987}" type="presParOf" srcId="{7F4D407D-52E0-495A-97D2-C9D05F0F3FC3}" destId="{898BB162-F01E-4EDA-B1B6-4986ADC43836}" srcOrd="8" destOrd="0" presId="urn:microsoft.com/office/officeart/2008/layout/LinedList"/>
    <dgm:cxn modelId="{FDA795A5-0CA2-4A30-92C5-C9CBAA038BE2}" type="presParOf" srcId="{7F4D407D-52E0-495A-97D2-C9D05F0F3FC3}" destId="{6803C502-CD17-42E3-843A-721FBD019353}" srcOrd="9" destOrd="0" presId="urn:microsoft.com/office/officeart/2008/layout/LinedList"/>
    <dgm:cxn modelId="{75DEC6AF-0649-4263-9C39-8DD6ABEBA65E}" type="presParOf" srcId="{6803C502-CD17-42E3-843A-721FBD019353}" destId="{94F3CDA5-109B-4C0C-AFC6-38ED445D3C41}" srcOrd="0" destOrd="0" presId="urn:microsoft.com/office/officeart/2008/layout/LinedList"/>
    <dgm:cxn modelId="{D45C12D2-5206-4448-A340-94447163E325}" type="presParOf" srcId="{6803C502-CD17-42E3-843A-721FBD019353}" destId="{6863739D-F906-480C-881E-1E846BDCF364}" srcOrd="1" destOrd="0" presId="urn:microsoft.com/office/officeart/2008/layout/LinedList"/>
    <dgm:cxn modelId="{FE948B92-B029-4D7F-8AAD-BD6B0B112FA6}" type="presParOf" srcId="{7F4D407D-52E0-495A-97D2-C9D05F0F3FC3}" destId="{B5AA00A3-D150-44E3-8A54-5476F4DD30E8}" srcOrd="10" destOrd="0" presId="urn:microsoft.com/office/officeart/2008/layout/LinedList"/>
    <dgm:cxn modelId="{72EE3685-8ABD-45EC-9477-53C750E073DD}" type="presParOf" srcId="{7F4D407D-52E0-495A-97D2-C9D05F0F3FC3}" destId="{99BF28A3-BDE1-4C33-B8F3-910517972FEA}" srcOrd="11" destOrd="0" presId="urn:microsoft.com/office/officeart/2008/layout/LinedList"/>
    <dgm:cxn modelId="{586ED0AC-28FB-41D0-AA8D-435643F96007}" type="presParOf" srcId="{99BF28A3-BDE1-4C33-B8F3-910517972FEA}" destId="{43B7AC53-E414-431B-999A-D901F587AF8D}" srcOrd="0" destOrd="0" presId="urn:microsoft.com/office/officeart/2008/layout/LinedList"/>
    <dgm:cxn modelId="{2D2E721F-69E6-4277-9F07-E962F4D25970}" type="presParOf" srcId="{99BF28A3-BDE1-4C33-B8F3-910517972FEA}" destId="{1DD7C5D6-013D-475D-9AAC-612DAD9359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6475F34-782B-4860-8C35-B991045841A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DE062CAA-6E7E-485C-A349-F47F13F55ACC}">
      <dgm:prSet/>
      <dgm:spPr/>
      <dgm:t>
        <a:bodyPr/>
        <a:lstStyle/>
        <a:p>
          <a:r>
            <a:rPr lang="fr-FR" b="1"/>
            <a:t>Sequence construction</a:t>
          </a:r>
          <a:endParaRPr lang="fr-FR"/>
        </a:p>
      </dgm:t>
    </dgm:pt>
    <dgm:pt modelId="{70E97404-343C-44B2-8DB4-0FD8BB3CEA98}" type="parTrans" cxnId="{A1E3C6EE-6F43-4AE2-8A66-CD3BA76DF3A1}">
      <dgm:prSet/>
      <dgm:spPr/>
      <dgm:t>
        <a:bodyPr/>
        <a:lstStyle/>
        <a:p>
          <a:endParaRPr lang="fr-FR"/>
        </a:p>
      </dgm:t>
    </dgm:pt>
    <dgm:pt modelId="{3315947D-78EC-4A44-BB7F-1E0FEB6B755E}" type="sibTrans" cxnId="{A1E3C6EE-6F43-4AE2-8A66-CD3BA76DF3A1}">
      <dgm:prSet/>
      <dgm:spPr/>
      <dgm:t>
        <a:bodyPr/>
        <a:lstStyle/>
        <a:p>
          <a:endParaRPr lang="fr-FR"/>
        </a:p>
      </dgm:t>
    </dgm:pt>
    <dgm:pt modelId="{115AA44F-53FE-4E83-B834-FF66A07E057A}">
      <dgm:prSet/>
      <dgm:spPr/>
      <dgm:t>
        <a:bodyPr/>
        <a:lstStyle/>
        <a:p>
          <a:r>
            <a:rPr lang="fr-FR"/>
            <a:t>population and inclusion criteria; </a:t>
          </a:r>
        </a:p>
      </dgm:t>
    </dgm:pt>
    <dgm:pt modelId="{BFEFDAC6-5E2F-447C-AD79-E976AABE7B86}" type="parTrans" cxnId="{3F54BF89-9B62-495C-BBEF-7D80CD169C00}">
      <dgm:prSet/>
      <dgm:spPr/>
      <dgm:t>
        <a:bodyPr/>
        <a:lstStyle/>
        <a:p>
          <a:endParaRPr lang="fr-FR"/>
        </a:p>
      </dgm:t>
    </dgm:pt>
    <dgm:pt modelId="{8958DF2C-E8CA-44F5-8222-CE9B6A252400}" type="sibTrans" cxnId="{3F54BF89-9B62-495C-BBEF-7D80CD169C00}">
      <dgm:prSet/>
      <dgm:spPr/>
      <dgm:t>
        <a:bodyPr/>
        <a:lstStyle/>
        <a:p>
          <a:endParaRPr lang="fr-FR"/>
        </a:p>
      </dgm:t>
    </dgm:pt>
    <dgm:pt modelId="{130279C4-BA73-44A6-882B-2DEDF0968A0C}">
      <dgm:prSet/>
      <dgm:spPr/>
      <dgm:t>
        <a:bodyPr/>
        <a:lstStyle/>
        <a:p>
          <a:r>
            <a:rPr lang="fr-FR"/>
            <a:t>observation window; </a:t>
          </a:r>
        </a:p>
      </dgm:t>
    </dgm:pt>
    <dgm:pt modelId="{C6DFAE46-BBF3-476F-814D-37F4D4A9AE37}" type="parTrans" cxnId="{8EF04CF9-19B3-48A1-80DF-9EC64046466E}">
      <dgm:prSet/>
      <dgm:spPr/>
      <dgm:t>
        <a:bodyPr/>
        <a:lstStyle/>
        <a:p>
          <a:endParaRPr lang="fr-FR"/>
        </a:p>
      </dgm:t>
    </dgm:pt>
    <dgm:pt modelId="{7F64C538-E921-4382-A32D-0EFA961A3CF8}" type="sibTrans" cxnId="{8EF04CF9-19B3-48A1-80DF-9EC64046466E}">
      <dgm:prSet/>
      <dgm:spPr/>
      <dgm:t>
        <a:bodyPr/>
        <a:lstStyle/>
        <a:p>
          <a:endParaRPr lang="fr-FR"/>
        </a:p>
      </dgm:t>
    </dgm:pt>
    <dgm:pt modelId="{48B0467C-20E0-43FA-9176-756247D001F0}">
      <dgm:prSet/>
      <dgm:spPr/>
      <dgm:t>
        <a:bodyPr/>
        <a:lstStyle/>
        <a:p>
          <a:r>
            <a:rPr lang="fr-FR" dirty="0"/>
            <a:t>time axis and unit; </a:t>
          </a:r>
        </a:p>
      </dgm:t>
    </dgm:pt>
    <dgm:pt modelId="{B587166D-A248-44E0-A650-9A1216FEC611}" type="parTrans" cxnId="{E5E8C1D5-B7C2-4D09-973C-4985CC44485F}">
      <dgm:prSet/>
      <dgm:spPr/>
      <dgm:t>
        <a:bodyPr/>
        <a:lstStyle/>
        <a:p>
          <a:endParaRPr lang="fr-FR"/>
        </a:p>
      </dgm:t>
    </dgm:pt>
    <dgm:pt modelId="{208322CB-4BD5-4F37-BEAA-7CCB596E7B0C}" type="sibTrans" cxnId="{E5E8C1D5-B7C2-4D09-973C-4985CC44485F}">
      <dgm:prSet/>
      <dgm:spPr/>
      <dgm:t>
        <a:bodyPr/>
        <a:lstStyle/>
        <a:p>
          <a:endParaRPr lang="fr-FR"/>
        </a:p>
      </dgm:t>
    </dgm:pt>
    <dgm:pt modelId="{D8E5F3BB-2129-405F-B1E3-E02CF94DEC75}">
      <dgm:prSet/>
      <dgm:spPr/>
      <dgm:t>
        <a:bodyPr/>
        <a:lstStyle/>
        <a:p>
          <a:r>
            <a:rPr lang="fr-FR" dirty="0"/>
            <a:t>alphabet and state-</a:t>
          </a:r>
          <a:r>
            <a:rPr lang="fr-FR" dirty="0" err="1"/>
            <a:t>priority</a:t>
          </a:r>
          <a:r>
            <a:rPr lang="fr-FR" dirty="0"/>
            <a:t> </a:t>
          </a:r>
          <a:r>
            <a:rPr lang="fr-FR" dirty="0" err="1"/>
            <a:t>rules</a:t>
          </a:r>
          <a:r>
            <a:rPr lang="fr-FR" dirty="0"/>
            <a:t>; </a:t>
          </a:r>
        </a:p>
      </dgm:t>
    </dgm:pt>
    <dgm:pt modelId="{58D52DBD-1FC9-411F-A2F7-0E2AC4CF8B23}" type="parTrans" cxnId="{9020AF2E-17EB-4902-BB3F-7FB8346A21D2}">
      <dgm:prSet/>
      <dgm:spPr/>
      <dgm:t>
        <a:bodyPr/>
        <a:lstStyle/>
        <a:p>
          <a:endParaRPr lang="fr-FR"/>
        </a:p>
      </dgm:t>
    </dgm:pt>
    <dgm:pt modelId="{91E04057-B901-40FA-B149-264459C8F6B6}" type="sibTrans" cxnId="{9020AF2E-17EB-4902-BB3F-7FB8346A21D2}">
      <dgm:prSet/>
      <dgm:spPr/>
      <dgm:t>
        <a:bodyPr/>
        <a:lstStyle/>
        <a:p>
          <a:endParaRPr lang="fr-FR"/>
        </a:p>
      </dgm:t>
    </dgm:pt>
    <dgm:pt modelId="{612BB5E1-6446-4307-AF81-98F18DA92B21}">
      <dgm:prSet/>
      <dgm:spPr/>
      <dgm:t>
        <a:bodyPr/>
        <a:lstStyle/>
        <a:p>
          <a:r>
            <a:rPr lang="fr-FR" dirty="0" err="1"/>
            <a:t>missing</a:t>
          </a:r>
          <a:r>
            <a:rPr lang="fr-FR" dirty="0"/>
            <a:t> data and </a:t>
          </a:r>
          <a:r>
            <a:rPr lang="fr-FR" dirty="0" err="1"/>
            <a:t>censoring</a:t>
          </a:r>
          <a:r>
            <a:rPr lang="fr-FR" dirty="0"/>
            <a:t>. </a:t>
          </a:r>
        </a:p>
      </dgm:t>
    </dgm:pt>
    <dgm:pt modelId="{12E424A3-2447-4687-89AD-17413E8457AD}" type="parTrans" cxnId="{916A8884-42D9-48C4-8794-08EB7F5F0D77}">
      <dgm:prSet/>
      <dgm:spPr/>
      <dgm:t>
        <a:bodyPr/>
        <a:lstStyle/>
        <a:p>
          <a:endParaRPr lang="fr-FR"/>
        </a:p>
      </dgm:t>
    </dgm:pt>
    <dgm:pt modelId="{C769E70B-F6F6-423D-84A2-CB36DCB7ED66}" type="sibTrans" cxnId="{916A8884-42D9-48C4-8794-08EB7F5F0D77}">
      <dgm:prSet/>
      <dgm:spPr/>
      <dgm:t>
        <a:bodyPr/>
        <a:lstStyle/>
        <a:p>
          <a:endParaRPr lang="fr-FR"/>
        </a:p>
      </dgm:t>
    </dgm:pt>
    <dgm:pt modelId="{510C581D-DC16-4EA3-8DDF-E5AD653B4668}">
      <dgm:prSet/>
      <dgm:spPr/>
      <dgm:t>
        <a:bodyPr/>
        <a:lstStyle/>
        <a:p>
          <a:r>
            <a:rPr lang="fr-FR" b="1" dirty="0" err="1"/>
            <a:t>Comparison</a:t>
          </a:r>
          <a:r>
            <a:rPr lang="fr-FR" b="1" dirty="0"/>
            <a:t> and clustering</a:t>
          </a:r>
          <a:endParaRPr lang="fr-FR" dirty="0"/>
        </a:p>
      </dgm:t>
    </dgm:pt>
    <dgm:pt modelId="{7109C1E2-7791-4C91-80E8-9185BE7854EC}" type="parTrans" cxnId="{E077F1BA-5DEE-428C-9E13-FB07F60849F0}">
      <dgm:prSet/>
      <dgm:spPr/>
      <dgm:t>
        <a:bodyPr/>
        <a:lstStyle/>
        <a:p>
          <a:endParaRPr lang="fr-FR"/>
        </a:p>
      </dgm:t>
    </dgm:pt>
    <dgm:pt modelId="{DBAC9D27-2B7F-4C74-A0D3-B8F80A5F9B3F}" type="sibTrans" cxnId="{E077F1BA-5DEE-428C-9E13-FB07F60849F0}">
      <dgm:prSet/>
      <dgm:spPr/>
      <dgm:t>
        <a:bodyPr/>
        <a:lstStyle/>
        <a:p>
          <a:endParaRPr lang="fr-FR"/>
        </a:p>
      </dgm:t>
    </dgm:pt>
    <dgm:pt modelId="{38136F36-A1A7-40E9-8769-BC00F21EDC94}">
      <dgm:prSet/>
      <dgm:spPr/>
      <dgm:t>
        <a:bodyPr/>
        <a:lstStyle/>
        <a:p>
          <a:r>
            <a:rPr lang="fr-FR" dirty="0"/>
            <a:t>distance </a:t>
          </a:r>
          <a:r>
            <a:rPr lang="fr-FR" dirty="0" err="1"/>
            <a:t>measure</a:t>
          </a:r>
          <a:r>
            <a:rPr lang="fr-FR" dirty="0"/>
            <a:t>; </a:t>
          </a:r>
        </a:p>
      </dgm:t>
    </dgm:pt>
    <dgm:pt modelId="{F3DAF159-B511-4D68-B197-602A3763CDED}" type="parTrans" cxnId="{F5FF974F-FA98-43EA-931B-D22750A89F29}">
      <dgm:prSet/>
      <dgm:spPr/>
      <dgm:t>
        <a:bodyPr/>
        <a:lstStyle/>
        <a:p>
          <a:endParaRPr lang="fr-FR"/>
        </a:p>
      </dgm:t>
    </dgm:pt>
    <dgm:pt modelId="{D8088067-CDA1-437A-9F30-CB7D0A8E7E4A}" type="sibTrans" cxnId="{F5FF974F-FA98-43EA-931B-D22750A89F29}">
      <dgm:prSet/>
      <dgm:spPr/>
      <dgm:t>
        <a:bodyPr/>
        <a:lstStyle/>
        <a:p>
          <a:endParaRPr lang="fr-FR"/>
        </a:p>
      </dgm:t>
    </dgm:pt>
    <dgm:pt modelId="{B749CF29-D166-49FE-AD6A-46D57EC88A67}">
      <dgm:prSet/>
      <dgm:spPr/>
      <dgm:t>
        <a:bodyPr/>
        <a:lstStyle/>
        <a:p>
          <a:r>
            <a:rPr lang="fr-FR"/>
            <a:t>costs and normalisation; </a:t>
          </a:r>
        </a:p>
      </dgm:t>
    </dgm:pt>
    <dgm:pt modelId="{2BFCB21F-4D9F-4CD4-8B0F-DA19CBEE147B}" type="parTrans" cxnId="{002916B2-204C-41E5-8AAC-9B12E4833514}">
      <dgm:prSet/>
      <dgm:spPr/>
      <dgm:t>
        <a:bodyPr/>
        <a:lstStyle/>
        <a:p>
          <a:endParaRPr lang="fr-FR"/>
        </a:p>
      </dgm:t>
    </dgm:pt>
    <dgm:pt modelId="{602E81D4-C62B-43E0-83E9-225929F51DFA}" type="sibTrans" cxnId="{002916B2-204C-41E5-8AAC-9B12E4833514}">
      <dgm:prSet/>
      <dgm:spPr/>
      <dgm:t>
        <a:bodyPr/>
        <a:lstStyle/>
        <a:p>
          <a:endParaRPr lang="fr-FR"/>
        </a:p>
      </dgm:t>
    </dgm:pt>
    <dgm:pt modelId="{C79953AC-EC98-4FB7-AC6E-A8F19446CAA6}">
      <dgm:prSet/>
      <dgm:spPr/>
      <dgm:t>
        <a:bodyPr/>
        <a:lstStyle/>
        <a:p>
          <a:r>
            <a:rPr lang="fr-FR"/>
            <a:t>clustering method; </a:t>
          </a:r>
        </a:p>
      </dgm:t>
    </dgm:pt>
    <dgm:pt modelId="{03D2375E-A026-4A89-B12B-D49415E58275}" type="parTrans" cxnId="{AE98CBFC-1D88-4AA6-B630-C3EB8F3477FF}">
      <dgm:prSet/>
      <dgm:spPr/>
      <dgm:t>
        <a:bodyPr/>
        <a:lstStyle/>
        <a:p>
          <a:endParaRPr lang="fr-FR"/>
        </a:p>
      </dgm:t>
    </dgm:pt>
    <dgm:pt modelId="{16AFEAA1-EA86-4882-AA63-E4B46BDE31C1}" type="sibTrans" cxnId="{AE98CBFC-1D88-4AA6-B630-C3EB8F3477FF}">
      <dgm:prSet/>
      <dgm:spPr/>
      <dgm:t>
        <a:bodyPr/>
        <a:lstStyle/>
        <a:p>
          <a:endParaRPr lang="fr-FR"/>
        </a:p>
      </dgm:t>
    </dgm:pt>
    <dgm:pt modelId="{C4F6B9FE-8CCA-4D1C-B4C9-B37D521983C3}">
      <dgm:prSet/>
      <dgm:spPr/>
      <dgm:t>
        <a:bodyPr/>
        <a:lstStyle/>
        <a:p>
          <a:r>
            <a:rPr lang="fr-FR"/>
            <a:t>number-of-cluster criteria; </a:t>
          </a:r>
        </a:p>
      </dgm:t>
    </dgm:pt>
    <dgm:pt modelId="{E4CA0D9E-4039-4215-8BB4-FA1574C6BF0F}" type="parTrans" cxnId="{9BA36AAE-5C63-406F-8E19-4FEBD5861598}">
      <dgm:prSet/>
      <dgm:spPr/>
      <dgm:t>
        <a:bodyPr/>
        <a:lstStyle/>
        <a:p>
          <a:endParaRPr lang="fr-FR"/>
        </a:p>
      </dgm:t>
    </dgm:pt>
    <dgm:pt modelId="{93AB8C89-7563-4E76-B7D6-FBB1F7592FF1}" type="sibTrans" cxnId="{9BA36AAE-5C63-406F-8E19-4FEBD5861598}">
      <dgm:prSet/>
      <dgm:spPr/>
      <dgm:t>
        <a:bodyPr/>
        <a:lstStyle/>
        <a:p>
          <a:endParaRPr lang="fr-FR"/>
        </a:p>
      </dgm:t>
    </dgm:pt>
    <dgm:pt modelId="{ECE648C2-7A8A-42A5-87DA-460A4B8D54F0}">
      <dgm:prSet/>
      <dgm:spPr/>
      <dgm:t>
        <a:bodyPr/>
        <a:lstStyle/>
        <a:p>
          <a:r>
            <a:rPr lang="fr-FR"/>
            <a:t>sensitivity analyses. </a:t>
          </a:r>
        </a:p>
      </dgm:t>
    </dgm:pt>
    <dgm:pt modelId="{8D6BA6E9-8145-48FA-B87B-B8DB47B5488B}" type="parTrans" cxnId="{F486F42F-DC23-4578-B785-853374145929}">
      <dgm:prSet/>
      <dgm:spPr/>
      <dgm:t>
        <a:bodyPr/>
        <a:lstStyle/>
        <a:p>
          <a:endParaRPr lang="fr-FR"/>
        </a:p>
      </dgm:t>
    </dgm:pt>
    <dgm:pt modelId="{883A9511-64FC-4FDA-A4A0-FC49CD32E8A9}" type="sibTrans" cxnId="{F486F42F-DC23-4578-B785-853374145929}">
      <dgm:prSet/>
      <dgm:spPr/>
      <dgm:t>
        <a:bodyPr/>
        <a:lstStyle/>
        <a:p>
          <a:endParaRPr lang="fr-FR"/>
        </a:p>
      </dgm:t>
    </dgm:pt>
    <dgm:pt modelId="{583E354E-9E7E-46FA-BFAA-03B1122A36F3}">
      <dgm:prSet/>
      <dgm:spPr/>
      <dgm:t>
        <a:bodyPr/>
        <a:lstStyle/>
        <a:p>
          <a:r>
            <a:rPr lang="fr-FR" b="1"/>
            <a:t>Interpretation</a:t>
          </a:r>
          <a:endParaRPr lang="fr-FR"/>
        </a:p>
      </dgm:t>
    </dgm:pt>
    <dgm:pt modelId="{B84605BA-C342-4334-87F9-26FC93478DDF}" type="parTrans" cxnId="{DCD4B782-2BFC-4601-8E28-C5537AEA9489}">
      <dgm:prSet/>
      <dgm:spPr/>
      <dgm:t>
        <a:bodyPr/>
        <a:lstStyle/>
        <a:p>
          <a:endParaRPr lang="fr-FR"/>
        </a:p>
      </dgm:t>
    </dgm:pt>
    <dgm:pt modelId="{F6736F2D-7B9A-476C-87F9-CABE21B789DE}" type="sibTrans" cxnId="{DCD4B782-2BFC-4601-8E28-C5537AEA9489}">
      <dgm:prSet/>
      <dgm:spPr/>
      <dgm:t>
        <a:bodyPr/>
        <a:lstStyle/>
        <a:p>
          <a:endParaRPr lang="fr-FR"/>
        </a:p>
      </dgm:t>
    </dgm:pt>
    <dgm:pt modelId="{B7756148-D773-4B6B-A7CE-42A4BBB4B156}">
      <dgm:prSet/>
      <dgm:spPr/>
      <dgm:t>
        <a:bodyPr/>
        <a:lstStyle/>
        <a:p>
          <a:r>
            <a:rPr lang="fr-FR" dirty="0"/>
            <a:t>cluster sizes; </a:t>
          </a:r>
        </a:p>
      </dgm:t>
    </dgm:pt>
    <dgm:pt modelId="{EA888F1F-355B-4305-ACD8-EAB66AF1644D}" type="parTrans" cxnId="{B21C88C7-730B-4996-87A2-27704A802639}">
      <dgm:prSet/>
      <dgm:spPr/>
      <dgm:t>
        <a:bodyPr/>
        <a:lstStyle/>
        <a:p>
          <a:endParaRPr lang="fr-FR"/>
        </a:p>
      </dgm:t>
    </dgm:pt>
    <dgm:pt modelId="{4AD511B6-4E77-4376-B8D6-53C17979E1E9}" type="sibTrans" cxnId="{B21C88C7-730B-4996-87A2-27704A802639}">
      <dgm:prSet/>
      <dgm:spPr/>
      <dgm:t>
        <a:bodyPr/>
        <a:lstStyle/>
        <a:p>
          <a:endParaRPr lang="fr-FR"/>
        </a:p>
      </dgm:t>
    </dgm:pt>
    <dgm:pt modelId="{5462622D-9B8A-4401-98CD-93A9F2854FA7}">
      <dgm:prSet/>
      <dgm:spPr/>
      <dgm:t>
        <a:bodyPr/>
        <a:lstStyle/>
        <a:p>
          <a:r>
            <a:rPr lang="fr-FR"/>
            <a:t>plots and numerical summaries; </a:t>
          </a:r>
        </a:p>
      </dgm:t>
    </dgm:pt>
    <dgm:pt modelId="{BE7049DB-BAC1-4B7C-B4E9-1A7FB32A3194}" type="parTrans" cxnId="{B1B272E6-EA8C-4430-A7D8-2F5C499328A7}">
      <dgm:prSet/>
      <dgm:spPr/>
      <dgm:t>
        <a:bodyPr/>
        <a:lstStyle/>
        <a:p>
          <a:endParaRPr lang="fr-FR"/>
        </a:p>
      </dgm:t>
    </dgm:pt>
    <dgm:pt modelId="{2326D56E-6B3D-474B-8568-1635393160BA}" type="sibTrans" cxnId="{B1B272E6-EA8C-4430-A7D8-2F5C499328A7}">
      <dgm:prSet/>
      <dgm:spPr/>
      <dgm:t>
        <a:bodyPr/>
        <a:lstStyle/>
        <a:p>
          <a:endParaRPr lang="fr-FR"/>
        </a:p>
      </dgm:t>
    </dgm:pt>
    <dgm:pt modelId="{65482560-F64C-40B6-85CD-C9D3B6EC3EBB}">
      <dgm:prSet/>
      <dgm:spPr/>
      <dgm:t>
        <a:bodyPr/>
        <a:lstStyle/>
        <a:p>
          <a:r>
            <a:rPr lang="fr-FR"/>
            <a:t>regression specification; </a:t>
          </a:r>
        </a:p>
      </dgm:t>
    </dgm:pt>
    <dgm:pt modelId="{902F7F81-364F-444E-B935-C2674A90EB1F}" type="parTrans" cxnId="{0C6D266A-B0D5-402E-85F2-C7741993374B}">
      <dgm:prSet/>
      <dgm:spPr/>
      <dgm:t>
        <a:bodyPr/>
        <a:lstStyle/>
        <a:p>
          <a:endParaRPr lang="fr-FR"/>
        </a:p>
      </dgm:t>
    </dgm:pt>
    <dgm:pt modelId="{A1FB353E-6D65-4118-AC79-FFA4C6625989}" type="sibTrans" cxnId="{0C6D266A-B0D5-402E-85F2-C7741993374B}">
      <dgm:prSet/>
      <dgm:spPr/>
      <dgm:t>
        <a:bodyPr/>
        <a:lstStyle/>
        <a:p>
          <a:endParaRPr lang="fr-FR"/>
        </a:p>
      </dgm:t>
    </dgm:pt>
    <dgm:pt modelId="{0D9AF99E-C6F1-4B46-9D6B-A1769D3AB6ED}">
      <dgm:prSet/>
      <dgm:spPr/>
      <dgm:t>
        <a:bodyPr/>
        <a:lstStyle/>
        <a:p>
          <a:r>
            <a:rPr lang="fr-FR"/>
            <a:t>temporal order; </a:t>
          </a:r>
        </a:p>
      </dgm:t>
    </dgm:pt>
    <dgm:pt modelId="{06C7EE5D-0439-45DF-B265-DF7C04D53B9E}" type="parTrans" cxnId="{F79F315E-7B4E-4C12-B7F7-5B58A6FB2CEE}">
      <dgm:prSet/>
      <dgm:spPr/>
      <dgm:t>
        <a:bodyPr/>
        <a:lstStyle/>
        <a:p>
          <a:endParaRPr lang="fr-FR"/>
        </a:p>
      </dgm:t>
    </dgm:pt>
    <dgm:pt modelId="{81A28ED2-BFDE-470E-9C1F-D7BCCC185924}" type="sibTrans" cxnId="{F79F315E-7B4E-4C12-B7F7-5B58A6FB2CEE}">
      <dgm:prSet/>
      <dgm:spPr/>
      <dgm:t>
        <a:bodyPr/>
        <a:lstStyle/>
        <a:p>
          <a:endParaRPr lang="fr-FR"/>
        </a:p>
      </dgm:t>
    </dgm:pt>
    <dgm:pt modelId="{19185730-4FFF-4058-8C0B-297954C40B77}">
      <dgm:prSet/>
      <dgm:spPr/>
      <dgm:t>
        <a:bodyPr/>
        <a:lstStyle/>
        <a:p>
          <a:r>
            <a:rPr lang="fr-FR"/>
            <a:t>limits to causal interpretation. </a:t>
          </a:r>
        </a:p>
      </dgm:t>
    </dgm:pt>
    <dgm:pt modelId="{54B96C20-0D89-4322-B930-036B288E1200}" type="parTrans" cxnId="{AF25A100-CEAD-4538-83FC-174036EC7BD9}">
      <dgm:prSet/>
      <dgm:spPr/>
      <dgm:t>
        <a:bodyPr/>
        <a:lstStyle/>
        <a:p>
          <a:endParaRPr lang="fr-FR"/>
        </a:p>
      </dgm:t>
    </dgm:pt>
    <dgm:pt modelId="{4E9C8A08-12E3-40E5-B8C8-0F87AAC0E596}" type="sibTrans" cxnId="{AF25A100-CEAD-4538-83FC-174036EC7BD9}">
      <dgm:prSet/>
      <dgm:spPr/>
      <dgm:t>
        <a:bodyPr/>
        <a:lstStyle/>
        <a:p>
          <a:endParaRPr lang="fr-FR"/>
        </a:p>
      </dgm:t>
    </dgm:pt>
    <dgm:pt modelId="{B1C42FF9-ED74-4A50-AB90-91F2E4784C2B}" type="pres">
      <dgm:prSet presAssocID="{96475F34-782B-4860-8C35-B991045841A5}" presName="Name0" presStyleCnt="0">
        <dgm:presLayoutVars>
          <dgm:dir/>
          <dgm:animLvl val="lvl"/>
          <dgm:resizeHandles val="exact"/>
        </dgm:presLayoutVars>
      </dgm:prSet>
      <dgm:spPr/>
    </dgm:pt>
    <dgm:pt modelId="{52A24FC0-877E-4A6D-873B-475212945BD7}" type="pres">
      <dgm:prSet presAssocID="{DE062CAA-6E7E-485C-A349-F47F13F55ACC}" presName="composite" presStyleCnt="0"/>
      <dgm:spPr/>
    </dgm:pt>
    <dgm:pt modelId="{D8A0D10F-6F95-420D-9EF9-F840CDC39540}" type="pres">
      <dgm:prSet presAssocID="{DE062CAA-6E7E-485C-A349-F47F13F55AC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0F6C997-E743-4277-A0C5-66F319DB75D2}" type="pres">
      <dgm:prSet presAssocID="{DE062CAA-6E7E-485C-A349-F47F13F55ACC}" presName="desTx" presStyleLbl="alignAccFollowNode1" presStyleIdx="0" presStyleCnt="3">
        <dgm:presLayoutVars>
          <dgm:bulletEnabled val="1"/>
        </dgm:presLayoutVars>
      </dgm:prSet>
      <dgm:spPr/>
    </dgm:pt>
    <dgm:pt modelId="{B17E7006-64B4-44E9-A0F2-7CE794FA03E6}" type="pres">
      <dgm:prSet presAssocID="{3315947D-78EC-4A44-BB7F-1E0FEB6B755E}" presName="space" presStyleCnt="0"/>
      <dgm:spPr/>
    </dgm:pt>
    <dgm:pt modelId="{E3E893C9-FB0A-40F5-8C65-8F91233F9577}" type="pres">
      <dgm:prSet presAssocID="{510C581D-DC16-4EA3-8DDF-E5AD653B4668}" presName="composite" presStyleCnt="0"/>
      <dgm:spPr/>
    </dgm:pt>
    <dgm:pt modelId="{7FF2ACC5-654C-48F3-A1C0-AE50A448E0CC}" type="pres">
      <dgm:prSet presAssocID="{510C581D-DC16-4EA3-8DDF-E5AD653B4668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907A8D7-0B4F-45CC-9BC3-048186096196}" type="pres">
      <dgm:prSet presAssocID="{510C581D-DC16-4EA3-8DDF-E5AD653B4668}" presName="desTx" presStyleLbl="alignAccFollowNode1" presStyleIdx="1" presStyleCnt="3">
        <dgm:presLayoutVars>
          <dgm:bulletEnabled val="1"/>
        </dgm:presLayoutVars>
      </dgm:prSet>
      <dgm:spPr/>
    </dgm:pt>
    <dgm:pt modelId="{D537D877-A330-468A-B48B-EA58669E1E26}" type="pres">
      <dgm:prSet presAssocID="{DBAC9D27-2B7F-4C74-A0D3-B8F80A5F9B3F}" presName="space" presStyleCnt="0"/>
      <dgm:spPr/>
    </dgm:pt>
    <dgm:pt modelId="{293A488A-A397-4FFE-B898-379BE4799D0F}" type="pres">
      <dgm:prSet presAssocID="{583E354E-9E7E-46FA-BFAA-03B1122A36F3}" presName="composite" presStyleCnt="0"/>
      <dgm:spPr/>
    </dgm:pt>
    <dgm:pt modelId="{A40CDEE4-D5E1-4E4A-B2B9-23F6B37F7E92}" type="pres">
      <dgm:prSet presAssocID="{583E354E-9E7E-46FA-BFAA-03B1122A36F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BD35646-CC62-42D8-B587-64C38B5BCFFE}" type="pres">
      <dgm:prSet presAssocID="{583E354E-9E7E-46FA-BFAA-03B1122A36F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F25A100-CEAD-4538-83FC-174036EC7BD9}" srcId="{583E354E-9E7E-46FA-BFAA-03B1122A36F3}" destId="{19185730-4FFF-4058-8C0B-297954C40B77}" srcOrd="4" destOrd="0" parTransId="{54B96C20-0D89-4322-B930-036B288E1200}" sibTransId="{4E9C8A08-12E3-40E5-B8C8-0F87AAC0E596}"/>
    <dgm:cxn modelId="{E5B50910-7533-4CD8-ABC0-EBC571BAE7F2}" type="presOf" srcId="{B7756148-D773-4B6B-A7CE-42A4BBB4B156}" destId="{BBD35646-CC62-42D8-B587-64C38B5BCFFE}" srcOrd="0" destOrd="0" presId="urn:microsoft.com/office/officeart/2005/8/layout/hList1"/>
    <dgm:cxn modelId="{1B2A4021-4F0E-4EA3-9D92-3D3AE43F7844}" type="presOf" srcId="{115AA44F-53FE-4E83-B834-FF66A07E057A}" destId="{30F6C997-E743-4277-A0C5-66F319DB75D2}" srcOrd="0" destOrd="0" presId="urn:microsoft.com/office/officeart/2005/8/layout/hList1"/>
    <dgm:cxn modelId="{A8FBB626-1463-4F58-B91C-07C772226E87}" type="presOf" srcId="{583E354E-9E7E-46FA-BFAA-03B1122A36F3}" destId="{A40CDEE4-D5E1-4E4A-B2B9-23F6B37F7E92}" srcOrd="0" destOrd="0" presId="urn:microsoft.com/office/officeart/2005/8/layout/hList1"/>
    <dgm:cxn modelId="{1D32A028-E3D3-4160-B63D-590ACE2FC36B}" type="presOf" srcId="{510C581D-DC16-4EA3-8DDF-E5AD653B4668}" destId="{7FF2ACC5-654C-48F3-A1C0-AE50A448E0CC}" srcOrd="0" destOrd="0" presId="urn:microsoft.com/office/officeart/2005/8/layout/hList1"/>
    <dgm:cxn modelId="{9020AF2E-17EB-4902-BB3F-7FB8346A21D2}" srcId="{DE062CAA-6E7E-485C-A349-F47F13F55ACC}" destId="{D8E5F3BB-2129-405F-B1E3-E02CF94DEC75}" srcOrd="3" destOrd="0" parTransId="{58D52DBD-1FC9-411F-A2F7-0E2AC4CF8B23}" sibTransId="{91E04057-B901-40FA-B149-264459C8F6B6}"/>
    <dgm:cxn modelId="{F486F42F-DC23-4578-B785-853374145929}" srcId="{510C581D-DC16-4EA3-8DDF-E5AD653B4668}" destId="{ECE648C2-7A8A-42A5-87DA-460A4B8D54F0}" srcOrd="4" destOrd="0" parTransId="{8D6BA6E9-8145-48FA-B87B-B8DB47B5488B}" sibTransId="{883A9511-64FC-4FDA-A4A0-FC49CD32E8A9}"/>
    <dgm:cxn modelId="{11156D36-2DCD-495E-832A-58A76FEADA4B}" type="presOf" srcId="{130279C4-BA73-44A6-882B-2DEDF0968A0C}" destId="{30F6C997-E743-4277-A0C5-66F319DB75D2}" srcOrd="0" destOrd="1" presId="urn:microsoft.com/office/officeart/2005/8/layout/hList1"/>
    <dgm:cxn modelId="{A932A05B-C2EE-427A-82D6-A70ABFEAED98}" type="presOf" srcId="{0D9AF99E-C6F1-4B46-9D6B-A1769D3AB6ED}" destId="{BBD35646-CC62-42D8-B587-64C38B5BCFFE}" srcOrd="0" destOrd="3" presId="urn:microsoft.com/office/officeart/2005/8/layout/hList1"/>
    <dgm:cxn modelId="{6EF0205E-7670-414A-A17B-800E3FAE2D94}" type="presOf" srcId="{C4F6B9FE-8CCA-4D1C-B4C9-B37D521983C3}" destId="{4907A8D7-0B4F-45CC-9BC3-048186096196}" srcOrd="0" destOrd="3" presId="urn:microsoft.com/office/officeart/2005/8/layout/hList1"/>
    <dgm:cxn modelId="{F79F315E-7B4E-4C12-B7F7-5B58A6FB2CEE}" srcId="{583E354E-9E7E-46FA-BFAA-03B1122A36F3}" destId="{0D9AF99E-C6F1-4B46-9D6B-A1769D3AB6ED}" srcOrd="3" destOrd="0" parTransId="{06C7EE5D-0439-45DF-B265-DF7C04D53B9E}" sibTransId="{81A28ED2-BFDE-470E-9C1F-D7BCCC185924}"/>
    <dgm:cxn modelId="{8BC07241-CB38-4851-9F13-6B8FA86BBF2B}" type="presOf" srcId="{65482560-F64C-40B6-85CD-C9D3B6EC3EBB}" destId="{BBD35646-CC62-42D8-B587-64C38B5BCFFE}" srcOrd="0" destOrd="2" presId="urn:microsoft.com/office/officeart/2005/8/layout/hList1"/>
    <dgm:cxn modelId="{942ECE63-A399-4A13-88F5-D9EDD579680D}" type="presOf" srcId="{DE062CAA-6E7E-485C-A349-F47F13F55ACC}" destId="{D8A0D10F-6F95-420D-9EF9-F840CDC39540}" srcOrd="0" destOrd="0" presId="urn:microsoft.com/office/officeart/2005/8/layout/hList1"/>
    <dgm:cxn modelId="{AB9F4B69-73B7-4296-943C-46A55D5F4F43}" type="presOf" srcId="{C79953AC-EC98-4FB7-AC6E-A8F19446CAA6}" destId="{4907A8D7-0B4F-45CC-9BC3-048186096196}" srcOrd="0" destOrd="2" presId="urn:microsoft.com/office/officeart/2005/8/layout/hList1"/>
    <dgm:cxn modelId="{0C6D266A-B0D5-402E-85F2-C7741993374B}" srcId="{583E354E-9E7E-46FA-BFAA-03B1122A36F3}" destId="{65482560-F64C-40B6-85CD-C9D3B6EC3EBB}" srcOrd="2" destOrd="0" parTransId="{902F7F81-364F-444E-B935-C2674A90EB1F}" sibTransId="{A1FB353E-6D65-4118-AC79-FFA4C6625989}"/>
    <dgm:cxn modelId="{6978416D-27B6-45B8-A080-D7C2A892E384}" type="presOf" srcId="{D8E5F3BB-2129-405F-B1E3-E02CF94DEC75}" destId="{30F6C997-E743-4277-A0C5-66F319DB75D2}" srcOrd="0" destOrd="3" presId="urn:microsoft.com/office/officeart/2005/8/layout/hList1"/>
    <dgm:cxn modelId="{F5FF974F-FA98-43EA-931B-D22750A89F29}" srcId="{510C581D-DC16-4EA3-8DDF-E5AD653B4668}" destId="{38136F36-A1A7-40E9-8769-BC00F21EDC94}" srcOrd="0" destOrd="0" parTransId="{F3DAF159-B511-4D68-B197-602A3763CDED}" sibTransId="{D8088067-CDA1-437A-9F30-CB7D0A8E7E4A}"/>
    <dgm:cxn modelId="{7C962E74-3054-47B5-8F89-86FCF3A3B171}" type="presOf" srcId="{19185730-4FFF-4058-8C0B-297954C40B77}" destId="{BBD35646-CC62-42D8-B587-64C38B5BCFFE}" srcOrd="0" destOrd="4" presId="urn:microsoft.com/office/officeart/2005/8/layout/hList1"/>
    <dgm:cxn modelId="{8F13F276-7E82-47B5-8B0C-9CDBB52B1E14}" type="presOf" srcId="{5462622D-9B8A-4401-98CD-93A9F2854FA7}" destId="{BBD35646-CC62-42D8-B587-64C38B5BCFFE}" srcOrd="0" destOrd="1" presId="urn:microsoft.com/office/officeart/2005/8/layout/hList1"/>
    <dgm:cxn modelId="{A6541557-DEA4-4AA6-BC4B-9728F7830B74}" type="presOf" srcId="{612BB5E1-6446-4307-AF81-98F18DA92B21}" destId="{30F6C997-E743-4277-A0C5-66F319DB75D2}" srcOrd="0" destOrd="4" presId="urn:microsoft.com/office/officeart/2005/8/layout/hList1"/>
    <dgm:cxn modelId="{9CEDEE7E-EC70-4E6E-AE67-2E6A9221F824}" type="presOf" srcId="{B749CF29-D166-49FE-AD6A-46D57EC88A67}" destId="{4907A8D7-0B4F-45CC-9BC3-048186096196}" srcOrd="0" destOrd="1" presId="urn:microsoft.com/office/officeart/2005/8/layout/hList1"/>
    <dgm:cxn modelId="{DCD4B782-2BFC-4601-8E28-C5537AEA9489}" srcId="{96475F34-782B-4860-8C35-B991045841A5}" destId="{583E354E-9E7E-46FA-BFAA-03B1122A36F3}" srcOrd="2" destOrd="0" parTransId="{B84605BA-C342-4334-87F9-26FC93478DDF}" sibTransId="{F6736F2D-7B9A-476C-87F9-CABE21B789DE}"/>
    <dgm:cxn modelId="{916A8884-42D9-48C4-8794-08EB7F5F0D77}" srcId="{DE062CAA-6E7E-485C-A349-F47F13F55ACC}" destId="{612BB5E1-6446-4307-AF81-98F18DA92B21}" srcOrd="4" destOrd="0" parTransId="{12E424A3-2447-4687-89AD-17413E8457AD}" sibTransId="{C769E70B-F6F6-423D-84A2-CB36DCB7ED66}"/>
    <dgm:cxn modelId="{3F54BF89-9B62-495C-BBEF-7D80CD169C00}" srcId="{DE062CAA-6E7E-485C-A349-F47F13F55ACC}" destId="{115AA44F-53FE-4E83-B834-FF66A07E057A}" srcOrd="0" destOrd="0" parTransId="{BFEFDAC6-5E2F-447C-AD79-E976AABE7B86}" sibTransId="{8958DF2C-E8CA-44F5-8222-CE9B6A252400}"/>
    <dgm:cxn modelId="{9BE0DF8C-451B-4656-BA70-F1D14B2F672F}" type="presOf" srcId="{ECE648C2-7A8A-42A5-87DA-460A4B8D54F0}" destId="{4907A8D7-0B4F-45CC-9BC3-048186096196}" srcOrd="0" destOrd="4" presId="urn:microsoft.com/office/officeart/2005/8/layout/hList1"/>
    <dgm:cxn modelId="{9EFFAF96-F838-47D8-BE0C-0FF3D8FB4F13}" type="presOf" srcId="{96475F34-782B-4860-8C35-B991045841A5}" destId="{B1C42FF9-ED74-4A50-AB90-91F2E4784C2B}" srcOrd="0" destOrd="0" presId="urn:microsoft.com/office/officeart/2005/8/layout/hList1"/>
    <dgm:cxn modelId="{BD9C7FA7-CACA-41CB-8476-4D85C0BB1FCB}" type="presOf" srcId="{38136F36-A1A7-40E9-8769-BC00F21EDC94}" destId="{4907A8D7-0B4F-45CC-9BC3-048186096196}" srcOrd="0" destOrd="0" presId="urn:microsoft.com/office/officeart/2005/8/layout/hList1"/>
    <dgm:cxn modelId="{9BA36AAE-5C63-406F-8E19-4FEBD5861598}" srcId="{510C581D-DC16-4EA3-8DDF-E5AD653B4668}" destId="{C4F6B9FE-8CCA-4D1C-B4C9-B37D521983C3}" srcOrd="3" destOrd="0" parTransId="{E4CA0D9E-4039-4215-8BB4-FA1574C6BF0F}" sibTransId="{93AB8C89-7563-4E76-B7D6-FBB1F7592FF1}"/>
    <dgm:cxn modelId="{2CBC88AE-8F75-4B15-B5F8-3DF45AFE1831}" type="presOf" srcId="{48B0467C-20E0-43FA-9176-756247D001F0}" destId="{30F6C997-E743-4277-A0C5-66F319DB75D2}" srcOrd="0" destOrd="2" presId="urn:microsoft.com/office/officeart/2005/8/layout/hList1"/>
    <dgm:cxn modelId="{002916B2-204C-41E5-8AAC-9B12E4833514}" srcId="{510C581D-DC16-4EA3-8DDF-E5AD653B4668}" destId="{B749CF29-D166-49FE-AD6A-46D57EC88A67}" srcOrd="1" destOrd="0" parTransId="{2BFCB21F-4D9F-4CD4-8B0F-DA19CBEE147B}" sibTransId="{602E81D4-C62B-43E0-83E9-225929F51DFA}"/>
    <dgm:cxn modelId="{E077F1BA-5DEE-428C-9E13-FB07F60849F0}" srcId="{96475F34-782B-4860-8C35-B991045841A5}" destId="{510C581D-DC16-4EA3-8DDF-E5AD653B4668}" srcOrd="1" destOrd="0" parTransId="{7109C1E2-7791-4C91-80E8-9185BE7854EC}" sibTransId="{DBAC9D27-2B7F-4C74-A0D3-B8F80A5F9B3F}"/>
    <dgm:cxn modelId="{B21C88C7-730B-4996-87A2-27704A802639}" srcId="{583E354E-9E7E-46FA-BFAA-03B1122A36F3}" destId="{B7756148-D773-4B6B-A7CE-42A4BBB4B156}" srcOrd="0" destOrd="0" parTransId="{EA888F1F-355B-4305-ACD8-EAB66AF1644D}" sibTransId="{4AD511B6-4E77-4376-B8D6-53C17979E1E9}"/>
    <dgm:cxn modelId="{E5E8C1D5-B7C2-4D09-973C-4985CC44485F}" srcId="{DE062CAA-6E7E-485C-A349-F47F13F55ACC}" destId="{48B0467C-20E0-43FA-9176-756247D001F0}" srcOrd="2" destOrd="0" parTransId="{B587166D-A248-44E0-A650-9A1216FEC611}" sibTransId="{208322CB-4BD5-4F37-BEAA-7CCB596E7B0C}"/>
    <dgm:cxn modelId="{B1B272E6-EA8C-4430-A7D8-2F5C499328A7}" srcId="{583E354E-9E7E-46FA-BFAA-03B1122A36F3}" destId="{5462622D-9B8A-4401-98CD-93A9F2854FA7}" srcOrd="1" destOrd="0" parTransId="{BE7049DB-BAC1-4B7C-B4E9-1A7FB32A3194}" sibTransId="{2326D56E-6B3D-474B-8568-1635393160BA}"/>
    <dgm:cxn modelId="{A1E3C6EE-6F43-4AE2-8A66-CD3BA76DF3A1}" srcId="{96475F34-782B-4860-8C35-B991045841A5}" destId="{DE062CAA-6E7E-485C-A349-F47F13F55ACC}" srcOrd="0" destOrd="0" parTransId="{70E97404-343C-44B2-8DB4-0FD8BB3CEA98}" sibTransId="{3315947D-78EC-4A44-BB7F-1E0FEB6B755E}"/>
    <dgm:cxn modelId="{8EF04CF9-19B3-48A1-80DF-9EC64046466E}" srcId="{DE062CAA-6E7E-485C-A349-F47F13F55ACC}" destId="{130279C4-BA73-44A6-882B-2DEDF0968A0C}" srcOrd="1" destOrd="0" parTransId="{C6DFAE46-BBF3-476F-814D-37F4D4A9AE37}" sibTransId="{7F64C538-E921-4382-A32D-0EFA961A3CF8}"/>
    <dgm:cxn modelId="{AE98CBFC-1D88-4AA6-B630-C3EB8F3477FF}" srcId="{510C581D-DC16-4EA3-8DDF-E5AD653B4668}" destId="{C79953AC-EC98-4FB7-AC6E-A8F19446CAA6}" srcOrd="2" destOrd="0" parTransId="{03D2375E-A026-4A89-B12B-D49415E58275}" sibTransId="{16AFEAA1-EA86-4882-AA63-E4B46BDE31C1}"/>
    <dgm:cxn modelId="{30D856D3-D1A2-41E2-A229-25E3917E9EFE}" type="presParOf" srcId="{B1C42FF9-ED74-4A50-AB90-91F2E4784C2B}" destId="{52A24FC0-877E-4A6D-873B-475212945BD7}" srcOrd="0" destOrd="0" presId="urn:microsoft.com/office/officeart/2005/8/layout/hList1"/>
    <dgm:cxn modelId="{BA1CE8D5-EE5C-4CDE-A337-F89137236292}" type="presParOf" srcId="{52A24FC0-877E-4A6D-873B-475212945BD7}" destId="{D8A0D10F-6F95-420D-9EF9-F840CDC39540}" srcOrd="0" destOrd="0" presId="urn:microsoft.com/office/officeart/2005/8/layout/hList1"/>
    <dgm:cxn modelId="{DF24495E-26B4-49CA-A699-266CBFA4727C}" type="presParOf" srcId="{52A24FC0-877E-4A6D-873B-475212945BD7}" destId="{30F6C997-E743-4277-A0C5-66F319DB75D2}" srcOrd="1" destOrd="0" presId="urn:microsoft.com/office/officeart/2005/8/layout/hList1"/>
    <dgm:cxn modelId="{1B2E440D-6F37-4015-942A-3F18DB0AD746}" type="presParOf" srcId="{B1C42FF9-ED74-4A50-AB90-91F2E4784C2B}" destId="{B17E7006-64B4-44E9-A0F2-7CE794FA03E6}" srcOrd="1" destOrd="0" presId="urn:microsoft.com/office/officeart/2005/8/layout/hList1"/>
    <dgm:cxn modelId="{B7287F32-82BB-452B-A9EF-700B660DDB04}" type="presParOf" srcId="{B1C42FF9-ED74-4A50-AB90-91F2E4784C2B}" destId="{E3E893C9-FB0A-40F5-8C65-8F91233F9577}" srcOrd="2" destOrd="0" presId="urn:microsoft.com/office/officeart/2005/8/layout/hList1"/>
    <dgm:cxn modelId="{FD795D22-5103-4438-AD7E-7BCF6A392ED9}" type="presParOf" srcId="{E3E893C9-FB0A-40F5-8C65-8F91233F9577}" destId="{7FF2ACC5-654C-48F3-A1C0-AE50A448E0CC}" srcOrd="0" destOrd="0" presId="urn:microsoft.com/office/officeart/2005/8/layout/hList1"/>
    <dgm:cxn modelId="{AF12CAF0-9AF7-4ADF-ABA9-9966B13BBDAF}" type="presParOf" srcId="{E3E893C9-FB0A-40F5-8C65-8F91233F9577}" destId="{4907A8D7-0B4F-45CC-9BC3-048186096196}" srcOrd="1" destOrd="0" presId="urn:microsoft.com/office/officeart/2005/8/layout/hList1"/>
    <dgm:cxn modelId="{959D13F3-B423-4373-85E9-48ACAB7488AB}" type="presParOf" srcId="{B1C42FF9-ED74-4A50-AB90-91F2E4784C2B}" destId="{D537D877-A330-468A-B48B-EA58669E1E26}" srcOrd="3" destOrd="0" presId="urn:microsoft.com/office/officeart/2005/8/layout/hList1"/>
    <dgm:cxn modelId="{D9FC5736-1C06-464B-ADCA-329E9E22B742}" type="presParOf" srcId="{B1C42FF9-ED74-4A50-AB90-91F2E4784C2B}" destId="{293A488A-A397-4FFE-B898-379BE4799D0F}" srcOrd="4" destOrd="0" presId="urn:microsoft.com/office/officeart/2005/8/layout/hList1"/>
    <dgm:cxn modelId="{04D888B7-D419-4D5B-8EDB-F5F5699E1141}" type="presParOf" srcId="{293A488A-A397-4FFE-B898-379BE4799D0F}" destId="{A40CDEE4-D5E1-4E4A-B2B9-23F6B37F7E92}" srcOrd="0" destOrd="0" presId="urn:microsoft.com/office/officeart/2005/8/layout/hList1"/>
    <dgm:cxn modelId="{56A15F17-1ADC-4420-9D34-452771930B4E}" type="presParOf" srcId="{293A488A-A397-4FFE-B898-379BE4799D0F}" destId="{BBD35646-CC62-42D8-B587-64C38B5BCFF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DD455-C11B-4B9A-B11A-3516D55837AB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6E525-A862-4A8B-9569-50E182D65D3B}">
      <dsp:nvSpPr>
        <dsp:cNvPr id="0" name=""/>
        <dsp:cNvSpPr/>
      </dsp:nvSpPr>
      <dsp:spPr>
        <a:xfrm>
          <a:off x="4159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Raw longitudinal data</a:t>
          </a:r>
        </a:p>
      </dsp:txBody>
      <dsp:txXfrm>
        <a:off x="4159" y="0"/>
        <a:ext cx="1818408" cy="1740535"/>
      </dsp:txXfrm>
    </dsp:sp>
    <dsp:sp modelId="{03A0B8EA-5855-494F-BF67-24866403D566}">
      <dsp:nvSpPr>
        <dsp:cNvPr id="0" name=""/>
        <dsp:cNvSpPr/>
      </dsp:nvSpPr>
      <dsp:spPr>
        <a:xfrm>
          <a:off x="695796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B73EE-A5C0-4A41-A571-5E1EF40A2128}">
      <dsp:nvSpPr>
        <dsp:cNvPr id="0" name=""/>
        <dsp:cNvSpPr/>
      </dsp:nvSpPr>
      <dsp:spPr>
        <a:xfrm>
          <a:off x="1913487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Sequences</a:t>
          </a:r>
        </a:p>
      </dsp:txBody>
      <dsp:txXfrm>
        <a:off x="1913487" y="2610802"/>
        <a:ext cx="1818408" cy="1740535"/>
      </dsp:txXfrm>
    </dsp:sp>
    <dsp:sp modelId="{8A0C95F2-EF79-43C0-BEC3-6E5C5E66E7EF}">
      <dsp:nvSpPr>
        <dsp:cNvPr id="0" name=""/>
        <dsp:cNvSpPr/>
      </dsp:nvSpPr>
      <dsp:spPr>
        <a:xfrm>
          <a:off x="2605124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4B7D8-A283-4D24-A309-D809FDACB740}">
      <dsp:nvSpPr>
        <dsp:cNvPr id="0" name=""/>
        <dsp:cNvSpPr/>
      </dsp:nvSpPr>
      <dsp:spPr>
        <a:xfrm>
          <a:off x="3822815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Distances</a:t>
          </a:r>
        </a:p>
      </dsp:txBody>
      <dsp:txXfrm>
        <a:off x="3822815" y="0"/>
        <a:ext cx="1818408" cy="1740535"/>
      </dsp:txXfrm>
    </dsp:sp>
    <dsp:sp modelId="{49900F72-90FE-4E83-8EC8-C6E86EC542A7}">
      <dsp:nvSpPr>
        <dsp:cNvPr id="0" name=""/>
        <dsp:cNvSpPr/>
      </dsp:nvSpPr>
      <dsp:spPr>
        <a:xfrm>
          <a:off x="4514453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88CD3-A453-4FBA-9EC1-DB1F2FDAF5FC}">
      <dsp:nvSpPr>
        <dsp:cNvPr id="0" name=""/>
        <dsp:cNvSpPr/>
      </dsp:nvSpPr>
      <dsp:spPr>
        <a:xfrm>
          <a:off x="5732144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Trajectory types</a:t>
          </a:r>
        </a:p>
      </dsp:txBody>
      <dsp:txXfrm>
        <a:off x="5732144" y="2610802"/>
        <a:ext cx="1818408" cy="1740535"/>
      </dsp:txXfrm>
    </dsp:sp>
    <dsp:sp modelId="{FC2FF179-5266-40A4-BC0E-FB92FD188593}">
      <dsp:nvSpPr>
        <dsp:cNvPr id="0" name=""/>
        <dsp:cNvSpPr/>
      </dsp:nvSpPr>
      <dsp:spPr>
        <a:xfrm>
          <a:off x="6423781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50A2F-1B63-497C-ACB6-E718917D586E}">
      <dsp:nvSpPr>
        <dsp:cNvPr id="0" name=""/>
        <dsp:cNvSpPr/>
      </dsp:nvSpPr>
      <dsp:spPr>
        <a:xfrm>
          <a:off x="7641472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/>
            <a:t>Interpretation and communication</a:t>
          </a:r>
        </a:p>
      </dsp:txBody>
      <dsp:txXfrm>
        <a:off x="7641472" y="0"/>
        <a:ext cx="1818408" cy="1740535"/>
      </dsp:txXfrm>
    </dsp:sp>
    <dsp:sp modelId="{07015CBA-90C5-4364-89F0-0A133540CF2D}">
      <dsp:nvSpPr>
        <dsp:cNvPr id="0" name=""/>
        <dsp:cNvSpPr/>
      </dsp:nvSpPr>
      <dsp:spPr>
        <a:xfrm>
          <a:off x="8333110" y="1958102"/>
          <a:ext cx="435133" cy="435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4C03A-739F-4673-8625-304FA9CDF41F}">
      <dsp:nvSpPr>
        <dsp:cNvPr id="0" name=""/>
        <dsp:cNvSpPr/>
      </dsp:nvSpPr>
      <dsp:spPr>
        <a:xfrm>
          <a:off x="788669" y="0"/>
          <a:ext cx="8938260" cy="3659231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D502F-704A-49E0-AE4E-38BA049E3163}">
      <dsp:nvSpPr>
        <dsp:cNvPr id="0" name=""/>
        <dsp:cNvSpPr/>
      </dsp:nvSpPr>
      <dsp:spPr>
        <a:xfrm>
          <a:off x="5262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1: build and describe</a:t>
          </a:r>
          <a:endParaRPr lang="fr-FR" sz="2000" kern="1200"/>
        </a:p>
      </dsp:txBody>
      <dsp:txXfrm>
        <a:off x="76714" y="1169221"/>
        <a:ext cx="2388439" cy="1320788"/>
      </dsp:txXfrm>
    </dsp:sp>
    <dsp:sp modelId="{EF9762C0-F1D8-4153-AA3C-17E57B932797}">
      <dsp:nvSpPr>
        <dsp:cNvPr id="0" name=""/>
        <dsp:cNvSpPr/>
      </dsp:nvSpPr>
      <dsp:spPr>
        <a:xfrm>
          <a:off x="266317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2: distances and OM</a:t>
          </a:r>
          <a:endParaRPr lang="fr-FR" sz="2000" kern="1200"/>
        </a:p>
      </dsp:txBody>
      <dsp:txXfrm>
        <a:off x="2734625" y="1169221"/>
        <a:ext cx="2388439" cy="1320788"/>
      </dsp:txXfrm>
    </dsp:sp>
    <dsp:sp modelId="{00C9F4EA-0119-47C7-B69B-9BB48C6F1006}">
      <dsp:nvSpPr>
        <dsp:cNvPr id="0" name=""/>
        <dsp:cNvSpPr/>
      </dsp:nvSpPr>
      <dsp:spPr>
        <a:xfrm>
          <a:off x="532108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3: clustering and typologies</a:t>
          </a:r>
          <a:endParaRPr lang="fr-FR" sz="2000" kern="1200"/>
        </a:p>
      </dsp:txBody>
      <dsp:txXfrm>
        <a:off x="5392535" y="1169221"/>
        <a:ext cx="2388439" cy="1320788"/>
      </dsp:txXfrm>
    </dsp:sp>
    <dsp:sp modelId="{E3B98A3D-E9DB-48B9-BD34-1347D1D97E0D}">
      <dsp:nvSpPr>
        <dsp:cNvPr id="0" name=""/>
        <dsp:cNvSpPr/>
      </dsp:nvSpPr>
      <dsp:spPr>
        <a:xfrm>
          <a:off x="7978993" y="1097769"/>
          <a:ext cx="2531343" cy="146369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Lesson 4: interpretation, mini-projects, presentations</a:t>
          </a:r>
          <a:endParaRPr lang="fr-FR" sz="2000" kern="1200"/>
        </a:p>
      </dsp:txBody>
      <dsp:txXfrm>
        <a:off x="8050445" y="1169221"/>
        <a:ext cx="2388439" cy="1320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9E35ED-3E52-401E-BA4D-FCFF2CBEF87D}">
      <dsp:nvSpPr>
        <dsp:cNvPr id="0" name=""/>
        <dsp:cNvSpPr/>
      </dsp:nvSpPr>
      <dsp:spPr>
        <a:xfrm>
          <a:off x="3953" y="897744"/>
          <a:ext cx="2377306" cy="653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/>
            <a:t>Object 1 – A sequence definition</a:t>
          </a:r>
          <a:endParaRPr lang="fr-FR" sz="1800" kern="1200"/>
        </a:p>
      </dsp:txBody>
      <dsp:txXfrm>
        <a:off x="3953" y="897744"/>
        <a:ext cx="2377306" cy="653563"/>
      </dsp:txXfrm>
    </dsp:sp>
    <dsp:sp modelId="{05B23913-6D4E-43A6-B35A-2DFFA5ED3D2A}">
      <dsp:nvSpPr>
        <dsp:cNvPr id="0" name=""/>
        <dsp:cNvSpPr/>
      </dsp:nvSpPr>
      <dsp:spPr>
        <a:xfrm>
          <a:off x="3953" y="1551308"/>
          <a:ext cx="2377306" cy="190228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population;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time axis;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time unit;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state alphabet. </a:t>
          </a:r>
        </a:p>
      </dsp:txBody>
      <dsp:txXfrm>
        <a:off x="3953" y="1551308"/>
        <a:ext cx="2377306" cy="1902285"/>
      </dsp:txXfrm>
    </dsp:sp>
    <dsp:sp modelId="{8EC793E9-3BC7-4021-92D0-FDCDDE6E6B63}">
      <dsp:nvSpPr>
        <dsp:cNvPr id="0" name=""/>
        <dsp:cNvSpPr/>
      </dsp:nvSpPr>
      <dsp:spPr>
        <a:xfrm>
          <a:off x="2714082" y="897744"/>
          <a:ext cx="2377306" cy="653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/>
            <a:t>Object 2 – Descriptive outputs</a:t>
          </a:r>
          <a:endParaRPr lang="fr-FR" sz="1800" kern="1200"/>
        </a:p>
      </dsp:txBody>
      <dsp:txXfrm>
        <a:off x="2714082" y="897744"/>
        <a:ext cx="2377306" cy="653563"/>
      </dsp:txXfrm>
    </dsp:sp>
    <dsp:sp modelId="{3C8AEE42-39E8-48C7-8436-5816361F7650}">
      <dsp:nvSpPr>
        <dsp:cNvPr id="0" name=""/>
        <dsp:cNvSpPr/>
      </dsp:nvSpPr>
      <dsp:spPr>
        <a:xfrm>
          <a:off x="2714082" y="1551308"/>
          <a:ext cx="2377306" cy="190228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index plots;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state distribution plots;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time in states;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transitions and complexity. </a:t>
          </a:r>
        </a:p>
      </dsp:txBody>
      <dsp:txXfrm>
        <a:off x="2714082" y="1551308"/>
        <a:ext cx="2377306" cy="1902285"/>
      </dsp:txXfrm>
    </dsp:sp>
    <dsp:sp modelId="{EDE957B3-D606-4628-9673-D866309E61BE}">
      <dsp:nvSpPr>
        <dsp:cNvPr id="0" name=""/>
        <dsp:cNvSpPr/>
      </dsp:nvSpPr>
      <dsp:spPr>
        <a:xfrm>
          <a:off x="5424211" y="897744"/>
          <a:ext cx="2377306" cy="653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/>
            <a:t>Object 3 – A concept of similarity</a:t>
          </a:r>
          <a:endParaRPr lang="fr-FR" sz="1800" kern="1200"/>
        </a:p>
      </dsp:txBody>
      <dsp:txXfrm>
        <a:off x="5424211" y="897744"/>
        <a:ext cx="2377306" cy="653563"/>
      </dsp:txXfrm>
    </dsp:sp>
    <dsp:sp modelId="{3FB2137E-6A4E-47C5-BB4E-6453C5E81953}">
      <dsp:nvSpPr>
        <dsp:cNvPr id="0" name=""/>
        <dsp:cNvSpPr/>
      </dsp:nvSpPr>
      <dsp:spPr>
        <a:xfrm>
          <a:off x="5424211" y="1551308"/>
          <a:ext cx="2377306" cy="190228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distance measure;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substitution costs;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indel costs. </a:t>
          </a:r>
        </a:p>
      </dsp:txBody>
      <dsp:txXfrm>
        <a:off x="5424211" y="1551308"/>
        <a:ext cx="2377306" cy="1902285"/>
      </dsp:txXfrm>
    </dsp:sp>
    <dsp:sp modelId="{8B3B0272-C1DA-4A00-A049-505DB192A2C0}">
      <dsp:nvSpPr>
        <dsp:cNvPr id="0" name=""/>
        <dsp:cNvSpPr/>
      </dsp:nvSpPr>
      <dsp:spPr>
        <a:xfrm>
          <a:off x="8134340" y="897744"/>
          <a:ext cx="2377306" cy="653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/>
            <a:t>Object 4 – A typology</a:t>
          </a:r>
          <a:endParaRPr lang="fr-FR" sz="1800" kern="1200"/>
        </a:p>
      </dsp:txBody>
      <dsp:txXfrm>
        <a:off x="8134340" y="897744"/>
        <a:ext cx="2377306" cy="653563"/>
      </dsp:txXfrm>
    </dsp:sp>
    <dsp:sp modelId="{FF6AF38B-4F70-4FCA-AA1A-447B3B7C66CE}">
      <dsp:nvSpPr>
        <dsp:cNvPr id="0" name=""/>
        <dsp:cNvSpPr/>
      </dsp:nvSpPr>
      <dsp:spPr>
        <a:xfrm>
          <a:off x="8134340" y="1551308"/>
          <a:ext cx="2377306" cy="190228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clustering method;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number of clusters;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/>
            <a:t>cluster labels.</a:t>
          </a:r>
        </a:p>
      </dsp:txBody>
      <dsp:txXfrm>
        <a:off x="8134340" y="1551308"/>
        <a:ext cx="2377306" cy="19022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B82C6-80BA-4A94-BF1B-EBF81B5FE6CD}">
      <dsp:nvSpPr>
        <dsp:cNvPr id="0" name=""/>
        <dsp:cNvSpPr/>
      </dsp:nvSpPr>
      <dsp:spPr>
        <a:xfrm>
          <a:off x="8151" y="353795"/>
          <a:ext cx="2436401" cy="146184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Childhood socioeconomic position</a:t>
          </a:r>
          <a:endParaRPr lang="fr-FR" sz="2500" kern="1200"/>
        </a:p>
      </dsp:txBody>
      <dsp:txXfrm>
        <a:off x="50967" y="396611"/>
        <a:ext cx="2350769" cy="1376208"/>
      </dsp:txXfrm>
    </dsp:sp>
    <dsp:sp modelId="{7E089E96-8F0B-47EE-B3D1-071D46C5A9C8}">
      <dsp:nvSpPr>
        <dsp:cNvPr id="0" name=""/>
        <dsp:cNvSpPr/>
      </dsp:nvSpPr>
      <dsp:spPr>
        <a:xfrm>
          <a:off x="2688193" y="782602"/>
          <a:ext cx="516517" cy="604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000" kern="1200"/>
        </a:p>
      </dsp:txBody>
      <dsp:txXfrm>
        <a:off x="2688193" y="903447"/>
        <a:ext cx="361562" cy="362537"/>
      </dsp:txXfrm>
    </dsp:sp>
    <dsp:sp modelId="{74C80038-FA9A-470F-9433-0F258E75F655}">
      <dsp:nvSpPr>
        <dsp:cNvPr id="0" name=""/>
        <dsp:cNvSpPr/>
      </dsp:nvSpPr>
      <dsp:spPr>
        <a:xfrm>
          <a:off x="3419113" y="353795"/>
          <a:ext cx="2436401" cy="146184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Education and early resources</a:t>
          </a:r>
          <a:endParaRPr lang="fr-FR" sz="2500" kern="1200"/>
        </a:p>
      </dsp:txBody>
      <dsp:txXfrm>
        <a:off x="3461929" y="396611"/>
        <a:ext cx="2350769" cy="1376208"/>
      </dsp:txXfrm>
    </dsp:sp>
    <dsp:sp modelId="{383A1585-4739-45B7-B860-AD19BA40F682}">
      <dsp:nvSpPr>
        <dsp:cNvPr id="0" name=""/>
        <dsp:cNvSpPr/>
      </dsp:nvSpPr>
      <dsp:spPr>
        <a:xfrm>
          <a:off x="6099155" y="782602"/>
          <a:ext cx="516517" cy="604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000" kern="1200"/>
        </a:p>
      </dsp:txBody>
      <dsp:txXfrm>
        <a:off x="6099155" y="903447"/>
        <a:ext cx="361562" cy="362537"/>
      </dsp:txXfrm>
    </dsp:sp>
    <dsp:sp modelId="{1D16147E-A728-4404-936C-11DB0A81DE94}">
      <dsp:nvSpPr>
        <dsp:cNvPr id="0" name=""/>
        <dsp:cNvSpPr/>
      </dsp:nvSpPr>
      <dsp:spPr>
        <a:xfrm>
          <a:off x="6830075" y="353795"/>
          <a:ext cx="2436401" cy="146184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Employment trajectory type, ages 20-35</a:t>
          </a:r>
          <a:endParaRPr lang="fr-FR" sz="2500" kern="1200" dirty="0"/>
        </a:p>
      </dsp:txBody>
      <dsp:txXfrm>
        <a:off x="6872891" y="396611"/>
        <a:ext cx="2350769" cy="13762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CD1EC-B648-4735-A424-C5B6D2A96425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1" kern="1200"/>
            <a:t>Lacey et al. (2015)</a:t>
          </a:r>
          <a:r>
            <a:rPr lang="fr-FR" sz="2200" kern="1200"/>
            <a:t> examined work-family life courses and markers of stress and inflammation in midlife.</a:t>
          </a:r>
          <a:endParaRPr lang="en-US" sz="2200" kern="1200"/>
        </a:p>
      </dsp:txBody>
      <dsp:txXfrm rot="-5400000">
        <a:off x="3785616" y="197117"/>
        <a:ext cx="6675221" cy="1012303"/>
      </dsp:txXfrm>
    </dsp:sp>
    <dsp:sp modelId="{8D2C9049-7573-45BF-9D3E-D2D851C89CCB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b="1" kern="1200"/>
            <a:t>Work-family trajectories and health</a:t>
          </a:r>
          <a:endParaRPr lang="en-US" sz="2700" kern="1200"/>
        </a:p>
      </dsp:txBody>
      <dsp:txXfrm>
        <a:off x="68454" y="70578"/>
        <a:ext cx="3648708" cy="1265378"/>
      </dsp:txXfrm>
    </dsp:sp>
    <dsp:sp modelId="{4AE8F29A-AEB2-4985-83DF-89308FEEB06B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1" kern="1200"/>
            <a:t>Wahrendorf (2015)</a:t>
          </a:r>
          <a:r>
            <a:rPr lang="fr-FR" sz="2200" kern="1200"/>
            <a:t> studied how earlier employment histories were associated with quality of life at older ages.</a:t>
          </a:r>
          <a:endParaRPr lang="en-US" sz="2200" kern="1200"/>
        </a:p>
      </dsp:txBody>
      <dsp:txXfrm rot="-5400000">
        <a:off x="3785616" y="1669517"/>
        <a:ext cx="6675221" cy="1012303"/>
      </dsp:txXfrm>
    </dsp:sp>
    <dsp:sp modelId="{FDE12DBB-A3F0-4825-BBF3-4890F8B46982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b="1" kern="1200"/>
            <a:t>Employment histories and quality of life</a:t>
          </a:r>
          <a:endParaRPr lang="en-US" sz="2700" kern="1200"/>
        </a:p>
      </dsp:txBody>
      <dsp:txXfrm>
        <a:off x="68454" y="1542979"/>
        <a:ext cx="3648708" cy="1265378"/>
      </dsp:txXfrm>
    </dsp:sp>
    <dsp:sp modelId="{CBE2370A-098D-4C99-A3FA-A77634F936E5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200" b="1" kern="1200"/>
            <a:t>Benson et al. (2017)</a:t>
          </a:r>
          <a:r>
            <a:rPr lang="fr-FR" sz="2200" kern="1200"/>
            <a:t> examined whether work and family-care histories predicted health among older women.</a:t>
          </a:r>
          <a:endParaRPr lang="en-US" sz="2200" kern="1200"/>
        </a:p>
      </dsp:txBody>
      <dsp:txXfrm rot="-5400000">
        <a:off x="3785616" y="3141918"/>
        <a:ext cx="6675221" cy="1012303"/>
      </dsp:txXfrm>
    </dsp:sp>
    <dsp:sp modelId="{1638B228-02D3-4368-A6D2-B1317E6287C0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b="1" kern="1200"/>
            <a:t>Work and family-care histories</a:t>
          </a:r>
          <a:endParaRPr lang="en-US" sz="2700" kern="1200"/>
        </a:p>
      </dsp:txBody>
      <dsp:txXfrm>
        <a:off x="68454" y="3015380"/>
        <a:ext cx="3648708" cy="12653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26000-E948-4CF7-B0B7-F3EA2DED459C}">
      <dsp:nvSpPr>
        <dsp:cNvPr id="0" name=""/>
        <dsp:cNvSpPr/>
      </dsp:nvSpPr>
      <dsp:spPr>
        <a:xfrm>
          <a:off x="0" y="718756"/>
          <a:ext cx="10515600" cy="95834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63588-EB25-4F53-AA5B-E7B14F38C39E}">
      <dsp:nvSpPr>
        <dsp:cNvPr id="0" name=""/>
        <dsp:cNvSpPr/>
      </dsp:nvSpPr>
      <dsp:spPr>
        <a:xfrm>
          <a:off x="4621" y="0"/>
          <a:ext cx="3049934" cy="958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Childhood SEP </a:t>
          </a:r>
          <a:endParaRPr lang="fr-FR" sz="2200" kern="1200"/>
        </a:p>
      </dsp:txBody>
      <dsp:txXfrm>
        <a:off x="4621" y="0"/>
        <a:ext cx="3049934" cy="958342"/>
      </dsp:txXfrm>
    </dsp:sp>
    <dsp:sp modelId="{98EB41BA-7071-43F5-8B95-72F551CCB498}">
      <dsp:nvSpPr>
        <dsp:cNvPr id="0" name=""/>
        <dsp:cNvSpPr/>
      </dsp:nvSpPr>
      <dsp:spPr>
        <a:xfrm>
          <a:off x="1409795" y="1078134"/>
          <a:ext cx="239585" cy="23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0E8B1-547A-4AA2-B7DF-D1D6EB4E7962}">
      <dsp:nvSpPr>
        <dsp:cNvPr id="0" name=""/>
        <dsp:cNvSpPr/>
      </dsp:nvSpPr>
      <dsp:spPr>
        <a:xfrm>
          <a:off x="3207052" y="1437512"/>
          <a:ext cx="3049934" cy="958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Employment trajectory </a:t>
          </a:r>
          <a:endParaRPr lang="fr-FR" sz="2200" kern="1200"/>
        </a:p>
      </dsp:txBody>
      <dsp:txXfrm>
        <a:off x="3207052" y="1437512"/>
        <a:ext cx="3049934" cy="958342"/>
      </dsp:txXfrm>
    </dsp:sp>
    <dsp:sp modelId="{117EDF8B-536F-4FDA-8108-18A3B51813B2}">
      <dsp:nvSpPr>
        <dsp:cNvPr id="0" name=""/>
        <dsp:cNvSpPr/>
      </dsp:nvSpPr>
      <dsp:spPr>
        <a:xfrm>
          <a:off x="4612227" y="1078134"/>
          <a:ext cx="239585" cy="23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A0467-3053-40AC-9076-3A6B51C01BBC}">
      <dsp:nvSpPr>
        <dsp:cNvPr id="0" name=""/>
        <dsp:cNvSpPr/>
      </dsp:nvSpPr>
      <dsp:spPr>
        <a:xfrm>
          <a:off x="6409484" y="0"/>
          <a:ext cx="3049934" cy="958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b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Health outcome</a:t>
          </a:r>
          <a:endParaRPr lang="fr-FR" sz="2200" kern="1200"/>
        </a:p>
      </dsp:txBody>
      <dsp:txXfrm>
        <a:off x="6409484" y="0"/>
        <a:ext cx="3049934" cy="958342"/>
      </dsp:txXfrm>
    </dsp:sp>
    <dsp:sp modelId="{683DD2C5-3244-44CB-AB1F-F808A805A8B4}">
      <dsp:nvSpPr>
        <dsp:cNvPr id="0" name=""/>
        <dsp:cNvSpPr/>
      </dsp:nvSpPr>
      <dsp:spPr>
        <a:xfrm>
          <a:off x="7814658" y="1078134"/>
          <a:ext cx="239585" cy="2395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14ACB-8C9B-4B67-A03D-67667D723366}">
      <dsp:nvSpPr>
        <dsp:cNvPr id="0" name=""/>
        <dsp:cNvSpPr/>
      </dsp:nvSpPr>
      <dsp:spPr>
        <a:xfrm>
          <a:off x="7942" y="0"/>
          <a:ext cx="2374061" cy="1146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Employment instability</a:t>
          </a:r>
          <a:endParaRPr lang="fr-FR" sz="2400" kern="1200"/>
        </a:p>
      </dsp:txBody>
      <dsp:txXfrm>
        <a:off x="41512" y="33570"/>
        <a:ext cx="2306921" cy="1079035"/>
      </dsp:txXfrm>
    </dsp:sp>
    <dsp:sp modelId="{1E51B19F-044C-4815-812E-48B257958F1B}">
      <dsp:nvSpPr>
        <dsp:cNvPr id="0" name=""/>
        <dsp:cNvSpPr/>
      </dsp:nvSpPr>
      <dsp:spPr>
        <a:xfrm>
          <a:off x="2619410" y="278703"/>
          <a:ext cx="503301" cy="5887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2619410" y="396456"/>
        <a:ext cx="352311" cy="353261"/>
      </dsp:txXfrm>
    </dsp:sp>
    <dsp:sp modelId="{2C56EB93-782E-48DB-9169-53B7755DB999}">
      <dsp:nvSpPr>
        <dsp:cNvPr id="0" name=""/>
        <dsp:cNvSpPr/>
      </dsp:nvSpPr>
      <dsp:spPr>
        <a:xfrm>
          <a:off x="3331629" y="0"/>
          <a:ext cx="2374061" cy="1146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Income at age 35</a:t>
          </a:r>
          <a:endParaRPr lang="fr-FR" sz="2400" kern="1200"/>
        </a:p>
      </dsp:txBody>
      <dsp:txXfrm>
        <a:off x="3365199" y="33570"/>
        <a:ext cx="2306921" cy="1079035"/>
      </dsp:txXfrm>
    </dsp:sp>
    <dsp:sp modelId="{6AFE3D1C-CBFD-4480-AC0B-FA55B24B4728}">
      <dsp:nvSpPr>
        <dsp:cNvPr id="0" name=""/>
        <dsp:cNvSpPr/>
      </dsp:nvSpPr>
      <dsp:spPr>
        <a:xfrm>
          <a:off x="5943096" y="278703"/>
          <a:ext cx="503301" cy="5887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800" kern="1200"/>
        </a:p>
      </dsp:txBody>
      <dsp:txXfrm>
        <a:off x="5943096" y="396456"/>
        <a:ext cx="352311" cy="353261"/>
      </dsp:txXfrm>
    </dsp:sp>
    <dsp:sp modelId="{2B6824A7-6B4F-48FC-897E-159E8A1B969F}">
      <dsp:nvSpPr>
        <dsp:cNvPr id="0" name=""/>
        <dsp:cNvSpPr/>
      </dsp:nvSpPr>
      <dsp:spPr>
        <a:xfrm>
          <a:off x="6655315" y="0"/>
          <a:ext cx="2374061" cy="11461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Health at age 40</a:t>
          </a:r>
          <a:endParaRPr lang="fr-FR" sz="2400" kern="1200"/>
        </a:p>
      </dsp:txBody>
      <dsp:txXfrm>
        <a:off x="6688885" y="33570"/>
        <a:ext cx="2306921" cy="10790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C33C3-D12D-405A-9931-8EC93DD4A4F6}">
      <dsp:nvSpPr>
        <dsp:cNvPr id="0" name=""/>
        <dsp:cNvSpPr/>
      </dsp:nvSpPr>
      <dsp:spPr>
        <a:xfrm>
          <a:off x="0" y="531304"/>
          <a:ext cx="10363200" cy="70840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1FD47-3210-437C-8C96-68F54CACEF3A}">
      <dsp:nvSpPr>
        <dsp:cNvPr id="0" name=""/>
        <dsp:cNvSpPr/>
      </dsp:nvSpPr>
      <dsp:spPr>
        <a:xfrm>
          <a:off x="113" y="0"/>
          <a:ext cx="4549586" cy="70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b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500" kern="1200"/>
            <a:t>20</a:t>
          </a:r>
          <a:endParaRPr lang="fr-FR" sz="2500" kern="1200"/>
        </a:p>
      </dsp:txBody>
      <dsp:txXfrm>
        <a:off x="113" y="0"/>
        <a:ext cx="4549586" cy="708406"/>
      </dsp:txXfrm>
    </dsp:sp>
    <dsp:sp modelId="{C37419D9-7017-4D9C-928E-85EB0AC17F7B}">
      <dsp:nvSpPr>
        <dsp:cNvPr id="0" name=""/>
        <dsp:cNvSpPr/>
      </dsp:nvSpPr>
      <dsp:spPr>
        <a:xfrm>
          <a:off x="2186356" y="796956"/>
          <a:ext cx="177101" cy="17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8BA8D-6E85-43C3-8A69-A575CE8DB5AD}">
      <dsp:nvSpPr>
        <dsp:cNvPr id="0" name=""/>
        <dsp:cNvSpPr/>
      </dsp:nvSpPr>
      <dsp:spPr>
        <a:xfrm>
          <a:off x="4777179" y="0"/>
          <a:ext cx="4549586" cy="70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2500" kern="1200" dirty="0"/>
            <a:t>35</a:t>
          </a:r>
          <a:endParaRPr lang="fr-FR" sz="2500" kern="1200" dirty="0"/>
        </a:p>
      </dsp:txBody>
      <dsp:txXfrm>
        <a:off x="4777179" y="0"/>
        <a:ext cx="4549586" cy="708406"/>
      </dsp:txXfrm>
    </dsp:sp>
    <dsp:sp modelId="{7C63B658-6C8C-4043-BF5E-72F0741FCB78}">
      <dsp:nvSpPr>
        <dsp:cNvPr id="0" name=""/>
        <dsp:cNvSpPr/>
      </dsp:nvSpPr>
      <dsp:spPr>
        <a:xfrm>
          <a:off x="6963422" y="796956"/>
          <a:ext cx="177101" cy="1771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C3611D-CDA6-4235-95F2-D4038575E6B6}">
      <dsp:nvSpPr>
        <dsp:cNvPr id="0" name=""/>
        <dsp:cNvSpPr/>
      </dsp:nvSpPr>
      <dsp:spPr>
        <a:xfrm>
          <a:off x="3243" y="363301"/>
          <a:ext cx="1228237" cy="10726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States</a:t>
          </a:r>
          <a:endParaRPr lang="fr-FR" sz="2000" kern="1200"/>
        </a:p>
      </dsp:txBody>
      <dsp:txXfrm>
        <a:off x="34660" y="394718"/>
        <a:ext cx="1165403" cy="1009834"/>
      </dsp:txXfrm>
    </dsp:sp>
    <dsp:sp modelId="{5B6EFD03-A689-4A97-8F7E-9192AC8EDD6A}">
      <dsp:nvSpPr>
        <dsp:cNvPr id="0" name=""/>
        <dsp:cNvSpPr/>
      </dsp:nvSpPr>
      <dsp:spPr>
        <a:xfrm>
          <a:off x="1354304" y="747334"/>
          <a:ext cx="260386" cy="304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1354304" y="808254"/>
        <a:ext cx="182270" cy="182762"/>
      </dsp:txXfrm>
    </dsp:sp>
    <dsp:sp modelId="{7B9925F0-888F-4C37-B6AE-0BD24C3AD941}">
      <dsp:nvSpPr>
        <dsp:cNvPr id="0" name=""/>
        <dsp:cNvSpPr/>
      </dsp:nvSpPr>
      <dsp:spPr>
        <a:xfrm>
          <a:off x="1722775" y="363301"/>
          <a:ext cx="1228237" cy="10726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Time unit</a:t>
          </a:r>
          <a:endParaRPr lang="fr-FR" sz="2000" kern="1200"/>
        </a:p>
      </dsp:txBody>
      <dsp:txXfrm>
        <a:off x="1754192" y="394718"/>
        <a:ext cx="1165403" cy="1009834"/>
      </dsp:txXfrm>
    </dsp:sp>
    <dsp:sp modelId="{266840F3-246F-4A7F-AEA4-74492AE5FABD}">
      <dsp:nvSpPr>
        <dsp:cNvPr id="0" name=""/>
        <dsp:cNvSpPr/>
      </dsp:nvSpPr>
      <dsp:spPr>
        <a:xfrm>
          <a:off x="3073837" y="747334"/>
          <a:ext cx="260386" cy="304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3073837" y="808254"/>
        <a:ext cx="182270" cy="182762"/>
      </dsp:txXfrm>
    </dsp:sp>
    <dsp:sp modelId="{17174BD9-FD6A-4838-B6D4-94C631CDE04B}">
      <dsp:nvSpPr>
        <dsp:cNvPr id="0" name=""/>
        <dsp:cNvSpPr/>
      </dsp:nvSpPr>
      <dsp:spPr>
        <a:xfrm>
          <a:off x="3442308" y="363301"/>
          <a:ext cx="1228237" cy="10726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Distance measure</a:t>
          </a:r>
          <a:endParaRPr lang="fr-FR" sz="2000" kern="1200"/>
        </a:p>
      </dsp:txBody>
      <dsp:txXfrm>
        <a:off x="3473725" y="394718"/>
        <a:ext cx="1165403" cy="1009834"/>
      </dsp:txXfrm>
    </dsp:sp>
    <dsp:sp modelId="{C5C3EE76-4CBA-4B11-8B26-68D1D20AC682}">
      <dsp:nvSpPr>
        <dsp:cNvPr id="0" name=""/>
        <dsp:cNvSpPr/>
      </dsp:nvSpPr>
      <dsp:spPr>
        <a:xfrm>
          <a:off x="4793369" y="747334"/>
          <a:ext cx="260386" cy="304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4793369" y="808254"/>
        <a:ext cx="182270" cy="182762"/>
      </dsp:txXfrm>
    </dsp:sp>
    <dsp:sp modelId="{26046AB6-727E-459A-B3BF-9B2309A119EB}">
      <dsp:nvSpPr>
        <dsp:cNvPr id="0" name=""/>
        <dsp:cNvSpPr/>
      </dsp:nvSpPr>
      <dsp:spPr>
        <a:xfrm>
          <a:off x="5161841" y="363301"/>
          <a:ext cx="1228237" cy="10726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Cost settings</a:t>
          </a:r>
          <a:endParaRPr lang="fr-FR" sz="2000" kern="1200"/>
        </a:p>
      </dsp:txBody>
      <dsp:txXfrm>
        <a:off x="5193258" y="394718"/>
        <a:ext cx="1165403" cy="1009834"/>
      </dsp:txXfrm>
    </dsp:sp>
    <dsp:sp modelId="{E2449651-FD65-41D3-8195-CDC189832121}">
      <dsp:nvSpPr>
        <dsp:cNvPr id="0" name=""/>
        <dsp:cNvSpPr/>
      </dsp:nvSpPr>
      <dsp:spPr>
        <a:xfrm>
          <a:off x="6512902" y="747334"/>
          <a:ext cx="260386" cy="304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6512902" y="808254"/>
        <a:ext cx="182270" cy="182762"/>
      </dsp:txXfrm>
    </dsp:sp>
    <dsp:sp modelId="{38E89B9C-E6B6-4179-97C6-59FBE3C3C376}">
      <dsp:nvSpPr>
        <dsp:cNvPr id="0" name=""/>
        <dsp:cNvSpPr/>
      </dsp:nvSpPr>
      <dsp:spPr>
        <a:xfrm>
          <a:off x="6881373" y="363301"/>
          <a:ext cx="1228237" cy="10726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Clustering</a:t>
          </a:r>
          <a:r>
            <a:rPr lang="en-US" sz="2000" kern="1200" dirty="0"/>
            <a:t> </a:t>
          </a:r>
          <a:r>
            <a:rPr lang="en-US" sz="1800" kern="1200" dirty="0"/>
            <a:t>method</a:t>
          </a:r>
          <a:endParaRPr lang="fr-FR" sz="2000" kern="1200" dirty="0"/>
        </a:p>
      </dsp:txBody>
      <dsp:txXfrm>
        <a:off x="6912790" y="394718"/>
        <a:ext cx="1165403" cy="1009834"/>
      </dsp:txXfrm>
    </dsp:sp>
    <dsp:sp modelId="{5C1EAE47-596D-49A4-8092-817CF2D28058}">
      <dsp:nvSpPr>
        <dsp:cNvPr id="0" name=""/>
        <dsp:cNvSpPr/>
      </dsp:nvSpPr>
      <dsp:spPr>
        <a:xfrm>
          <a:off x="8232435" y="747334"/>
          <a:ext cx="260386" cy="304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8232435" y="808254"/>
        <a:ext cx="182270" cy="182762"/>
      </dsp:txXfrm>
    </dsp:sp>
    <dsp:sp modelId="{C173EBDF-76B1-4678-AD9B-EE1708D8D50F}">
      <dsp:nvSpPr>
        <dsp:cNvPr id="0" name=""/>
        <dsp:cNvSpPr/>
      </dsp:nvSpPr>
      <dsp:spPr>
        <a:xfrm>
          <a:off x="8600906" y="363301"/>
          <a:ext cx="1228237" cy="10726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Number of clusters</a:t>
          </a:r>
          <a:endParaRPr lang="fr-FR" sz="2000" kern="1200"/>
        </a:p>
      </dsp:txBody>
      <dsp:txXfrm>
        <a:off x="8632323" y="394718"/>
        <a:ext cx="1165403" cy="1009834"/>
      </dsp:txXfrm>
    </dsp:sp>
    <dsp:sp modelId="{AD579BC0-9570-4EDD-AE94-AA1450474261}">
      <dsp:nvSpPr>
        <dsp:cNvPr id="0" name=""/>
        <dsp:cNvSpPr/>
      </dsp:nvSpPr>
      <dsp:spPr>
        <a:xfrm>
          <a:off x="9951967" y="747334"/>
          <a:ext cx="260386" cy="3046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9951967" y="808254"/>
        <a:ext cx="182270" cy="182762"/>
      </dsp:txXfrm>
    </dsp:sp>
    <dsp:sp modelId="{E02812DE-66E0-4D60-9CF7-FABD9BE8B58F}">
      <dsp:nvSpPr>
        <dsp:cNvPr id="0" name=""/>
        <dsp:cNvSpPr/>
      </dsp:nvSpPr>
      <dsp:spPr>
        <a:xfrm>
          <a:off x="10320439" y="363301"/>
          <a:ext cx="1228237" cy="107266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Cluster variable</a:t>
          </a:r>
          <a:endParaRPr lang="fr-FR" sz="2000" kern="1200"/>
        </a:p>
      </dsp:txBody>
      <dsp:txXfrm>
        <a:off x="10351856" y="394718"/>
        <a:ext cx="1165403" cy="100983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1B941-4332-4186-B5C9-455EDBC194F6}">
      <dsp:nvSpPr>
        <dsp:cNvPr id="0" name=""/>
        <dsp:cNvSpPr/>
      </dsp:nvSpPr>
      <dsp:spPr>
        <a:xfrm>
          <a:off x="51" y="284428"/>
          <a:ext cx="4913783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Supported conclusions</a:t>
          </a:r>
          <a:endParaRPr lang="fr-FR" sz="2100" kern="1200"/>
        </a:p>
      </dsp:txBody>
      <dsp:txXfrm>
        <a:off x="51" y="284428"/>
        <a:ext cx="4913783" cy="604800"/>
      </dsp:txXfrm>
    </dsp:sp>
    <dsp:sp modelId="{422D1380-F108-4E35-938F-79BAEF4527CE}">
      <dsp:nvSpPr>
        <dsp:cNvPr id="0" name=""/>
        <dsp:cNvSpPr/>
      </dsp:nvSpPr>
      <dsp:spPr>
        <a:xfrm>
          <a:off x="51" y="889228"/>
          <a:ext cx="4913783" cy="3177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trajectory patterns were observed in this population and period;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some patterns were more common than others;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clusters differed in their composition;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later outcomes varied across clusters;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results were more or less robust across specifications. </a:t>
          </a:r>
        </a:p>
      </dsp:txBody>
      <dsp:txXfrm>
        <a:off x="51" y="889228"/>
        <a:ext cx="4913783" cy="3177680"/>
      </dsp:txXfrm>
    </dsp:sp>
    <dsp:sp modelId="{CAF219A8-F5B9-42AC-A77D-75DDB82C7923}">
      <dsp:nvSpPr>
        <dsp:cNvPr id="0" name=""/>
        <dsp:cNvSpPr/>
      </dsp:nvSpPr>
      <dsp:spPr>
        <a:xfrm>
          <a:off x="5601764" y="284428"/>
          <a:ext cx="4913783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b="1" kern="1200"/>
            <a:t>Unsupported without stronger design</a:t>
          </a:r>
          <a:endParaRPr lang="fr-FR" sz="2100" kern="1200"/>
        </a:p>
      </dsp:txBody>
      <dsp:txXfrm>
        <a:off x="5601764" y="284428"/>
        <a:ext cx="4913783" cy="604800"/>
      </dsp:txXfrm>
    </dsp:sp>
    <dsp:sp modelId="{8040D371-3C41-4F05-8628-1A1EED82CC77}">
      <dsp:nvSpPr>
        <dsp:cNvPr id="0" name=""/>
        <dsp:cNvSpPr/>
      </dsp:nvSpPr>
      <dsp:spPr>
        <a:xfrm>
          <a:off x="5601764" y="889228"/>
          <a:ext cx="4913783" cy="31776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one trajectory caused the later outcome;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clusters are natural types of people;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the same typology applies to every cohort or country;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cluster labels describe every person perfectly;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100" kern="1200"/>
            <a:t>the chosen number of clusters is uniquely correct.</a:t>
          </a:r>
        </a:p>
      </dsp:txBody>
      <dsp:txXfrm>
        <a:off x="5601764" y="889228"/>
        <a:ext cx="4913783" cy="31776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08548-B770-4C95-9D81-891A409786A7}">
      <dsp:nvSpPr>
        <dsp:cNvPr id="0" name=""/>
        <dsp:cNvSpPr/>
      </dsp:nvSpPr>
      <dsp:spPr>
        <a:xfrm>
          <a:off x="0" y="1587"/>
          <a:ext cx="8808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1C03F-82CF-4F77-BC10-8AE578C459F8}">
      <dsp:nvSpPr>
        <dsp:cNvPr id="0" name=""/>
        <dsp:cNvSpPr/>
      </dsp:nvSpPr>
      <dsp:spPr>
        <a:xfrm>
          <a:off x="0" y="1587"/>
          <a:ext cx="8808720" cy="541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research question and sequence rationale; </a:t>
          </a:r>
        </a:p>
      </dsp:txBody>
      <dsp:txXfrm>
        <a:off x="0" y="1587"/>
        <a:ext cx="8808720" cy="541284"/>
      </dsp:txXfrm>
    </dsp:sp>
    <dsp:sp modelId="{16EFD63E-E666-4A22-AB78-CBFF7EF57B18}">
      <dsp:nvSpPr>
        <dsp:cNvPr id="0" name=""/>
        <dsp:cNvSpPr/>
      </dsp:nvSpPr>
      <dsp:spPr>
        <a:xfrm>
          <a:off x="0" y="542872"/>
          <a:ext cx="8808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C1C1E-585A-4016-9283-9F92612AD2EA}">
      <dsp:nvSpPr>
        <dsp:cNvPr id="0" name=""/>
        <dsp:cNvSpPr/>
      </dsp:nvSpPr>
      <dsp:spPr>
        <a:xfrm>
          <a:off x="0" y="542872"/>
          <a:ext cx="8808720" cy="541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population and observation window; </a:t>
          </a:r>
        </a:p>
      </dsp:txBody>
      <dsp:txXfrm>
        <a:off x="0" y="542872"/>
        <a:ext cx="8808720" cy="541284"/>
      </dsp:txXfrm>
    </dsp:sp>
    <dsp:sp modelId="{E3ECC9AB-BCBA-4592-B380-575123FFC6A6}">
      <dsp:nvSpPr>
        <dsp:cNvPr id="0" name=""/>
        <dsp:cNvSpPr/>
      </dsp:nvSpPr>
      <dsp:spPr>
        <a:xfrm>
          <a:off x="0" y="1084156"/>
          <a:ext cx="8808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F9E1D-0CE9-44EA-B919-7D055936156B}">
      <dsp:nvSpPr>
        <dsp:cNvPr id="0" name=""/>
        <dsp:cNvSpPr/>
      </dsp:nvSpPr>
      <dsp:spPr>
        <a:xfrm>
          <a:off x="0" y="1084156"/>
          <a:ext cx="8808720" cy="541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state definition and time axis; </a:t>
          </a:r>
        </a:p>
      </dsp:txBody>
      <dsp:txXfrm>
        <a:off x="0" y="1084156"/>
        <a:ext cx="8808720" cy="541284"/>
      </dsp:txXfrm>
    </dsp:sp>
    <dsp:sp modelId="{9CC8C163-4950-40FD-96DC-2F6D7AD09621}">
      <dsp:nvSpPr>
        <dsp:cNvPr id="0" name=""/>
        <dsp:cNvSpPr/>
      </dsp:nvSpPr>
      <dsp:spPr>
        <a:xfrm>
          <a:off x="0" y="1625441"/>
          <a:ext cx="8808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68459-2D5C-4E87-BF77-863FE0710715}">
      <dsp:nvSpPr>
        <dsp:cNvPr id="0" name=""/>
        <dsp:cNvSpPr/>
      </dsp:nvSpPr>
      <dsp:spPr>
        <a:xfrm>
          <a:off x="0" y="1625441"/>
          <a:ext cx="8808720" cy="541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distance and clustering choices; </a:t>
          </a:r>
        </a:p>
      </dsp:txBody>
      <dsp:txXfrm>
        <a:off x="0" y="1625441"/>
        <a:ext cx="8808720" cy="541284"/>
      </dsp:txXfrm>
    </dsp:sp>
    <dsp:sp modelId="{898BB162-F01E-4EDA-B1B6-4986ADC43836}">
      <dsp:nvSpPr>
        <dsp:cNvPr id="0" name=""/>
        <dsp:cNvSpPr/>
      </dsp:nvSpPr>
      <dsp:spPr>
        <a:xfrm>
          <a:off x="0" y="2166726"/>
          <a:ext cx="8808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3CDA5-109B-4C0C-AFC6-38ED445D3C41}">
      <dsp:nvSpPr>
        <dsp:cNvPr id="0" name=""/>
        <dsp:cNvSpPr/>
      </dsp:nvSpPr>
      <dsp:spPr>
        <a:xfrm>
          <a:off x="0" y="2166726"/>
          <a:ext cx="8808720" cy="541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cluster interpretation and validation; </a:t>
          </a:r>
        </a:p>
      </dsp:txBody>
      <dsp:txXfrm>
        <a:off x="0" y="2166726"/>
        <a:ext cx="8808720" cy="541284"/>
      </dsp:txXfrm>
    </dsp:sp>
    <dsp:sp modelId="{B5AA00A3-D150-44E3-8A54-5476F4DD30E8}">
      <dsp:nvSpPr>
        <dsp:cNvPr id="0" name=""/>
        <dsp:cNvSpPr/>
      </dsp:nvSpPr>
      <dsp:spPr>
        <a:xfrm>
          <a:off x="0" y="2708010"/>
          <a:ext cx="8808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7AC53-E414-431B-999A-D901F587AF8D}">
      <dsp:nvSpPr>
        <dsp:cNvPr id="0" name=""/>
        <dsp:cNvSpPr/>
      </dsp:nvSpPr>
      <dsp:spPr>
        <a:xfrm>
          <a:off x="0" y="2708010"/>
          <a:ext cx="8808720" cy="541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association models and limitations.</a:t>
          </a:r>
        </a:p>
      </dsp:txBody>
      <dsp:txXfrm>
        <a:off x="0" y="2708010"/>
        <a:ext cx="8808720" cy="54128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0D10F-6F95-420D-9EF9-F840CDC39540}">
      <dsp:nvSpPr>
        <dsp:cNvPr id="0" name=""/>
        <dsp:cNvSpPr/>
      </dsp:nvSpPr>
      <dsp:spPr>
        <a:xfrm>
          <a:off x="3286" y="210588"/>
          <a:ext cx="3203971" cy="8365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/>
            <a:t>Sequence construction</a:t>
          </a:r>
          <a:endParaRPr lang="fr-FR" sz="2300" kern="1200"/>
        </a:p>
      </dsp:txBody>
      <dsp:txXfrm>
        <a:off x="3286" y="210588"/>
        <a:ext cx="3203971" cy="836546"/>
      </dsp:txXfrm>
    </dsp:sp>
    <dsp:sp modelId="{30F6C997-E743-4277-A0C5-66F319DB75D2}">
      <dsp:nvSpPr>
        <dsp:cNvPr id="0" name=""/>
        <dsp:cNvSpPr/>
      </dsp:nvSpPr>
      <dsp:spPr>
        <a:xfrm>
          <a:off x="3286" y="1047134"/>
          <a:ext cx="3203971" cy="30936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population and inclusion criteria;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observation window;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time axis and unit;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alphabet and state-</a:t>
          </a:r>
          <a:r>
            <a:rPr lang="fr-FR" sz="2300" kern="1200" dirty="0" err="1"/>
            <a:t>priority</a:t>
          </a:r>
          <a:r>
            <a:rPr lang="fr-FR" sz="2300" kern="1200" dirty="0"/>
            <a:t> </a:t>
          </a:r>
          <a:r>
            <a:rPr lang="fr-FR" sz="2300" kern="1200" dirty="0" err="1"/>
            <a:t>rules</a:t>
          </a:r>
          <a:r>
            <a:rPr lang="fr-FR" sz="2300" kern="1200" dirty="0"/>
            <a:t>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 err="1"/>
            <a:t>missing</a:t>
          </a:r>
          <a:r>
            <a:rPr lang="fr-FR" sz="2300" kern="1200" dirty="0"/>
            <a:t> data and </a:t>
          </a:r>
          <a:r>
            <a:rPr lang="fr-FR" sz="2300" kern="1200" dirty="0" err="1"/>
            <a:t>censoring</a:t>
          </a:r>
          <a:r>
            <a:rPr lang="fr-FR" sz="2300" kern="1200" dirty="0"/>
            <a:t>. </a:t>
          </a:r>
        </a:p>
      </dsp:txBody>
      <dsp:txXfrm>
        <a:off x="3286" y="1047134"/>
        <a:ext cx="3203971" cy="3093615"/>
      </dsp:txXfrm>
    </dsp:sp>
    <dsp:sp modelId="{7FF2ACC5-654C-48F3-A1C0-AE50A448E0CC}">
      <dsp:nvSpPr>
        <dsp:cNvPr id="0" name=""/>
        <dsp:cNvSpPr/>
      </dsp:nvSpPr>
      <dsp:spPr>
        <a:xfrm>
          <a:off x="3655814" y="210588"/>
          <a:ext cx="3203971" cy="8365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 err="1"/>
            <a:t>Comparison</a:t>
          </a:r>
          <a:r>
            <a:rPr lang="fr-FR" sz="2300" b="1" kern="1200" dirty="0"/>
            <a:t> and clustering</a:t>
          </a:r>
          <a:endParaRPr lang="fr-FR" sz="2300" kern="1200" dirty="0"/>
        </a:p>
      </dsp:txBody>
      <dsp:txXfrm>
        <a:off x="3655814" y="210588"/>
        <a:ext cx="3203971" cy="836546"/>
      </dsp:txXfrm>
    </dsp:sp>
    <dsp:sp modelId="{4907A8D7-0B4F-45CC-9BC3-048186096196}">
      <dsp:nvSpPr>
        <dsp:cNvPr id="0" name=""/>
        <dsp:cNvSpPr/>
      </dsp:nvSpPr>
      <dsp:spPr>
        <a:xfrm>
          <a:off x="3655814" y="1047134"/>
          <a:ext cx="3203971" cy="309361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distance </a:t>
          </a:r>
          <a:r>
            <a:rPr lang="fr-FR" sz="2300" kern="1200" dirty="0" err="1"/>
            <a:t>measure</a:t>
          </a:r>
          <a:r>
            <a:rPr lang="fr-FR" sz="2300" kern="1200" dirty="0"/>
            <a:t>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costs and normalisation;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clustering method;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number-of-cluster criteria;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sensitivity analyses. </a:t>
          </a:r>
        </a:p>
      </dsp:txBody>
      <dsp:txXfrm>
        <a:off x="3655814" y="1047134"/>
        <a:ext cx="3203971" cy="3093615"/>
      </dsp:txXfrm>
    </dsp:sp>
    <dsp:sp modelId="{A40CDEE4-D5E1-4E4A-B2B9-23F6B37F7E92}">
      <dsp:nvSpPr>
        <dsp:cNvPr id="0" name=""/>
        <dsp:cNvSpPr/>
      </dsp:nvSpPr>
      <dsp:spPr>
        <a:xfrm>
          <a:off x="7308342" y="210588"/>
          <a:ext cx="3203971" cy="8365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/>
            <a:t>Interpretation</a:t>
          </a:r>
          <a:endParaRPr lang="fr-FR" sz="2300" kern="1200"/>
        </a:p>
      </dsp:txBody>
      <dsp:txXfrm>
        <a:off x="7308342" y="210588"/>
        <a:ext cx="3203971" cy="836546"/>
      </dsp:txXfrm>
    </dsp:sp>
    <dsp:sp modelId="{BBD35646-CC62-42D8-B587-64C38B5BCFFE}">
      <dsp:nvSpPr>
        <dsp:cNvPr id="0" name=""/>
        <dsp:cNvSpPr/>
      </dsp:nvSpPr>
      <dsp:spPr>
        <a:xfrm>
          <a:off x="7308342" y="1047134"/>
          <a:ext cx="3203971" cy="309361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cluster sizes;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plots and numerical summaries;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regression specification;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temporal order;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/>
            <a:t>limits to causal interpretation. </a:t>
          </a:r>
        </a:p>
      </dsp:txBody>
      <dsp:txXfrm>
        <a:off x="7308342" y="1047134"/>
        <a:ext cx="3203971" cy="30936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CF489-196E-4ABE-8F01-C564F2B54B4F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B1921-A749-4D24-9410-DA0DC31591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295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13:00–13:15</a:t>
            </a:r>
            <a:r>
              <a:rPr lang="fr-FR" dirty="0"/>
              <a:t> </a:t>
            </a:r>
            <a:r>
              <a:rPr lang="fr-FR" dirty="0" err="1"/>
              <a:t>recap</a:t>
            </a:r>
            <a:r>
              <a:rPr lang="fr-FR" dirty="0"/>
              <a:t> of </a:t>
            </a:r>
            <a:r>
              <a:rPr lang="fr-FR" dirty="0" err="1"/>
              <a:t>Lessons</a:t>
            </a:r>
            <a:r>
              <a:rPr lang="fr-FR" dirty="0"/>
              <a:t> 1–3</a:t>
            </a:r>
            <a:br>
              <a:rPr lang="fr-FR" dirty="0"/>
            </a:br>
            <a:r>
              <a:rPr lang="fr-FR" b="1" dirty="0"/>
              <a:t>13:15–14:00</a:t>
            </a:r>
            <a:r>
              <a:rPr lang="fr-FR" dirty="0"/>
              <a:t> short </a:t>
            </a:r>
            <a:r>
              <a:rPr lang="fr-FR" dirty="0" err="1"/>
              <a:t>theoretical</a:t>
            </a:r>
            <a:r>
              <a:rPr lang="fr-FR" dirty="0"/>
              <a:t> block</a:t>
            </a:r>
            <a:br>
              <a:rPr lang="fr-FR" dirty="0"/>
            </a:br>
            <a:r>
              <a:rPr lang="fr-FR" b="1" dirty="0"/>
              <a:t>14:00–14:20</a:t>
            </a:r>
            <a:r>
              <a:rPr lang="fr-FR" dirty="0"/>
              <a:t> </a:t>
            </a:r>
            <a:r>
              <a:rPr lang="fr-FR" dirty="0" err="1"/>
              <a:t>reporting</a:t>
            </a:r>
            <a:r>
              <a:rPr lang="fr-FR" dirty="0"/>
              <a:t> standards + </a:t>
            </a:r>
            <a:r>
              <a:rPr lang="fr-FR" dirty="0" err="1"/>
              <a:t>presentation</a:t>
            </a:r>
            <a:r>
              <a:rPr lang="fr-FR" dirty="0"/>
              <a:t> instructions</a:t>
            </a:r>
            <a:br>
              <a:rPr lang="fr-FR" dirty="0"/>
            </a:br>
            <a:r>
              <a:rPr lang="fr-FR" b="1" dirty="0"/>
              <a:t>14:20–14:35</a:t>
            </a:r>
            <a:r>
              <a:rPr lang="fr-FR" dirty="0"/>
              <a:t> break</a:t>
            </a:r>
            <a:br>
              <a:rPr lang="fr-FR" dirty="0"/>
            </a:br>
            <a:r>
              <a:rPr lang="fr-FR" b="1" dirty="0"/>
              <a:t>14:35–16:25</a:t>
            </a:r>
            <a:r>
              <a:rPr lang="fr-FR" dirty="0"/>
              <a:t> </a:t>
            </a:r>
            <a:r>
              <a:rPr lang="fr-FR" dirty="0" err="1"/>
              <a:t>student</a:t>
            </a:r>
            <a:r>
              <a:rPr lang="fr-FR" dirty="0"/>
              <a:t> </a:t>
            </a:r>
            <a:r>
              <a:rPr lang="fr-FR" dirty="0" err="1"/>
              <a:t>presentations</a:t>
            </a:r>
            <a:br>
              <a:rPr lang="fr-FR" dirty="0"/>
            </a:br>
            <a:r>
              <a:rPr lang="fr-FR" b="1" dirty="0"/>
              <a:t>16:25–16:50</a:t>
            </a:r>
            <a:r>
              <a:rPr lang="fr-FR" dirty="0"/>
              <a:t> collective feedback/discussion</a:t>
            </a:r>
            <a:br>
              <a:rPr lang="fr-FR" dirty="0"/>
            </a:br>
            <a:r>
              <a:rPr lang="fr-FR" b="1" dirty="0"/>
              <a:t>16:50–17:00</a:t>
            </a:r>
            <a:r>
              <a:rPr lang="fr-FR" dirty="0"/>
              <a:t> wrap-up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818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Today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less</a:t>
            </a:r>
            <a:r>
              <a:rPr lang="fr-FR" dirty="0"/>
              <a:t> about </a:t>
            </a:r>
            <a:r>
              <a:rPr lang="fr-FR" dirty="0" err="1"/>
              <a:t>learning</a:t>
            </a:r>
            <a:r>
              <a:rPr lang="fr-FR" dirty="0"/>
              <a:t> a new </a:t>
            </a:r>
            <a:r>
              <a:rPr lang="fr-FR" dirty="0" err="1"/>
              <a:t>algorithm</a:t>
            </a:r>
            <a:r>
              <a:rPr lang="fr-FR" dirty="0"/>
              <a:t>. It </a:t>
            </a:r>
            <a:r>
              <a:rPr lang="fr-FR" dirty="0" err="1"/>
              <a:t>is</a:t>
            </a:r>
            <a:r>
              <a:rPr lang="fr-FR" dirty="0"/>
              <a:t> about </a:t>
            </a:r>
            <a:r>
              <a:rPr lang="fr-FR" dirty="0" err="1"/>
              <a:t>deciding</a:t>
            </a:r>
            <a:r>
              <a:rPr lang="fr-FR" dirty="0"/>
              <a:t> how </a:t>
            </a:r>
            <a:r>
              <a:rPr lang="fr-FR" dirty="0" err="1"/>
              <a:t>sequence-analysis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 enter a </a:t>
            </a:r>
            <a:r>
              <a:rPr lang="fr-FR" dirty="0" err="1"/>
              <a:t>broader</a:t>
            </a:r>
            <a:r>
              <a:rPr lang="fr-FR" dirty="0"/>
              <a:t> </a:t>
            </a:r>
            <a:r>
              <a:rPr lang="fr-FR" dirty="0" err="1"/>
              <a:t>research</a:t>
            </a:r>
            <a:r>
              <a:rPr lang="fr-FR" dirty="0"/>
              <a:t> design and how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</a:t>
            </a:r>
            <a:r>
              <a:rPr lang="fr-FR" dirty="0" err="1"/>
              <a:t>claiming</a:t>
            </a:r>
            <a:r>
              <a:rPr lang="fr-FR" dirty="0"/>
              <a:t> more </a:t>
            </a:r>
            <a:r>
              <a:rPr lang="fr-FR" dirty="0" err="1"/>
              <a:t>than</a:t>
            </a:r>
            <a:r>
              <a:rPr lang="fr-FR" dirty="0"/>
              <a:t> the </a:t>
            </a:r>
            <a:r>
              <a:rPr lang="fr-FR" dirty="0" err="1"/>
              <a:t>analysis</a:t>
            </a:r>
            <a:r>
              <a:rPr lang="fr-FR" dirty="0"/>
              <a:t> supports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819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quality</a:t>
            </a:r>
            <a:r>
              <a:rPr lang="fr-FR" dirty="0"/>
              <a:t> of the final </a:t>
            </a:r>
            <a:r>
              <a:rPr lang="fr-FR" dirty="0" err="1"/>
              <a:t>interpretation</a:t>
            </a:r>
            <a:r>
              <a:rPr lang="fr-FR" dirty="0"/>
              <a:t> </a:t>
            </a:r>
            <a:r>
              <a:rPr lang="fr-FR" dirty="0" err="1"/>
              <a:t>depends</a:t>
            </a:r>
            <a:r>
              <a:rPr lang="fr-FR" dirty="0"/>
              <a:t> on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earlier</a:t>
            </a:r>
            <a:r>
              <a:rPr lang="fr-FR" dirty="0"/>
              <a:t> </a:t>
            </a:r>
            <a:r>
              <a:rPr lang="fr-FR" dirty="0" err="1"/>
              <a:t>decision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9396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The cluster variable </a:t>
            </a:r>
            <a:r>
              <a:rPr lang="fr-FR" dirty="0" err="1"/>
              <a:t>is</a:t>
            </a:r>
            <a:r>
              <a:rPr lang="fr-FR" dirty="0"/>
              <a:t> not a variable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originally</a:t>
            </a:r>
            <a:r>
              <a:rPr lang="fr-FR" dirty="0"/>
              <a:t> </a:t>
            </a:r>
            <a:r>
              <a:rPr lang="fr-FR" dirty="0" err="1"/>
              <a:t>present</a:t>
            </a:r>
            <a:r>
              <a:rPr lang="fr-FR" dirty="0"/>
              <a:t> in the data. It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result</a:t>
            </a:r>
            <a:r>
              <a:rPr lang="fr-FR" dirty="0"/>
              <a:t> of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entire</a:t>
            </a:r>
            <a:r>
              <a:rPr lang="fr-FR" dirty="0"/>
              <a:t> </a:t>
            </a:r>
            <a:r>
              <a:rPr lang="fr-FR" dirty="0" err="1"/>
              <a:t>chain</a:t>
            </a:r>
            <a:r>
              <a:rPr lang="fr-FR" dirty="0"/>
              <a:t> of </a:t>
            </a:r>
            <a:r>
              <a:rPr lang="fr-FR" dirty="0" err="1"/>
              <a:t>decisions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2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trajectory</a:t>
            </a:r>
            <a:r>
              <a:rPr lang="fr-FR" dirty="0"/>
              <a:t> type can </a:t>
            </a:r>
            <a:r>
              <a:rPr lang="fr-FR" dirty="0" err="1"/>
              <a:t>be</a:t>
            </a:r>
            <a:r>
              <a:rPr lang="fr-FR" dirty="0"/>
              <a:t> the </a:t>
            </a:r>
            <a:r>
              <a:rPr lang="fr-FR" dirty="0" err="1"/>
              <a:t>result</a:t>
            </a:r>
            <a:r>
              <a:rPr lang="fr-FR" dirty="0"/>
              <a:t> to </a:t>
            </a:r>
            <a:r>
              <a:rPr lang="fr-FR" dirty="0" err="1"/>
              <a:t>explain</a:t>
            </a:r>
            <a:r>
              <a:rPr lang="fr-FR" dirty="0"/>
              <a:t>, an </a:t>
            </a:r>
            <a:r>
              <a:rPr lang="fr-FR" dirty="0" err="1"/>
              <a:t>explanatory</a:t>
            </a:r>
            <a:r>
              <a:rPr lang="fr-FR" dirty="0"/>
              <a:t> variable, or </a:t>
            </a:r>
            <a:r>
              <a:rPr lang="fr-FR" dirty="0" err="1"/>
              <a:t>simply</a:t>
            </a:r>
            <a:r>
              <a:rPr lang="fr-FR" dirty="0"/>
              <a:t> a descriptive </a:t>
            </a:r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103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descriptive </a:t>
            </a:r>
            <a:r>
              <a:rPr lang="fr-FR" dirty="0" err="1"/>
              <a:t>comparison</a:t>
            </a:r>
            <a:r>
              <a:rPr lang="fr-FR" dirty="0"/>
              <a:t> can </a:t>
            </a:r>
            <a:r>
              <a:rPr lang="fr-FR" dirty="0" err="1"/>
              <a:t>already</a:t>
            </a:r>
            <a:r>
              <a:rPr lang="fr-FR" dirty="0"/>
              <a:t> </a:t>
            </a:r>
            <a:r>
              <a:rPr lang="fr-FR" dirty="0" err="1"/>
              <a:t>answer</a:t>
            </a:r>
            <a:r>
              <a:rPr lang="fr-FR" dirty="0"/>
              <a:t> an important </a:t>
            </a:r>
            <a:r>
              <a:rPr lang="fr-FR" dirty="0" err="1"/>
              <a:t>research</a:t>
            </a:r>
            <a:r>
              <a:rPr lang="fr-FR" dirty="0"/>
              <a:t> question. </a:t>
            </a:r>
            <a:r>
              <a:rPr lang="fr-FR" dirty="0" err="1"/>
              <a:t>Regression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automatically</a:t>
            </a:r>
            <a:r>
              <a:rPr lang="fr-FR" dirty="0"/>
              <a:t> </a:t>
            </a:r>
            <a:r>
              <a:rPr lang="fr-FR" dirty="0" err="1"/>
              <a:t>necessary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827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 err="1"/>
                  <a:t>Explain</a:t>
                </a:r>
                <a:r>
                  <a:rPr lang="fr-FR" dirty="0"/>
                  <a:t> </a:t>
                </a:r>
                <a:r>
                  <a:rPr lang="fr-FR" dirty="0" err="1"/>
                  <a:t>simply</a:t>
                </a:r>
                <a:r>
                  <a:rPr lang="fr-FR" dirty="0"/>
                  <a:t>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fr-FR" dirty="0"/>
                  <a:t>: </a:t>
                </a:r>
                <a:r>
                  <a:rPr lang="fr-FR" dirty="0" err="1"/>
                  <a:t>later</a:t>
                </a:r>
                <a:r>
                  <a:rPr lang="fr-FR" dirty="0"/>
                  <a:t> </a:t>
                </a:r>
                <a:r>
                  <a:rPr lang="fr-FR" dirty="0" err="1"/>
                  <a:t>outcome</a:t>
                </a:r>
                <a:r>
                  <a:rPr lang="fr-FR" dirty="0"/>
                  <a:t>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</m:oMath>
                </a14:m>
                <a:r>
                  <a:rPr lang="fr-FR" dirty="0"/>
                  <a:t>: cluster </a:t>
                </a:r>
                <a:r>
                  <a:rPr lang="fr-FR" dirty="0" err="1"/>
                  <a:t>membership</a:t>
                </a:r>
                <a:r>
                  <a:rPr lang="fr-FR" dirty="0"/>
                  <a:t>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dirty="0"/>
                  <a:t>stable </a:t>
                </a:r>
                <a:r>
                  <a:rPr lang="fr-FR" dirty="0" err="1"/>
                  <a:t>employment</a:t>
                </a:r>
                <a:r>
                  <a:rPr lang="fr-FR" dirty="0"/>
                  <a:t> </a:t>
                </a:r>
                <a:r>
                  <a:rPr lang="fr-FR" dirty="0" err="1"/>
                  <a:t>is</a:t>
                </a:r>
                <a:r>
                  <a:rPr lang="fr-FR" dirty="0"/>
                  <a:t> the </a:t>
                </a:r>
                <a:r>
                  <a:rPr lang="fr-FR" dirty="0" err="1"/>
                  <a:t>reference</a:t>
                </a:r>
                <a:r>
                  <a:rPr lang="fr-FR" dirty="0"/>
                  <a:t>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fr-FR" dirty="0"/>
                  <a:t>: </a:t>
                </a:r>
                <a:r>
                  <a:rPr lang="fr-FR" dirty="0" err="1"/>
                  <a:t>earlier</a:t>
                </a:r>
                <a:r>
                  <a:rPr lang="fr-FR" dirty="0"/>
                  <a:t> </a:t>
                </a:r>
                <a:r>
                  <a:rPr lang="fr-FR" dirty="0" err="1"/>
                  <a:t>covariates</a:t>
                </a:r>
                <a:r>
                  <a:rPr lang="fr-FR" dirty="0"/>
                  <a:t>.</a:t>
                </a:r>
              </a:p>
              <a:p>
                <a:r>
                  <a:rPr lang="fr-FR" dirty="0"/>
                  <a:t>Vanhoutte and </a:t>
                </a:r>
                <a:r>
                  <a:rPr lang="fr-FR" dirty="0" err="1"/>
                  <a:t>colleagues</a:t>
                </a:r>
                <a:r>
                  <a:rPr lang="fr-FR" dirty="0"/>
                  <a:t> note </a:t>
                </a:r>
                <a:r>
                  <a:rPr lang="fr-FR" dirty="0" err="1"/>
                  <a:t>that</a:t>
                </a:r>
                <a:r>
                  <a:rPr lang="fr-FR" dirty="0"/>
                  <a:t> </a:t>
                </a:r>
                <a:r>
                  <a:rPr lang="fr-FR" dirty="0" err="1"/>
                  <a:t>trajectory</a:t>
                </a:r>
                <a:r>
                  <a:rPr lang="fr-FR" dirty="0"/>
                  <a:t> classifications can </a:t>
                </a:r>
                <a:r>
                  <a:rPr lang="fr-FR" dirty="0" err="1"/>
                  <a:t>be</a:t>
                </a:r>
                <a:r>
                  <a:rPr lang="fr-FR" dirty="0"/>
                  <a:t> </a:t>
                </a:r>
                <a:r>
                  <a:rPr lang="fr-FR" dirty="0" err="1"/>
                  <a:t>used</a:t>
                </a:r>
                <a:r>
                  <a:rPr lang="fr-FR" dirty="0"/>
                  <a:t> as </a:t>
                </a:r>
                <a:r>
                  <a:rPr lang="fr-FR" dirty="0" err="1"/>
                  <a:t>independent</a:t>
                </a:r>
                <a:r>
                  <a:rPr lang="fr-FR" dirty="0"/>
                  <a:t> variables, for </a:t>
                </a:r>
                <a:r>
                  <a:rPr lang="fr-FR" dirty="0" err="1"/>
                  <a:t>example</a:t>
                </a:r>
                <a:r>
                  <a:rPr lang="fr-FR" dirty="0"/>
                  <a:t> by </a:t>
                </a:r>
                <a:r>
                  <a:rPr lang="fr-FR" dirty="0" err="1"/>
                  <a:t>relating</a:t>
                </a:r>
                <a:r>
                  <a:rPr lang="fr-FR" dirty="0"/>
                  <a:t> </a:t>
                </a:r>
                <a:r>
                  <a:rPr lang="fr-FR" dirty="0" err="1"/>
                  <a:t>employment-history</a:t>
                </a:r>
                <a:r>
                  <a:rPr lang="fr-FR" dirty="0"/>
                  <a:t> clusters to </a:t>
                </a:r>
                <a:r>
                  <a:rPr lang="fr-FR" dirty="0" err="1"/>
                  <a:t>later</a:t>
                </a:r>
                <a:r>
                  <a:rPr lang="fr-FR" dirty="0"/>
                  <a:t> </a:t>
                </a:r>
                <a:r>
                  <a:rPr lang="fr-FR" dirty="0" err="1"/>
                  <a:t>health</a:t>
                </a:r>
                <a:r>
                  <a:rPr lang="fr-FR" dirty="0"/>
                  <a:t>. They </a:t>
                </a:r>
                <a:r>
                  <a:rPr lang="fr-FR" dirty="0" err="1"/>
                  <a:t>also</a:t>
                </a:r>
                <a:r>
                  <a:rPr lang="fr-FR" dirty="0"/>
                  <a:t> caution </a:t>
                </a:r>
                <a:r>
                  <a:rPr lang="fr-FR" dirty="0" err="1"/>
                  <a:t>that</a:t>
                </a:r>
                <a:r>
                  <a:rPr lang="fr-FR" dirty="0"/>
                  <a:t> </a:t>
                </a:r>
                <a:r>
                  <a:rPr lang="fr-FR" dirty="0" err="1"/>
                  <a:t>this</a:t>
                </a:r>
                <a:r>
                  <a:rPr lang="fr-FR" dirty="0"/>
                  <a:t> </a:t>
                </a:r>
                <a:r>
                  <a:rPr lang="fr-FR" dirty="0" err="1"/>
                  <a:t>does</a:t>
                </a:r>
                <a:r>
                  <a:rPr lang="fr-FR" dirty="0"/>
                  <a:t> not </a:t>
                </a:r>
                <a:r>
                  <a:rPr lang="fr-FR" dirty="0" err="1"/>
                  <a:t>automatically</a:t>
                </a:r>
                <a:r>
                  <a:rPr lang="fr-FR" dirty="0"/>
                  <a:t> </a:t>
                </a:r>
                <a:r>
                  <a:rPr lang="fr-FR" dirty="0" err="1"/>
                  <a:t>establish</a:t>
                </a:r>
                <a:r>
                  <a:rPr lang="fr-FR" dirty="0"/>
                  <a:t> </a:t>
                </a:r>
                <a:r>
                  <a:rPr lang="fr-FR" dirty="0" err="1"/>
                  <a:t>causality</a:t>
                </a:r>
                <a:r>
                  <a:rPr lang="fr-FR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dirty="0" err="1"/>
                  <a:t>Explain</a:t>
                </a:r>
                <a:r>
                  <a:rPr lang="fr-FR" dirty="0"/>
                  <a:t> </a:t>
                </a:r>
                <a:r>
                  <a:rPr lang="fr-FR" dirty="0" err="1"/>
                  <a:t>simply</a:t>
                </a:r>
                <a:r>
                  <a:rPr lang="fr-FR" dirty="0"/>
                  <a:t>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fr-FR" dirty="0"/>
                  <a:t>: </a:t>
                </a:r>
                <a:r>
                  <a:rPr lang="fr-FR" dirty="0" err="1"/>
                  <a:t>later</a:t>
                </a:r>
                <a:r>
                  <a:rPr lang="fr-FR" dirty="0"/>
                  <a:t> </a:t>
                </a:r>
                <a:r>
                  <a:rPr lang="fr-FR" dirty="0" err="1"/>
                  <a:t>outcome</a:t>
                </a:r>
                <a:r>
                  <a:rPr lang="fr-FR" dirty="0"/>
                  <a:t>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fr-FR" dirty="0"/>
                  <a:t>: cluster </a:t>
                </a:r>
                <a:r>
                  <a:rPr lang="fr-FR" dirty="0" err="1"/>
                  <a:t>membership</a:t>
                </a:r>
                <a:r>
                  <a:rPr lang="fr-FR" dirty="0"/>
                  <a:t>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dirty="0"/>
                  <a:t>stable </a:t>
                </a:r>
                <a:r>
                  <a:rPr lang="fr-FR" dirty="0" err="1"/>
                  <a:t>employment</a:t>
                </a:r>
                <a:r>
                  <a:rPr lang="fr-FR" dirty="0"/>
                  <a:t> </a:t>
                </a:r>
                <a:r>
                  <a:rPr lang="fr-FR" dirty="0" err="1"/>
                  <a:t>is</a:t>
                </a:r>
                <a:r>
                  <a:rPr lang="fr-FR" dirty="0"/>
                  <a:t> the </a:t>
                </a:r>
                <a:r>
                  <a:rPr lang="fr-FR" dirty="0" err="1"/>
                  <a:t>reference</a:t>
                </a:r>
                <a:r>
                  <a:rPr lang="fr-FR" dirty="0"/>
                  <a:t>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fr-FR" dirty="0"/>
                  <a:t>: </a:t>
                </a:r>
                <a:r>
                  <a:rPr lang="fr-FR" dirty="0" err="1"/>
                  <a:t>earlier</a:t>
                </a:r>
                <a:r>
                  <a:rPr lang="fr-FR" dirty="0"/>
                  <a:t> </a:t>
                </a:r>
                <a:r>
                  <a:rPr lang="fr-FR" dirty="0" err="1"/>
                  <a:t>covariates</a:t>
                </a:r>
                <a:r>
                  <a:rPr lang="fr-FR" dirty="0"/>
                  <a:t>.</a:t>
                </a:r>
              </a:p>
              <a:p>
                <a:r>
                  <a:rPr lang="fr-FR" dirty="0"/>
                  <a:t>Vanhoutte and </a:t>
                </a:r>
                <a:r>
                  <a:rPr lang="fr-FR" dirty="0" err="1"/>
                  <a:t>colleagues</a:t>
                </a:r>
                <a:r>
                  <a:rPr lang="fr-FR" dirty="0"/>
                  <a:t> note </a:t>
                </a:r>
                <a:r>
                  <a:rPr lang="fr-FR" dirty="0" err="1"/>
                  <a:t>that</a:t>
                </a:r>
                <a:r>
                  <a:rPr lang="fr-FR" dirty="0"/>
                  <a:t> </a:t>
                </a:r>
                <a:r>
                  <a:rPr lang="fr-FR" dirty="0" err="1"/>
                  <a:t>trajectory</a:t>
                </a:r>
                <a:r>
                  <a:rPr lang="fr-FR" dirty="0"/>
                  <a:t> classifications can </a:t>
                </a:r>
                <a:r>
                  <a:rPr lang="fr-FR" dirty="0" err="1"/>
                  <a:t>be</a:t>
                </a:r>
                <a:r>
                  <a:rPr lang="fr-FR" dirty="0"/>
                  <a:t> </a:t>
                </a:r>
                <a:r>
                  <a:rPr lang="fr-FR" dirty="0" err="1"/>
                  <a:t>used</a:t>
                </a:r>
                <a:r>
                  <a:rPr lang="fr-FR" dirty="0"/>
                  <a:t> as </a:t>
                </a:r>
                <a:r>
                  <a:rPr lang="fr-FR" dirty="0" err="1"/>
                  <a:t>independent</a:t>
                </a:r>
                <a:r>
                  <a:rPr lang="fr-FR" dirty="0"/>
                  <a:t> variables, for </a:t>
                </a:r>
                <a:r>
                  <a:rPr lang="fr-FR" dirty="0" err="1"/>
                  <a:t>example</a:t>
                </a:r>
                <a:r>
                  <a:rPr lang="fr-FR" dirty="0"/>
                  <a:t> by </a:t>
                </a:r>
                <a:r>
                  <a:rPr lang="fr-FR" dirty="0" err="1"/>
                  <a:t>relating</a:t>
                </a:r>
                <a:r>
                  <a:rPr lang="fr-FR" dirty="0"/>
                  <a:t> </a:t>
                </a:r>
                <a:r>
                  <a:rPr lang="fr-FR" dirty="0" err="1"/>
                  <a:t>employment-history</a:t>
                </a:r>
                <a:r>
                  <a:rPr lang="fr-FR" dirty="0"/>
                  <a:t> clusters to </a:t>
                </a:r>
                <a:r>
                  <a:rPr lang="fr-FR" dirty="0" err="1"/>
                  <a:t>later</a:t>
                </a:r>
                <a:r>
                  <a:rPr lang="fr-FR" dirty="0"/>
                  <a:t> </a:t>
                </a:r>
                <a:r>
                  <a:rPr lang="fr-FR" dirty="0" err="1"/>
                  <a:t>health</a:t>
                </a:r>
                <a:r>
                  <a:rPr lang="fr-FR" dirty="0"/>
                  <a:t>. They </a:t>
                </a:r>
                <a:r>
                  <a:rPr lang="fr-FR" dirty="0" err="1"/>
                  <a:t>also</a:t>
                </a:r>
                <a:r>
                  <a:rPr lang="fr-FR" dirty="0"/>
                  <a:t> caution </a:t>
                </a:r>
                <a:r>
                  <a:rPr lang="fr-FR" dirty="0" err="1"/>
                  <a:t>that</a:t>
                </a:r>
                <a:r>
                  <a:rPr lang="fr-FR" dirty="0"/>
                  <a:t> </a:t>
                </a:r>
                <a:r>
                  <a:rPr lang="fr-FR" dirty="0" err="1"/>
                  <a:t>this</a:t>
                </a:r>
                <a:r>
                  <a:rPr lang="fr-FR" dirty="0"/>
                  <a:t> </a:t>
                </a:r>
                <a:r>
                  <a:rPr lang="fr-FR" dirty="0" err="1"/>
                  <a:t>does</a:t>
                </a:r>
                <a:r>
                  <a:rPr lang="fr-FR" dirty="0"/>
                  <a:t> not </a:t>
                </a:r>
                <a:r>
                  <a:rPr lang="fr-FR" dirty="0" err="1"/>
                  <a:t>automatically</a:t>
                </a:r>
                <a:r>
                  <a:rPr lang="fr-FR" dirty="0"/>
                  <a:t> </a:t>
                </a:r>
                <a:r>
                  <a:rPr lang="fr-FR" dirty="0" err="1"/>
                  <a:t>establish</a:t>
                </a:r>
                <a:r>
                  <a:rPr lang="fr-FR" dirty="0"/>
                  <a:t> </a:t>
                </a:r>
                <a:r>
                  <a:rPr lang="fr-FR" dirty="0" err="1"/>
                  <a:t>causality</a:t>
                </a:r>
                <a:r>
                  <a:rPr lang="fr-FR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373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Important </a:t>
            </a:r>
            <a:r>
              <a:rPr lang="fr-FR" b="1" dirty="0" err="1"/>
              <a:t>wording</a:t>
            </a:r>
            <a:endParaRPr lang="fr-FR" b="1" dirty="0"/>
          </a:p>
          <a:p>
            <a:r>
              <a:rPr lang="fr-FR" dirty="0" err="1"/>
              <a:t>Prefer</a:t>
            </a:r>
            <a:r>
              <a:rPr lang="fr-FR" dirty="0"/>
              <a:t>:</a:t>
            </a:r>
          </a:p>
          <a:p>
            <a:r>
              <a:rPr lang="fr-FR" dirty="0"/>
              <a:t>“Lower parental </a:t>
            </a:r>
            <a:r>
              <a:rPr lang="fr-FR" dirty="0" err="1"/>
              <a:t>education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associated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higher</a:t>
            </a:r>
            <a:r>
              <a:rPr lang="fr-FR" dirty="0"/>
              <a:t> </a:t>
            </a:r>
            <a:r>
              <a:rPr lang="fr-FR" dirty="0" err="1"/>
              <a:t>probability</a:t>
            </a:r>
            <a:r>
              <a:rPr lang="fr-FR" dirty="0"/>
              <a:t> of </a:t>
            </a:r>
            <a:r>
              <a:rPr lang="fr-FR" dirty="0" err="1"/>
              <a:t>following</a:t>
            </a:r>
            <a:r>
              <a:rPr lang="fr-FR" dirty="0"/>
              <a:t> the </a:t>
            </a:r>
            <a:r>
              <a:rPr lang="fr-FR" dirty="0" err="1"/>
              <a:t>unstable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.”</a:t>
            </a:r>
          </a:p>
          <a:p>
            <a:r>
              <a:rPr lang="fr-FR" dirty="0" err="1"/>
              <a:t>Avoid</a:t>
            </a:r>
            <a:r>
              <a:rPr lang="fr-FR" dirty="0"/>
              <a:t>:</a:t>
            </a:r>
          </a:p>
          <a:p>
            <a:r>
              <a:rPr lang="fr-FR" dirty="0"/>
              <a:t>“Lower parental </a:t>
            </a:r>
            <a:r>
              <a:rPr lang="fr-FR" dirty="0" err="1"/>
              <a:t>education</a:t>
            </a:r>
            <a:r>
              <a:rPr lang="fr-FR" dirty="0"/>
              <a:t> </a:t>
            </a:r>
            <a:r>
              <a:rPr lang="fr-FR" dirty="0" err="1"/>
              <a:t>caused</a:t>
            </a:r>
            <a:r>
              <a:rPr lang="fr-FR" dirty="0"/>
              <a:t> the </a:t>
            </a:r>
            <a:r>
              <a:rPr lang="fr-FR" dirty="0" err="1"/>
              <a:t>unstable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.”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2713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Why start </a:t>
            </a:r>
            <a:r>
              <a:rPr lang="fr-FR" b="1" dirty="0" err="1"/>
              <a:t>here</a:t>
            </a:r>
            <a:r>
              <a:rPr lang="fr-FR" b="1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identify</a:t>
            </a:r>
            <a:r>
              <a:rPr lang="fr-FR" dirty="0"/>
              <a:t> </a:t>
            </a:r>
            <a:r>
              <a:rPr lang="fr-FR" dirty="0" err="1"/>
              <a:t>small</a:t>
            </a:r>
            <a:r>
              <a:rPr lang="fr-FR" dirty="0"/>
              <a:t> clusters;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see</a:t>
            </a:r>
            <a:r>
              <a:rPr lang="fr-FR" dirty="0"/>
              <a:t> the magnitude of </a:t>
            </a:r>
            <a:r>
              <a:rPr lang="fr-FR" dirty="0" err="1"/>
              <a:t>differences</a:t>
            </a:r>
            <a:r>
              <a:rPr lang="fr-FR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detect</a:t>
            </a:r>
            <a:r>
              <a:rPr lang="fr-FR" dirty="0"/>
              <a:t> </a:t>
            </a:r>
            <a:r>
              <a:rPr lang="fr-FR" dirty="0" err="1"/>
              <a:t>unexpected</a:t>
            </a:r>
            <a:r>
              <a:rPr lang="fr-FR" dirty="0"/>
              <a:t> patterns;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avoid</a:t>
            </a:r>
            <a:r>
              <a:rPr lang="fr-FR" dirty="0"/>
              <a:t> </a:t>
            </a:r>
            <a:r>
              <a:rPr lang="fr-FR" dirty="0" err="1"/>
              <a:t>hiding</a:t>
            </a:r>
            <a:r>
              <a:rPr lang="fr-FR" dirty="0"/>
              <a:t> </a:t>
            </a:r>
            <a:r>
              <a:rPr lang="fr-FR" dirty="0" err="1"/>
              <a:t>results</a:t>
            </a:r>
            <a:r>
              <a:rPr lang="fr-FR" dirty="0"/>
              <a:t> </a:t>
            </a:r>
            <a:r>
              <a:rPr lang="fr-FR" dirty="0" err="1"/>
              <a:t>behind</a:t>
            </a:r>
            <a:r>
              <a:rPr lang="fr-FR" dirty="0"/>
              <a:t> </a:t>
            </a:r>
            <a:r>
              <a:rPr lang="fr-FR" dirty="0" err="1"/>
              <a:t>adjusted</a:t>
            </a:r>
            <a:r>
              <a:rPr lang="fr-FR" dirty="0"/>
              <a:t> coefficients.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7774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err="1"/>
              <a:t>Interpretation</a:t>
            </a:r>
            <a:r>
              <a:rPr lang="fi-FI" dirty="0"/>
              <a:t> </a:t>
            </a:r>
            <a:r>
              <a:rPr lang="fi-FI" dirty="0" err="1"/>
              <a:t>example</a:t>
            </a:r>
            <a:r>
              <a:rPr lang="fi-FI" dirty="0"/>
              <a:t>: ”</a:t>
            </a:r>
            <a:r>
              <a:rPr lang="fr-FR" dirty="0" err="1"/>
              <a:t>Compared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the stable-</a:t>
            </a:r>
            <a:r>
              <a:rPr lang="fr-FR" dirty="0" err="1"/>
              <a:t>employment</a:t>
            </a:r>
            <a:r>
              <a:rPr lang="fr-FR" dirty="0"/>
              <a:t> cluster, the </a:t>
            </a:r>
            <a:r>
              <a:rPr lang="fr-FR" dirty="0" err="1"/>
              <a:t>continuing-instability</a:t>
            </a:r>
            <a:r>
              <a:rPr lang="fr-FR" dirty="0"/>
              <a:t> cluster </a:t>
            </a:r>
            <a:r>
              <a:rPr lang="fr-FR" dirty="0" err="1"/>
              <a:t>had</a:t>
            </a:r>
            <a:r>
              <a:rPr lang="fr-FR" dirty="0"/>
              <a:t> a 2.1-point </a:t>
            </a:r>
            <a:r>
              <a:rPr lang="fr-FR" dirty="0" err="1"/>
              <a:t>higher</a:t>
            </a:r>
            <a:r>
              <a:rPr lang="fr-FR" dirty="0"/>
              <a:t> </a:t>
            </a:r>
            <a:r>
              <a:rPr lang="fr-FR" dirty="0" err="1"/>
              <a:t>symptom</a:t>
            </a:r>
            <a:r>
              <a:rPr lang="fr-FR" dirty="0"/>
              <a:t> score.”</a:t>
            </a:r>
          </a:p>
          <a:p>
            <a:endParaRPr lang="fr-FR" dirty="0"/>
          </a:p>
          <a:p>
            <a:r>
              <a:rPr lang="fr-FR" dirty="0"/>
              <a:t>Cluster </a:t>
            </a:r>
            <a:r>
              <a:rPr lang="fr-FR" dirty="0" err="1"/>
              <a:t>membership</a:t>
            </a:r>
            <a:r>
              <a:rPr lang="fr-FR" dirty="0"/>
              <a:t> </a:t>
            </a:r>
            <a:r>
              <a:rPr lang="fr-FR" dirty="0" err="1"/>
              <a:t>contains</a:t>
            </a:r>
            <a:r>
              <a:rPr lang="fr-FR" dirty="0"/>
              <a:t> classification </a:t>
            </a:r>
            <a:r>
              <a:rPr lang="fr-FR" dirty="0" err="1"/>
              <a:t>uncertainty</a:t>
            </a:r>
            <a:r>
              <a:rPr lang="fr-FR" dirty="0"/>
              <a:t>, but standard second-stage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usually</a:t>
            </a:r>
            <a:r>
              <a:rPr lang="fr-FR" dirty="0"/>
              <a:t> ignore </a:t>
            </a:r>
            <a:r>
              <a:rPr lang="fr-FR" dirty="0" err="1"/>
              <a:t>it</a:t>
            </a:r>
            <a:r>
              <a:rPr lang="fr-FR" dirty="0"/>
              <a:t>. This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reason</a:t>
            </a:r>
            <a:r>
              <a:rPr lang="fr-FR" dirty="0"/>
              <a:t> not to </a:t>
            </a:r>
            <a:r>
              <a:rPr lang="fr-FR" dirty="0" err="1"/>
              <a:t>interpret</a:t>
            </a:r>
            <a:r>
              <a:rPr lang="fr-FR" dirty="0"/>
              <a:t> </a:t>
            </a:r>
            <a:r>
              <a:rPr lang="fr-FR" dirty="0" err="1"/>
              <a:t>small</a:t>
            </a:r>
            <a:r>
              <a:rPr lang="fr-FR" dirty="0"/>
              <a:t> coefficient </a:t>
            </a:r>
            <a:r>
              <a:rPr lang="fr-FR" dirty="0" err="1"/>
              <a:t>differences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</a:t>
            </a:r>
            <a:r>
              <a:rPr lang="fr-FR" dirty="0" err="1"/>
              <a:t>strongly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889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advantage</a:t>
            </a:r>
            <a:r>
              <a:rPr lang="fr-FR" dirty="0"/>
              <a:t>: </a:t>
            </a:r>
            <a:r>
              <a:rPr lang="fr-FR" dirty="0" err="1"/>
              <a:t>Indicators</a:t>
            </a:r>
            <a:r>
              <a:rPr lang="fr-FR" dirty="0"/>
              <a:t> test a more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hypothesis</a:t>
            </a:r>
            <a:r>
              <a:rPr lang="fr-FR" dirty="0"/>
              <a:t> about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 dimension </a:t>
            </a:r>
            <a:r>
              <a:rPr lang="fr-FR" dirty="0" err="1"/>
              <a:t>matters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Vanhoutte et al. </a:t>
            </a:r>
            <a:r>
              <a:rPr lang="fr-FR" dirty="0" err="1"/>
              <a:t>describe</a:t>
            </a:r>
            <a:r>
              <a:rPr lang="fr-FR" dirty="0"/>
              <a:t> </a:t>
            </a:r>
            <a:r>
              <a:rPr lang="fr-FR" dirty="0" err="1"/>
              <a:t>numerical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indicators</a:t>
            </a:r>
            <a:r>
              <a:rPr lang="fr-FR" dirty="0"/>
              <a:t> as a middle </a:t>
            </a:r>
            <a:r>
              <a:rPr lang="fr-FR" dirty="0" err="1"/>
              <a:t>ground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highly</a:t>
            </a:r>
            <a:r>
              <a:rPr lang="fr-FR" dirty="0"/>
              <a:t> </a:t>
            </a:r>
            <a:r>
              <a:rPr lang="fr-FR" dirty="0" err="1"/>
              <a:t>detailed</a:t>
            </a:r>
            <a:r>
              <a:rPr lang="fr-FR" dirty="0"/>
              <a:t> </a:t>
            </a:r>
            <a:r>
              <a:rPr lang="fr-FR" dirty="0" err="1"/>
              <a:t>individual</a:t>
            </a:r>
            <a:r>
              <a:rPr lang="fr-FR" dirty="0"/>
              <a:t> </a:t>
            </a:r>
            <a:r>
              <a:rPr lang="fr-FR" dirty="0" err="1"/>
              <a:t>sequences</a:t>
            </a:r>
            <a:r>
              <a:rPr lang="fr-FR" dirty="0"/>
              <a:t> and </a:t>
            </a:r>
            <a:r>
              <a:rPr lang="fr-FR" dirty="0" err="1"/>
              <a:t>broad</a:t>
            </a:r>
            <a:r>
              <a:rPr lang="fr-FR" dirty="0"/>
              <a:t> </a:t>
            </a:r>
            <a:r>
              <a:rPr lang="fr-FR" dirty="0" err="1"/>
              <a:t>categorical</a:t>
            </a:r>
            <a:r>
              <a:rPr lang="fr-FR" dirty="0"/>
              <a:t> typologies.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638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Clusters </a:t>
            </a:r>
            <a:r>
              <a:rPr lang="fr-FR" dirty="0" err="1"/>
              <a:t>answer</a:t>
            </a:r>
            <a:r>
              <a:rPr lang="fr-FR" dirty="0"/>
              <a:t> “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pathway</a:t>
            </a:r>
            <a:r>
              <a:rPr lang="fr-FR" dirty="0"/>
              <a:t>?”</a:t>
            </a:r>
            <a:br>
              <a:rPr lang="fr-FR" dirty="0"/>
            </a:br>
            <a:r>
              <a:rPr lang="fr-FR" dirty="0" err="1"/>
              <a:t>Indicators</a:t>
            </a:r>
            <a:r>
              <a:rPr lang="fr-FR" dirty="0"/>
              <a:t> </a:t>
            </a:r>
            <a:r>
              <a:rPr lang="fr-FR" dirty="0" err="1"/>
              <a:t>answer</a:t>
            </a:r>
            <a:r>
              <a:rPr lang="fr-FR" dirty="0"/>
              <a:t> “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feature</a:t>
            </a:r>
            <a:r>
              <a:rPr lang="fr-FR" dirty="0"/>
              <a:t> of the </a:t>
            </a:r>
            <a:r>
              <a:rPr lang="fr-FR" dirty="0" err="1"/>
              <a:t>pathway</a:t>
            </a:r>
            <a:r>
              <a:rPr lang="fr-FR" dirty="0"/>
              <a:t>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1622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Vanhoutte et al. </a:t>
            </a:r>
            <a:r>
              <a:rPr lang="fr-FR" dirty="0" err="1"/>
              <a:t>explicitly</a:t>
            </a:r>
            <a:r>
              <a:rPr lang="fr-FR" dirty="0"/>
              <a:t> note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clusters in </a:t>
            </a:r>
            <a:r>
              <a:rPr lang="fr-FR" dirty="0" err="1"/>
              <a:t>regression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reasonable</a:t>
            </a:r>
            <a:r>
              <a:rPr lang="fr-FR" dirty="0"/>
              <a:t> but </a:t>
            </a:r>
            <a:r>
              <a:rPr lang="fr-FR" dirty="0" err="1"/>
              <a:t>that</a:t>
            </a:r>
            <a:r>
              <a:rPr lang="fr-FR" dirty="0"/>
              <a:t> strict causal attribution </a:t>
            </a:r>
            <a:r>
              <a:rPr lang="fr-FR" dirty="0" err="1"/>
              <a:t>remains</a:t>
            </a:r>
            <a:r>
              <a:rPr lang="fr-FR" dirty="0"/>
              <a:t> </a:t>
            </a:r>
            <a:r>
              <a:rPr lang="fr-FR" dirty="0" err="1"/>
              <a:t>difficult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459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Is </a:t>
            </a:r>
            <a:r>
              <a:rPr lang="fr-FR" dirty="0" err="1"/>
              <a:t>adult</a:t>
            </a:r>
            <a:r>
              <a:rPr lang="fr-FR" dirty="0"/>
              <a:t> </a:t>
            </a:r>
            <a:r>
              <a:rPr lang="fr-FR" dirty="0" err="1"/>
              <a:t>income</a:t>
            </a:r>
            <a:r>
              <a:rPr lang="fr-FR" dirty="0"/>
              <a:t> a </a:t>
            </a:r>
            <a:r>
              <a:rPr lang="fr-FR" dirty="0" err="1"/>
              <a:t>confounder</a:t>
            </a:r>
            <a:r>
              <a:rPr lang="fr-FR" dirty="0"/>
              <a:t>, a </a:t>
            </a:r>
            <a:r>
              <a:rPr lang="fr-FR" dirty="0" err="1"/>
              <a:t>mediator</a:t>
            </a:r>
            <a:r>
              <a:rPr lang="fr-FR" dirty="0"/>
              <a:t>, or part of the </a:t>
            </a:r>
            <a:r>
              <a:rPr lang="fr-FR" dirty="0" err="1"/>
              <a:t>trajectory</a:t>
            </a:r>
            <a:r>
              <a:rPr lang="fr-FR" dirty="0"/>
              <a:t>?</a:t>
            </a:r>
          </a:p>
          <a:p>
            <a:r>
              <a:rPr lang="fr-FR" dirty="0"/>
              <a:t>A </a:t>
            </a:r>
            <a:r>
              <a:rPr lang="fr-FR" dirty="0" err="1"/>
              <a:t>variable’s</a:t>
            </a:r>
            <a:r>
              <a:rPr lang="fr-FR" dirty="0"/>
              <a:t> </a:t>
            </a:r>
            <a:r>
              <a:rPr lang="fr-FR" dirty="0" err="1"/>
              <a:t>role</a:t>
            </a:r>
            <a:r>
              <a:rPr lang="fr-FR" dirty="0"/>
              <a:t> </a:t>
            </a:r>
            <a:r>
              <a:rPr lang="fr-FR" dirty="0" err="1"/>
              <a:t>depends</a:t>
            </a:r>
            <a:r>
              <a:rPr lang="fr-FR" dirty="0"/>
              <a:t> on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measured</a:t>
            </a:r>
            <a:r>
              <a:rPr lang="fr-FR" dirty="0"/>
              <a:t> and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belongs</a:t>
            </a:r>
            <a:r>
              <a:rPr lang="fr-FR" dirty="0"/>
              <a:t> in the causal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237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“More </a:t>
            </a:r>
            <a:r>
              <a:rPr lang="fr-FR" dirty="0" err="1"/>
              <a:t>adjusted</a:t>
            </a:r>
            <a:r>
              <a:rPr lang="fr-FR" dirty="0"/>
              <a:t>”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always</a:t>
            </a:r>
            <a:r>
              <a:rPr lang="fr-FR" dirty="0"/>
              <a:t> </a:t>
            </a:r>
            <a:r>
              <a:rPr lang="fr-FR" dirty="0" err="1"/>
              <a:t>mean</a:t>
            </a:r>
            <a:r>
              <a:rPr lang="fr-FR" dirty="0"/>
              <a:t> “</a:t>
            </a:r>
            <a:r>
              <a:rPr lang="fr-FR" dirty="0" err="1"/>
              <a:t>less</a:t>
            </a:r>
            <a:r>
              <a:rPr lang="fr-FR" dirty="0"/>
              <a:t> </a:t>
            </a:r>
            <a:r>
              <a:rPr lang="fr-FR" dirty="0" err="1"/>
              <a:t>biased</a:t>
            </a:r>
            <a:r>
              <a:rPr lang="fr-FR" dirty="0"/>
              <a:t>.”</a:t>
            </a:r>
          </a:p>
          <a:p>
            <a:r>
              <a:rPr lang="fr-FR" dirty="0"/>
              <a:t>“The right </a:t>
            </a:r>
            <a:r>
              <a:rPr lang="fr-FR" dirty="0" err="1"/>
              <a:t>adjustment</a:t>
            </a:r>
            <a:r>
              <a:rPr lang="fr-FR" dirty="0"/>
              <a:t> set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research</a:t>
            </a:r>
            <a:r>
              <a:rPr lang="fr-FR" dirty="0"/>
              <a:t> question and time </a:t>
            </a:r>
            <a:r>
              <a:rPr lang="fr-FR" dirty="0" err="1"/>
              <a:t>order</a:t>
            </a:r>
            <a:r>
              <a:rPr lang="fr-FR" dirty="0"/>
              <a:t>, not </a:t>
            </a:r>
            <a:r>
              <a:rPr lang="fr-FR" dirty="0" err="1"/>
              <a:t>from</a:t>
            </a:r>
            <a:r>
              <a:rPr lang="fr-FR" dirty="0"/>
              <a:t> putting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 variable </a:t>
            </a:r>
            <a:r>
              <a:rPr lang="fr-FR" dirty="0" err="1"/>
              <a:t>into</a:t>
            </a:r>
            <a:r>
              <a:rPr lang="fr-FR" dirty="0"/>
              <a:t> the model.”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98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Better designs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measure</a:t>
            </a:r>
            <a:r>
              <a:rPr lang="fr-FR" dirty="0"/>
              <a:t> the </a:t>
            </a:r>
            <a:r>
              <a:rPr lang="fr-FR" dirty="0" err="1"/>
              <a:t>outcome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the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window</a:t>
            </a:r>
            <a:r>
              <a:rPr lang="fr-FR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shorten</a:t>
            </a:r>
            <a:r>
              <a:rPr lang="fr-FR" dirty="0"/>
              <a:t> the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ends </a:t>
            </a:r>
            <a:r>
              <a:rPr lang="fr-FR" dirty="0" err="1"/>
              <a:t>before</a:t>
            </a:r>
            <a:r>
              <a:rPr lang="fr-FR" dirty="0"/>
              <a:t> the </a:t>
            </a:r>
            <a:r>
              <a:rPr lang="fr-FR" dirty="0" err="1"/>
              <a:t>outcome</a:t>
            </a:r>
            <a:r>
              <a:rPr lang="fr-FR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use </a:t>
            </a:r>
            <a:r>
              <a:rPr lang="fr-FR" dirty="0" err="1"/>
              <a:t>landmark</a:t>
            </a:r>
            <a:r>
              <a:rPr lang="fr-FR" dirty="0"/>
              <a:t> or </a:t>
            </a:r>
            <a:r>
              <a:rPr lang="fr-FR" dirty="0" err="1"/>
              <a:t>prefix</a:t>
            </a:r>
            <a:r>
              <a:rPr lang="fr-FR" dirty="0"/>
              <a:t> </a:t>
            </a:r>
            <a:r>
              <a:rPr lang="fr-FR" dirty="0" err="1"/>
              <a:t>sequences</a:t>
            </a:r>
            <a:r>
              <a:rPr lang="fr-FR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study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 as </a:t>
            </a:r>
            <a:r>
              <a:rPr lang="fr-FR" dirty="0" err="1"/>
              <a:t>outcomes</a:t>
            </a:r>
            <a:r>
              <a:rPr lang="fr-FR" dirty="0"/>
              <a:t> </a:t>
            </a:r>
            <a:r>
              <a:rPr lang="fr-FR" dirty="0" err="1"/>
              <a:t>rather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predictors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complete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must </a:t>
            </a:r>
            <a:r>
              <a:rPr lang="fr-FR" dirty="0" err="1"/>
              <a:t>temporally</a:t>
            </a:r>
            <a:r>
              <a:rPr lang="fr-FR" dirty="0"/>
              <a:t> </a:t>
            </a:r>
            <a:r>
              <a:rPr lang="fr-FR" dirty="0" err="1"/>
              <a:t>precede</a:t>
            </a:r>
            <a:r>
              <a:rPr lang="fr-FR" dirty="0"/>
              <a:t> a </a:t>
            </a:r>
            <a:r>
              <a:rPr lang="fr-FR" dirty="0" err="1"/>
              <a:t>later</a:t>
            </a:r>
            <a:r>
              <a:rPr lang="fr-FR" dirty="0"/>
              <a:t> </a:t>
            </a:r>
            <a:r>
              <a:rPr lang="fr-FR" dirty="0" err="1"/>
              <a:t>outcome</a:t>
            </a:r>
            <a:r>
              <a:rPr lang="fr-FR" dirty="0"/>
              <a:t> if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as an </a:t>
            </a:r>
            <a:r>
              <a:rPr lang="fr-FR" dirty="0" err="1"/>
              <a:t>exposure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086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Treating</a:t>
            </a:r>
            <a:r>
              <a:rPr lang="fr-FR" dirty="0"/>
              <a:t> cluster </a:t>
            </a:r>
            <a:r>
              <a:rPr lang="fr-FR" dirty="0" err="1"/>
              <a:t>membership</a:t>
            </a:r>
            <a:r>
              <a:rPr lang="fr-FR" dirty="0"/>
              <a:t> as </a:t>
            </a:r>
            <a:r>
              <a:rPr lang="fr-FR" dirty="0" err="1"/>
              <a:t>perfectly</a:t>
            </a:r>
            <a:r>
              <a:rPr lang="fr-FR" dirty="0"/>
              <a:t> </a:t>
            </a:r>
            <a:r>
              <a:rPr lang="fr-FR" dirty="0" err="1"/>
              <a:t>measured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understate</a:t>
            </a:r>
            <a:r>
              <a:rPr lang="fr-FR" dirty="0"/>
              <a:t> </a:t>
            </a:r>
            <a:r>
              <a:rPr lang="fr-FR" dirty="0" err="1"/>
              <a:t>uncertainty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0645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identified</a:t>
            </a:r>
            <a:r>
              <a:rPr lang="fr-FR" dirty="0"/>
              <a:t> four descriptive </a:t>
            </a:r>
            <a:r>
              <a:rPr lang="fr-FR" dirty="0" err="1"/>
              <a:t>trajectory</a:t>
            </a:r>
            <a:r>
              <a:rPr lang="fr-FR" dirty="0"/>
              <a:t> types. </a:t>
            </a:r>
            <a:r>
              <a:rPr lang="fr-FR" dirty="0" err="1"/>
              <a:t>Membership</a:t>
            </a:r>
            <a:r>
              <a:rPr lang="fr-FR" dirty="0"/>
              <a:t> in </a:t>
            </a:r>
            <a:r>
              <a:rPr lang="fr-FR" dirty="0" err="1"/>
              <a:t>these</a:t>
            </a:r>
            <a:r>
              <a:rPr lang="fr-FR" dirty="0"/>
              <a:t> types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associated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later</a:t>
            </a:r>
            <a:r>
              <a:rPr lang="fr-FR" dirty="0"/>
              <a:t> </a:t>
            </a:r>
            <a:r>
              <a:rPr lang="fr-FR" dirty="0" err="1"/>
              <a:t>health</a:t>
            </a:r>
            <a:r>
              <a:rPr lang="fr-FR" dirty="0"/>
              <a:t>, but the </a:t>
            </a:r>
            <a:r>
              <a:rPr lang="fr-FR" dirty="0" err="1"/>
              <a:t>observational</a:t>
            </a:r>
            <a:r>
              <a:rPr lang="fr-FR" dirty="0"/>
              <a:t> design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establish</a:t>
            </a:r>
            <a:r>
              <a:rPr lang="fr-FR" dirty="0"/>
              <a:t> causal </a:t>
            </a:r>
            <a:r>
              <a:rPr lang="fr-FR" dirty="0" err="1"/>
              <a:t>effects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458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sequences?</a:t>
            </a:r>
          </a:p>
          <a:p>
            <a:r>
              <a:rPr lang="en-US" dirty="0"/>
              <a:t>What was observed?</a:t>
            </a:r>
          </a:p>
          <a:p>
            <a:r>
              <a:rPr lang="en-US" dirty="0"/>
              <a:t>How were they constructed?</a:t>
            </a:r>
          </a:p>
          <a:p>
            <a:r>
              <a:rPr lang="en-US" dirty="0"/>
              <a:t>How were they compared?</a:t>
            </a:r>
          </a:p>
          <a:p>
            <a:r>
              <a:rPr lang="en-US" dirty="0"/>
              <a:t>How were types chosen?</a:t>
            </a:r>
          </a:p>
          <a:p>
            <a:r>
              <a:rPr lang="en-US" dirty="0"/>
              <a:t>What do the results mean?</a:t>
            </a:r>
          </a:p>
          <a:p>
            <a:endParaRPr lang="en-US" dirty="0"/>
          </a:p>
          <a:p>
            <a:r>
              <a:rPr lang="fr-FR" dirty="0" err="1"/>
              <a:t>Reporting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allow</a:t>
            </a:r>
            <a:r>
              <a:rPr lang="fr-FR" dirty="0"/>
              <a:t> the </a:t>
            </a:r>
            <a:r>
              <a:rPr lang="fr-FR" dirty="0" err="1"/>
              <a:t>reader</a:t>
            </a:r>
            <a:r>
              <a:rPr lang="fr-FR" dirty="0"/>
              <a:t> to </a:t>
            </a:r>
            <a:r>
              <a:rPr lang="fr-FR" dirty="0" err="1"/>
              <a:t>reconstruct</a:t>
            </a:r>
            <a:r>
              <a:rPr lang="fr-FR" dirty="0"/>
              <a:t> the </a:t>
            </a:r>
            <a:r>
              <a:rPr lang="fr-FR" dirty="0" err="1"/>
              <a:t>analytical</a:t>
            </a:r>
            <a:r>
              <a:rPr lang="fr-FR" dirty="0"/>
              <a:t> </a:t>
            </a:r>
            <a:r>
              <a:rPr lang="fr-FR" dirty="0" err="1"/>
              <a:t>logic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8355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Never change the </a:t>
            </a:r>
            <a:r>
              <a:rPr lang="fr-FR" dirty="0" err="1"/>
              <a:t>colour</a:t>
            </a:r>
            <a:r>
              <a:rPr lang="fr-FR" dirty="0"/>
              <a:t> </a:t>
            </a:r>
            <a:r>
              <a:rPr lang="fr-FR" dirty="0" err="1"/>
              <a:t>assigned</a:t>
            </a:r>
            <a:r>
              <a:rPr lang="fr-FR" dirty="0"/>
              <a:t> to the </a:t>
            </a:r>
            <a:r>
              <a:rPr lang="fr-FR" dirty="0" err="1"/>
              <a:t>same</a:t>
            </a:r>
            <a:r>
              <a:rPr lang="fr-FR" dirty="0"/>
              <a:t> state </a:t>
            </a:r>
            <a:r>
              <a:rPr lang="fr-FR" dirty="0" err="1"/>
              <a:t>between</a:t>
            </a:r>
            <a:r>
              <a:rPr lang="fr-FR" dirty="0"/>
              <a:t>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2259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“The </a:t>
            </a:r>
            <a:r>
              <a:rPr lang="fr-FR" dirty="0" err="1"/>
              <a:t>continuing-instability</a:t>
            </a:r>
            <a:r>
              <a:rPr lang="fr-FR" dirty="0"/>
              <a:t> cluster </a:t>
            </a:r>
            <a:r>
              <a:rPr lang="fr-FR" dirty="0" err="1"/>
              <a:t>contained</a:t>
            </a:r>
            <a:r>
              <a:rPr lang="fr-FR" dirty="0"/>
              <a:t> </a:t>
            </a:r>
            <a:r>
              <a:rPr lang="fr-FR" dirty="0" err="1"/>
              <a:t>repeated</a:t>
            </a:r>
            <a:r>
              <a:rPr lang="fr-FR" dirty="0"/>
              <a:t> </a:t>
            </a:r>
            <a:r>
              <a:rPr lang="fr-FR" dirty="0" err="1"/>
              <a:t>movements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 and </a:t>
            </a:r>
            <a:r>
              <a:rPr lang="fr-FR" dirty="0" err="1"/>
              <a:t>unemployment</a:t>
            </a:r>
            <a:r>
              <a:rPr lang="fr-FR" dirty="0"/>
              <a:t> and </a:t>
            </a:r>
            <a:r>
              <a:rPr lang="fr-FR" dirty="0" err="1"/>
              <a:t>had</a:t>
            </a:r>
            <a:r>
              <a:rPr lang="fr-FR" dirty="0"/>
              <a:t> the </a:t>
            </a:r>
            <a:r>
              <a:rPr lang="fr-FR" dirty="0" err="1"/>
              <a:t>highest</a:t>
            </a:r>
            <a:r>
              <a:rPr lang="fr-FR" dirty="0"/>
              <a:t> </a:t>
            </a:r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symptom</a:t>
            </a:r>
            <a:r>
              <a:rPr lang="fr-FR" dirty="0"/>
              <a:t> score. This </a:t>
            </a:r>
            <a:r>
              <a:rPr lang="fr-FR" dirty="0" err="1"/>
              <a:t>is</a:t>
            </a:r>
            <a:r>
              <a:rPr lang="fr-FR" dirty="0"/>
              <a:t> consistent </a:t>
            </a:r>
            <a:r>
              <a:rPr lang="fr-FR" dirty="0" err="1"/>
              <a:t>with</a:t>
            </a:r>
            <a:r>
              <a:rPr lang="fr-FR" dirty="0"/>
              <a:t> an association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fragmented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 and </a:t>
            </a:r>
            <a:r>
              <a:rPr lang="fr-FR" dirty="0" err="1"/>
              <a:t>poorer</a:t>
            </a:r>
            <a:r>
              <a:rPr lang="fr-FR" dirty="0"/>
              <a:t> </a:t>
            </a:r>
            <a:r>
              <a:rPr lang="fr-FR" dirty="0" err="1"/>
              <a:t>later</a:t>
            </a:r>
            <a:r>
              <a:rPr lang="fr-FR" dirty="0"/>
              <a:t> mental </a:t>
            </a:r>
            <a:r>
              <a:rPr lang="fr-FR" dirty="0" err="1"/>
              <a:t>health</a:t>
            </a:r>
            <a:r>
              <a:rPr lang="fr-FR" dirty="0"/>
              <a:t>, </a:t>
            </a:r>
            <a:r>
              <a:rPr lang="fr-FR" dirty="0" err="1"/>
              <a:t>although</a:t>
            </a:r>
            <a:r>
              <a:rPr lang="fr-FR" dirty="0"/>
              <a:t> </a:t>
            </a:r>
            <a:r>
              <a:rPr lang="fr-FR" dirty="0" err="1"/>
              <a:t>selection</a:t>
            </a:r>
            <a:r>
              <a:rPr lang="fr-FR" dirty="0"/>
              <a:t> by </a:t>
            </a:r>
            <a:r>
              <a:rPr lang="fr-FR" dirty="0" err="1"/>
              <a:t>earlier</a:t>
            </a:r>
            <a:r>
              <a:rPr lang="fr-FR" dirty="0"/>
              <a:t> </a:t>
            </a:r>
            <a:r>
              <a:rPr lang="fr-FR" dirty="0" err="1"/>
              <a:t>health</a:t>
            </a:r>
            <a:r>
              <a:rPr lang="fr-FR" dirty="0"/>
              <a:t> </a:t>
            </a:r>
            <a:r>
              <a:rPr lang="fr-FR" dirty="0" err="1"/>
              <a:t>cannot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excluded</a:t>
            </a:r>
            <a:r>
              <a:rPr lang="fr-FR" dirty="0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B1921-A749-4D24-9410-DA0DC31591C9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4067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F2C1-D802-294F-FD68-A096C2369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4CA3C-7A7C-D103-17EB-0D9407322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09254-0F69-9234-DEDD-2C210DDC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B11BD-11E4-A80B-7622-518944DD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A6DDE-2472-B043-1904-F17F2792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A40E-9E29-5B70-87C3-D425A7A5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E39BD-6005-2B4E-A2F8-289245AF2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5B03A-94E4-35CD-CE1A-BF05CAC6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8896D-EC16-EE1C-DA27-790BFB8A6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3E210-2822-BE59-1932-9CA59C2F5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89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091DA-728E-C21C-DF1B-616AB1AF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06758-5B7F-5838-1AFF-875AE5492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1E18F-C837-BAE9-02C6-9C68F35A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A7F56-060E-34C9-94E8-AF1265BA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14709-0F1F-10BC-B25E-BBDCCB3D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17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417D2-ACEB-5EBB-2A75-E77CA72E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D7798-4E7D-E8F3-4DAD-C9D3766F5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36DA6-3006-2752-3810-BF8A8352A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95526-14AA-0500-C3FA-B233D2AE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C33A4-557E-12BE-19A1-3CDE49A1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CCF77-DC3D-835E-D195-838058263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64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D93E-5EAD-7AB9-DB3E-40926500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C48A-35D8-1EEF-9FDC-3D331F8CA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A581E-09AD-1B52-3EE6-89316792E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93F34-6DF4-2781-21D8-A450BF0C0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8E165-D225-0BC3-03AE-C23C0F6BB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982E1-D201-F0D1-A1B8-4B044743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A4D42-3B3F-8BD7-C8B5-2A59A0F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636BB-091D-05E4-8133-0DF0347E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1476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343E-B60A-5216-10A3-51D141BC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0610B5-13A7-9DF7-AF43-B4EA27C6F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D48E5E-6659-17CD-5CD0-6DEE4917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8D6B0-4795-2C7C-85FE-100DD591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064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E6D19-8A1A-9384-FFFF-4709F131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0BF0A0-01AB-CA8B-F087-5D2D3A0D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E11AE-C5A0-93A3-1CB9-A1B8E5E0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16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CE270-C121-F330-FEA9-C0020282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2E1E-DE04-A41C-C14E-5C021EA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69AAF-26CE-2847-34FF-71226A4EC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230B0-432D-2A52-8579-40944560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3D715-DE00-001E-5EA0-FA653F61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ED8D7-A600-9144-D020-48B51711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82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BA4DD-C545-5D01-822F-6DB0DFE2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683C9-3C8F-45A1-A3FD-8BF4120B1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8F8BB-E80F-CCF4-B3AC-A1855892D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7127B-B2E7-D6E0-7020-EE009CF2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12A6-2FD0-A504-B174-A73BD380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42CC9-22FA-4296-0A67-E41C75902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26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AC35-2255-BF6F-2B2E-A9E5C806C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C06FC-E526-DBDA-B17F-55E4E2170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3042C-E526-1F00-1741-3EE91DB7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0F416-6528-88FC-5997-44CB9D45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1594B-3771-B06D-003D-EE356790F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97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AF5AB-DA4E-9C79-0EC7-7E49A8759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DE0AA-E2EA-6FD2-A7D7-BFF711271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58E8-9351-3F47-BD8E-0D48E814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A709B-468E-C6F0-94BE-84E41B2E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C2255-75A7-6AE0-AC57-DC0E7B06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81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39A0F-5942-F160-8AB1-124A412A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AFED2-AEB7-1646-84E9-1ABADA5E7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DB982-9279-1A6D-593D-F787E65E2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DB050-D04B-4748-A56B-2F3F4CD8BF5E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DDB0C-2423-3C0E-1D53-E4DDA2881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2781-A598-87AB-FF13-0D4C842B9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4A78D-942F-41C4-B6BC-DA75D07CC5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18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DE886-8F95-A192-3E39-959D683B6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Lesson</a:t>
            </a:r>
            <a:r>
              <a:rPr lang="fi-FI" dirty="0"/>
              <a:t> 4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74616-203A-C09B-07B4-3CF6EDCCB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5636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250C-65B3-0047-6585-6B9F0C414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Linking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 to </a:t>
            </a:r>
            <a:r>
              <a:rPr lang="fr-FR" dirty="0" err="1"/>
              <a:t>outcomes</a:t>
            </a:r>
            <a:r>
              <a:rPr lang="fr-FR" dirty="0"/>
              <a:t> and </a:t>
            </a:r>
            <a:r>
              <a:rPr lang="fr-FR" dirty="0" err="1"/>
              <a:t>presenting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E8B670-CB41-226E-D97A-3D3096C746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65701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CCD41B-4BB2-0910-0F8F-1162EC25A108}"/>
              </a:ext>
            </a:extLst>
          </p:cNvPr>
          <p:cNvSpPr txBox="1"/>
          <p:nvPr/>
        </p:nvSpPr>
        <p:spPr>
          <a:xfrm>
            <a:off x="6096000" y="547721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000" dirty="0" err="1"/>
              <a:t>We</a:t>
            </a:r>
            <a:r>
              <a:rPr lang="fr-FR" sz="3000" dirty="0"/>
              <a:t> have </a:t>
            </a:r>
            <a:r>
              <a:rPr lang="fr-FR" sz="3000" dirty="0" err="1"/>
              <a:t>created</a:t>
            </a:r>
            <a:r>
              <a:rPr lang="fr-FR" sz="3000" dirty="0"/>
              <a:t> </a:t>
            </a:r>
            <a:r>
              <a:rPr lang="fr-FR" sz="3000" dirty="0" err="1"/>
              <a:t>trajectory</a:t>
            </a:r>
            <a:r>
              <a:rPr lang="fr-FR" sz="3000" dirty="0"/>
              <a:t> types. </a:t>
            </a:r>
            <a:r>
              <a:rPr lang="fr-FR" sz="3000" dirty="0" err="1"/>
              <a:t>What</a:t>
            </a:r>
            <a:r>
              <a:rPr lang="fr-FR" sz="3000" dirty="0"/>
              <a:t> do </a:t>
            </a:r>
            <a:r>
              <a:rPr lang="fr-FR" sz="3000" dirty="0" err="1"/>
              <a:t>they</a:t>
            </a:r>
            <a:r>
              <a:rPr lang="fr-FR" sz="3000" dirty="0"/>
              <a:t> help us </a:t>
            </a:r>
            <a:r>
              <a:rPr lang="fr-FR" sz="3000" dirty="0" err="1"/>
              <a:t>understand</a:t>
            </a:r>
            <a:r>
              <a:rPr lang="fr-FR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1135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045E-DD43-DE94-D515-72480808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Where </a:t>
            </a:r>
            <a:r>
              <a:rPr lang="fr-FR" dirty="0" err="1"/>
              <a:t>we</a:t>
            </a:r>
            <a:r>
              <a:rPr lang="fr-FR" dirty="0"/>
              <a:t> are </a:t>
            </a:r>
            <a:r>
              <a:rPr lang="fr-FR" dirty="0" err="1"/>
              <a:t>now</a:t>
            </a:r>
            <a:endParaRPr lang="fr-F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E5FFCF-0668-D7A7-0E28-0FA692870C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514753"/>
              </p:ext>
            </p:extLst>
          </p:nvPr>
        </p:nvGraphicFramePr>
        <p:xfrm>
          <a:off x="838200" y="2517731"/>
          <a:ext cx="10515600" cy="3659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12A279-72CC-2539-0809-D07B193D1914}"/>
              </a:ext>
            </a:extLst>
          </p:cNvPr>
          <p:cNvSpPr txBox="1"/>
          <p:nvPr/>
        </p:nvSpPr>
        <p:spPr>
          <a:xfrm>
            <a:off x="2107503" y="1690688"/>
            <a:ext cx="84769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800" dirty="0" err="1"/>
              <a:t>build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dirty="0" err="1"/>
              <a:t>describe</a:t>
            </a:r>
            <a:r>
              <a:rPr lang="fr-FR" sz="2800" dirty="0"/>
              <a:t>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compare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cluster </a:t>
            </a:r>
            <a:r>
              <a:rPr lang="fr-FR" sz="2800" dirty="0">
                <a:sym typeface="Wingdings" panose="05000000000000000000" pitchFamily="2" charset="2"/>
              </a:rPr>
              <a:t></a:t>
            </a:r>
            <a:r>
              <a:rPr lang="fr-FR" sz="2800" dirty="0"/>
              <a:t> </a:t>
            </a:r>
            <a:r>
              <a:rPr lang="fr-FR" sz="2800" b="1" dirty="0" err="1"/>
              <a:t>interpret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52308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670A-59A9-3A53-8EA8-0332EA54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Recap: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did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construct</a:t>
            </a:r>
            <a:r>
              <a:rPr lang="fr-FR" dirty="0"/>
              <a:t> in </a:t>
            </a:r>
            <a:r>
              <a:rPr lang="fr-FR" dirty="0" err="1"/>
              <a:t>Lessons</a:t>
            </a:r>
            <a:r>
              <a:rPr lang="fr-FR" dirty="0"/>
              <a:t> 1-3?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3F53D2-CF71-9E72-53A2-2031ABE506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7440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590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1C91-5F4C-BC98-0B34-1D5FBA12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question: </a:t>
            </a:r>
            <a:r>
              <a:rPr lang="fr-FR" dirty="0" err="1"/>
              <a:t>what</a:t>
            </a:r>
            <a:r>
              <a:rPr lang="fr-FR" dirty="0"/>
              <a:t> can </a:t>
            </a:r>
            <a:r>
              <a:rPr lang="fr-FR" dirty="0" err="1"/>
              <a:t>we</a:t>
            </a:r>
            <a:r>
              <a:rPr lang="fr-FR" dirty="0"/>
              <a:t> do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 types?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56BEA95-09CC-9D85-DA7D-AEC80A6046F1}"/>
              </a:ext>
            </a:extLst>
          </p:cNvPr>
          <p:cNvGrpSpPr/>
          <p:nvPr/>
        </p:nvGrpSpPr>
        <p:grpSpPr>
          <a:xfrm>
            <a:off x="2013177" y="1306286"/>
            <a:ext cx="9583510" cy="3581400"/>
            <a:chOff x="1089932" y="1926771"/>
            <a:chExt cx="9583510" cy="3581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6A85A8A-45F1-F3A9-4CD7-417EFD69676E}"/>
                </a:ext>
              </a:extLst>
            </p:cNvPr>
            <p:cNvSpPr/>
            <p:nvPr/>
          </p:nvSpPr>
          <p:spPr>
            <a:xfrm>
              <a:off x="4071258" y="1926771"/>
              <a:ext cx="3608614" cy="1393372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i-FI" sz="2800" dirty="0" err="1"/>
                <a:t>Trajectory</a:t>
              </a:r>
              <a:r>
                <a:rPr lang="fi-FI" sz="2800" dirty="0"/>
                <a:t> </a:t>
              </a:r>
              <a:r>
                <a:rPr lang="fi-FI" sz="2800" dirty="0" err="1"/>
                <a:t>types</a:t>
              </a:r>
              <a:endParaRPr lang="fr-FR" sz="28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94E192-3144-6ED7-31F9-8768D7CC3468}"/>
                </a:ext>
              </a:extLst>
            </p:cNvPr>
            <p:cNvSpPr/>
            <p:nvPr/>
          </p:nvSpPr>
          <p:spPr>
            <a:xfrm>
              <a:off x="1089932" y="4060371"/>
              <a:ext cx="2667000" cy="14478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i-FI" sz="2200" dirty="0" err="1"/>
                <a:t>Explain</a:t>
              </a:r>
              <a:r>
                <a:rPr lang="fi-FI" sz="2200" dirty="0"/>
                <a:t> </a:t>
              </a:r>
              <a:r>
                <a:rPr lang="fi-FI" sz="2200" dirty="0" err="1"/>
                <a:t>membership</a:t>
              </a:r>
              <a:endParaRPr lang="fr-FR" sz="2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1346AC-D737-902B-6DA6-88F6030B2C8D}"/>
                </a:ext>
              </a:extLst>
            </p:cNvPr>
            <p:cNvSpPr/>
            <p:nvPr/>
          </p:nvSpPr>
          <p:spPr>
            <a:xfrm>
              <a:off x="4659085" y="4060371"/>
              <a:ext cx="2667000" cy="14478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i-FI" sz="2200" dirty="0" err="1"/>
                <a:t>Describe</a:t>
              </a:r>
              <a:r>
                <a:rPr lang="fi-FI" sz="2200" dirty="0"/>
                <a:t> </a:t>
              </a:r>
              <a:r>
                <a:rPr lang="fi-FI" sz="2200" dirty="0" err="1"/>
                <a:t>social</a:t>
              </a:r>
              <a:r>
                <a:rPr lang="fi-FI" sz="2200" dirty="0"/>
                <a:t> </a:t>
              </a:r>
              <a:r>
                <a:rPr lang="fi-FI" sz="2200" dirty="0" err="1"/>
                <a:t>patterns</a:t>
              </a:r>
              <a:endParaRPr lang="fr-FR" sz="22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631E55-0415-764E-EC3A-413635A2448C}"/>
                </a:ext>
              </a:extLst>
            </p:cNvPr>
            <p:cNvSpPr/>
            <p:nvPr/>
          </p:nvSpPr>
          <p:spPr>
            <a:xfrm>
              <a:off x="8006442" y="4060371"/>
              <a:ext cx="2667000" cy="14478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i-FI" sz="2200" dirty="0" err="1"/>
                <a:t>Predict</a:t>
              </a:r>
              <a:r>
                <a:rPr lang="fi-FI" sz="2200" dirty="0"/>
                <a:t> </a:t>
              </a:r>
              <a:r>
                <a:rPr lang="fi-FI" sz="2200" dirty="0" err="1"/>
                <a:t>later</a:t>
              </a:r>
              <a:r>
                <a:rPr lang="fi-FI" sz="2200" dirty="0"/>
                <a:t> </a:t>
              </a:r>
              <a:r>
                <a:rPr lang="fi-FI" sz="2200" dirty="0" err="1"/>
                <a:t>outcomes</a:t>
              </a:r>
              <a:endParaRPr lang="fr-FR" sz="22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B0B8A50-8F96-99EA-42A3-1FB806DEF0AD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 flipH="1">
              <a:off x="2423432" y="3320143"/>
              <a:ext cx="3452133" cy="74022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E809FAB-4562-FC4B-2C95-BA40CBA2D19C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5875565" y="3320143"/>
              <a:ext cx="0" cy="740228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5FFCA7A-84AF-C43E-30AD-0232CBA300BA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5875565" y="3320143"/>
              <a:ext cx="3464377" cy="681151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91F0663-3C80-3B97-AFFC-64B2E7DF76DA}"/>
              </a:ext>
            </a:extLst>
          </p:cNvPr>
          <p:cNvSpPr txBox="1"/>
          <p:nvPr/>
        </p:nvSpPr>
        <p:spPr>
          <a:xfrm>
            <a:off x="932088" y="5190334"/>
            <a:ext cx="799759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200" dirty="0" err="1"/>
              <a:t>Three</a:t>
            </a:r>
            <a:r>
              <a:rPr lang="fr-FR" sz="2200" dirty="0"/>
              <a:t> questions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200" dirty="0" err="1"/>
              <a:t>Who</a:t>
            </a:r>
            <a:r>
              <a:rPr lang="fr-FR" sz="2200" dirty="0"/>
              <a:t> </a:t>
            </a:r>
            <a:r>
              <a:rPr lang="fr-FR" sz="2200" dirty="0" err="1"/>
              <a:t>follows</a:t>
            </a:r>
            <a:r>
              <a:rPr lang="fr-FR" sz="2200" dirty="0"/>
              <a:t> </a:t>
            </a:r>
            <a:r>
              <a:rPr lang="fr-FR" sz="2200" dirty="0" err="1"/>
              <a:t>each</a:t>
            </a:r>
            <a:r>
              <a:rPr lang="fr-FR" sz="2200" dirty="0"/>
              <a:t> </a:t>
            </a:r>
            <a:r>
              <a:rPr lang="fr-FR" sz="2200" dirty="0" err="1"/>
              <a:t>trajectory</a:t>
            </a:r>
            <a:r>
              <a:rPr lang="fr-FR" sz="2200" dirty="0"/>
              <a:t>?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200" dirty="0"/>
              <a:t>Are </a:t>
            </a:r>
            <a:r>
              <a:rPr lang="fr-FR" sz="2200" dirty="0" err="1"/>
              <a:t>trajectories</a:t>
            </a:r>
            <a:r>
              <a:rPr lang="fr-FR" sz="2200" dirty="0"/>
              <a:t> </a:t>
            </a:r>
            <a:r>
              <a:rPr lang="fr-FR" sz="2200" dirty="0" err="1"/>
              <a:t>associated</a:t>
            </a:r>
            <a:r>
              <a:rPr lang="fr-FR" sz="2200" dirty="0"/>
              <a:t> </a:t>
            </a:r>
            <a:r>
              <a:rPr lang="fr-FR" sz="2200" dirty="0" err="1"/>
              <a:t>with</a:t>
            </a:r>
            <a:r>
              <a:rPr lang="fr-FR" sz="2200" dirty="0"/>
              <a:t> </a:t>
            </a:r>
            <a:r>
              <a:rPr lang="fr-FR" sz="2200" dirty="0" err="1"/>
              <a:t>later</a:t>
            </a:r>
            <a:r>
              <a:rPr lang="fr-FR" sz="2200" dirty="0"/>
              <a:t> </a:t>
            </a:r>
            <a:r>
              <a:rPr lang="fr-FR" sz="2200" dirty="0" err="1"/>
              <a:t>outcomes</a:t>
            </a:r>
            <a:r>
              <a:rPr lang="fr-FR" sz="2200" dirty="0"/>
              <a:t>?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200" dirty="0" err="1"/>
              <a:t>What</a:t>
            </a:r>
            <a:r>
              <a:rPr lang="fr-FR" sz="2200" dirty="0"/>
              <a:t> </a:t>
            </a:r>
            <a:r>
              <a:rPr lang="fr-FR" sz="2200" dirty="0" err="1"/>
              <a:t>features</a:t>
            </a:r>
            <a:r>
              <a:rPr lang="fr-FR" sz="2200" dirty="0"/>
              <a:t> of </a:t>
            </a:r>
            <a:r>
              <a:rPr lang="fr-FR" sz="2200" dirty="0" err="1"/>
              <a:t>trajectories</a:t>
            </a:r>
            <a:r>
              <a:rPr lang="fr-FR" sz="2200" dirty="0"/>
              <a:t> </a:t>
            </a:r>
            <a:r>
              <a:rPr lang="fr-FR" sz="2200" dirty="0" err="1"/>
              <a:t>matter</a:t>
            </a:r>
            <a:r>
              <a:rPr lang="fr-FR" sz="2200" dirty="0"/>
              <a:t> </a:t>
            </a:r>
            <a:r>
              <a:rPr lang="fr-FR" sz="2200" dirty="0" err="1"/>
              <a:t>most</a:t>
            </a:r>
            <a:r>
              <a:rPr lang="fr-FR" sz="2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92648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D044B-77EF-3411-E27D-FE097284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Using trajectory types in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730F8-8E5E-9E32-BF20-CA52CF49C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1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C6E0-4E92-2050-0430-FCB6CD4B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Trajectory</a:t>
            </a:r>
            <a:r>
              <a:rPr lang="fr-FR" dirty="0"/>
              <a:t> types as descriptive </a:t>
            </a:r>
            <a:r>
              <a:rPr lang="fr-FR" dirty="0" err="1"/>
              <a:t>summaries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09690-792C-E671-2B1B-557F540EB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Example</a:t>
            </a:r>
            <a:endParaRPr lang="fr-F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9442F7-AA65-389C-71DA-D5690E655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229261"/>
              </p:ext>
            </p:extLst>
          </p:nvPr>
        </p:nvGraphicFramePr>
        <p:xfrm>
          <a:off x="3624942" y="1600200"/>
          <a:ext cx="5170714" cy="182880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4082143">
                  <a:extLst>
                    <a:ext uri="{9D8B030D-6E8A-4147-A177-3AD203B41FA5}">
                      <a16:colId xmlns:a16="http://schemas.microsoft.com/office/drawing/2014/main" val="4172699986"/>
                    </a:ext>
                  </a:extLst>
                </a:gridCol>
                <a:gridCol w="1088571">
                  <a:extLst>
                    <a:ext uri="{9D8B030D-6E8A-4147-A177-3AD203B41FA5}">
                      <a16:colId xmlns:a16="http://schemas.microsoft.com/office/drawing/2014/main" val="3711339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/>
                        <a:t>Trajectory</a:t>
                      </a:r>
                      <a:r>
                        <a:rPr lang="fr-FR" b="1" dirty="0"/>
                        <a:t>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Share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428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Stable </a:t>
                      </a:r>
                      <a:r>
                        <a:rPr lang="fr-FR" dirty="0" err="1"/>
                        <a:t>employment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46%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988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Studies →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Early joblessness →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375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Continuing instability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dirty="0"/>
                        <a:t>12%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8359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D91383-2AC4-5C6C-36F8-7A84940F5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676271"/>
              </p:ext>
            </p:extLst>
          </p:nvPr>
        </p:nvGraphicFramePr>
        <p:xfrm>
          <a:off x="3624942" y="4114800"/>
          <a:ext cx="7141029" cy="210312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3179031">
                  <a:extLst>
                    <a:ext uri="{9D8B030D-6E8A-4147-A177-3AD203B41FA5}">
                      <a16:colId xmlns:a16="http://schemas.microsoft.com/office/drawing/2014/main" val="1777442336"/>
                    </a:ext>
                  </a:extLst>
                </a:gridCol>
                <a:gridCol w="1861055">
                  <a:extLst>
                    <a:ext uri="{9D8B030D-6E8A-4147-A177-3AD203B41FA5}">
                      <a16:colId xmlns:a16="http://schemas.microsoft.com/office/drawing/2014/main" val="466684858"/>
                    </a:ext>
                  </a:extLst>
                </a:gridCol>
                <a:gridCol w="2100943">
                  <a:extLst>
                    <a:ext uri="{9D8B030D-6E8A-4147-A177-3AD203B41FA5}">
                      <a16:colId xmlns:a16="http://schemas.microsoft.com/office/drawing/2014/main" val="1547910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Trajectory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Women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Men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552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Stable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42%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08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Studies →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21%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53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Early joblessness →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18%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2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Continuing instability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13%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648031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3077728D-A680-82E6-1A7D-C91B9FB7B82A}"/>
              </a:ext>
            </a:extLst>
          </p:cNvPr>
          <p:cNvSpPr/>
          <p:nvPr/>
        </p:nvSpPr>
        <p:spPr>
          <a:xfrm>
            <a:off x="5627914" y="3614057"/>
            <a:ext cx="195943" cy="315686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29228-9A84-51BD-8E92-041120774C4C}"/>
              </a:ext>
            </a:extLst>
          </p:cNvPr>
          <p:cNvSpPr txBox="1"/>
          <p:nvPr/>
        </p:nvSpPr>
        <p:spPr>
          <a:xfrm>
            <a:off x="391886" y="3614057"/>
            <a:ext cx="25472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Before</a:t>
            </a:r>
            <a:r>
              <a:rPr lang="fr-FR" sz="2000" i="1" dirty="0"/>
              <a:t> </a:t>
            </a:r>
            <a:r>
              <a:rPr lang="fr-FR" sz="2000" i="1" dirty="0" err="1"/>
              <a:t>modelling</a:t>
            </a:r>
            <a:r>
              <a:rPr lang="fr-FR" sz="2000" i="1" dirty="0"/>
              <a:t> </a:t>
            </a:r>
            <a:r>
              <a:rPr lang="fr-FR" sz="2000" i="1" dirty="0" err="1"/>
              <a:t>anything</a:t>
            </a:r>
            <a:r>
              <a:rPr lang="fr-FR" sz="2000" i="1" dirty="0"/>
              <a:t>, </a:t>
            </a:r>
            <a:r>
              <a:rPr lang="fr-FR" sz="2000" i="1" dirty="0" err="1"/>
              <a:t>describe</a:t>
            </a:r>
            <a:r>
              <a:rPr lang="fr-FR" sz="2000" i="1" dirty="0"/>
              <a:t> how </a:t>
            </a:r>
            <a:r>
              <a:rPr lang="fr-FR" sz="2000" i="1" dirty="0" err="1"/>
              <a:t>common</a:t>
            </a:r>
            <a:r>
              <a:rPr lang="fr-FR" sz="2000" i="1" dirty="0"/>
              <a:t> the </a:t>
            </a:r>
            <a:r>
              <a:rPr lang="fr-FR" sz="2000" i="1" dirty="0" err="1"/>
              <a:t>trajectory</a:t>
            </a:r>
            <a:r>
              <a:rPr lang="fr-FR" sz="2000" i="1" dirty="0"/>
              <a:t> types are and </a:t>
            </a:r>
            <a:r>
              <a:rPr lang="fr-FR" sz="2000" i="1" dirty="0" err="1"/>
              <a:t>who</a:t>
            </a:r>
            <a:r>
              <a:rPr lang="fr-FR" sz="2000" i="1" dirty="0"/>
              <a:t> </a:t>
            </a:r>
            <a:r>
              <a:rPr lang="fr-FR" sz="2000" i="1" dirty="0" err="1"/>
              <a:t>is</a:t>
            </a:r>
            <a:r>
              <a:rPr lang="fr-FR" sz="2000" i="1" dirty="0"/>
              <a:t> </a:t>
            </a:r>
            <a:r>
              <a:rPr lang="fr-FR" sz="2000" i="1" dirty="0" err="1"/>
              <a:t>found</a:t>
            </a:r>
            <a:r>
              <a:rPr lang="fr-FR" sz="2000" i="1" dirty="0"/>
              <a:t> in </a:t>
            </a:r>
            <a:r>
              <a:rPr lang="fr-FR" sz="2000" i="1" dirty="0" err="1"/>
              <a:t>them</a:t>
            </a:r>
            <a:r>
              <a:rPr lang="fr-FR" sz="20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7289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2BCA-D9A6-900A-4B52-97F05DCA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Trajectory</a:t>
            </a:r>
            <a:r>
              <a:rPr lang="fr-FR" dirty="0"/>
              <a:t> types as </a:t>
            </a:r>
            <a:r>
              <a:rPr lang="fr-FR" dirty="0" err="1"/>
              <a:t>explanatory</a:t>
            </a:r>
            <a:r>
              <a:rPr lang="fr-FR" dirty="0"/>
              <a:t>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E5F579-464D-4473-A43D-578425527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7543"/>
                <a:ext cx="10515600" cy="4925332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Suppose </a:t>
                </a:r>
                <a:r>
                  <a:rPr lang="fr-FR" dirty="0" err="1"/>
                  <a:t>employment</a:t>
                </a:r>
                <a:r>
                  <a:rPr lang="fr-FR" dirty="0"/>
                  <a:t> </a:t>
                </a:r>
                <a:r>
                  <a:rPr lang="fr-FR" dirty="0" err="1"/>
                  <a:t>trajectories</a:t>
                </a:r>
                <a:r>
                  <a:rPr lang="fr-FR" dirty="0"/>
                  <a:t> are </a:t>
                </a:r>
                <a:r>
                  <a:rPr lang="fr-FR" dirty="0" err="1"/>
                  <a:t>observed</a:t>
                </a:r>
                <a:r>
                  <a:rPr lang="fr-FR" dirty="0"/>
                  <a:t> </a:t>
                </a:r>
                <a:r>
                  <a:rPr lang="fr-FR" dirty="0" err="1"/>
                  <a:t>from</a:t>
                </a:r>
                <a:r>
                  <a:rPr lang="fr-FR" dirty="0"/>
                  <a:t> </a:t>
                </a:r>
                <a:r>
                  <a:rPr lang="fr-FR" dirty="0" err="1"/>
                  <a:t>ages</a:t>
                </a:r>
                <a:r>
                  <a:rPr lang="fr-FR" dirty="0"/>
                  <a:t> 20 to 35, </a:t>
                </a:r>
                <a:r>
                  <a:rPr lang="fr-FR" dirty="0" err="1"/>
                  <a:t>followed</a:t>
                </a:r>
                <a:r>
                  <a:rPr lang="fr-FR" dirty="0"/>
                  <a:t> by </a:t>
                </a:r>
                <a:r>
                  <a:rPr lang="fr-FR" dirty="0" err="1"/>
                  <a:t>health</a:t>
                </a:r>
                <a:r>
                  <a:rPr lang="fr-FR" dirty="0"/>
                  <a:t> at </a:t>
                </a:r>
                <a:r>
                  <a:rPr lang="fr-FR" dirty="0" err="1"/>
                  <a:t>age</a:t>
                </a:r>
                <a:r>
                  <a:rPr lang="fr-FR" dirty="0"/>
                  <a:t> 40.</a:t>
                </a:r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r>
                  <a:rPr lang="fr-FR" b="1" dirty="0" err="1"/>
                  <a:t>Regression</a:t>
                </a:r>
                <a:r>
                  <a:rPr lang="fr-FR" b="1" dirty="0"/>
                  <a:t> </a:t>
                </a:r>
                <a:r>
                  <a:rPr lang="fr-FR" b="1" dirty="0" err="1"/>
                  <a:t>representation</a:t>
                </a:r>
                <a:endParaRPr lang="fr-FR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  <a:p>
                <a:pPr lvl="1"/>
                <a:r>
                  <a:rPr lang="fr-FR" dirty="0"/>
                  <a:t>The coefficients compare </a:t>
                </a:r>
                <a:r>
                  <a:rPr lang="fr-FR" dirty="0" err="1"/>
                  <a:t>later</a:t>
                </a:r>
                <a:r>
                  <a:rPr lang="fr-FR" dirty="0"/>
                  <a:t> </a:t>
                </a:r>
                <a:r>
                  <a:rPr lang="fr-FR" dirty="0" err="1"/>
                  <a:t>outcomes</a:t>
                </a:r>
                <a:r>
                  <a:rPr lang="fr-FR" dirty="0"/>
                  <a:t> </a:t>
                </a:r>
                <a:r>
                  <a:rPr lang="fr-FR" dirty="0" err="1"/>
                  <a:t>across</a:t>
                </a:r>
                <a:r>
                  <a:rPr lang="fr-FR" dirty="0"/>
                  <a:t> </a:t>
                </a:r>
                <a:r>
                  <a:rPr lang="fr-FR" dirty="0" err="1"/>
                  <a:t>constructed</a:t>
                </a:r>
                <a:r>
                  <a:rPr lang="fr-FR" dirty="0"/>
                  <a:t> </a:t>
                </a:r>
                <a:r>
                  <a:rPr lang="fr-FR" dirty="0" err="1"/>
                  <a:t>trajectory</a:t>
                </a:r>
                <a:r>
                  <a:rPr lang="fr-FR" dirty="0"/>
                  <a:t> groups.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E5F579-464D-4473-A43D-578425527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7543"/>
                <a:ext cx="10515600" cy="4925332"/>
              </a:xfrm>
              <a:blipFill>
                <a:blip r:embed="rId3"/>
                <a:stretch>
                  <a:fillRect l="-1043" t="-21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261C68-E4F9-65AF-3827-B964B805C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994878"/>
              </p:ext>
            </p:extLst>
          </p:nvPr>
        </p:nvGraphicFramePr>
        <p:xfrm>
          <a:off x="2525485" y="2514600"/>
          <a:ext cx="6574971" cy="182880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3857316">
                  <a:extLst>
                    <a:ext uri="{9D8B030D-6E8A-4147-A177-3AD203B41FA5}">
                      <a16:colId xmlns:a16="http://schemas.microsoft.com/office/drawing/2014/main" val="973012498"/>
                    </a:ext>
                  </a:extLst>
                </a:gridCol>
                <a:gridCol w="2717655">
                  <a:extLst>
                    <a:ext uri="{9D8B030D-6E8A-4147-A177-3AD203B41FA5}">
                      <a16:colId xmlns:a16="http://schemas.microsoft.com/office/drawing/2014/main" val="3075485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/>
                        <a:t>Employment</a:t>
                      </a:r>
                      <a:r>
                        <a:rPr lang="fr-FR" b="1" dirty="0"/>
                        <a:t> </a:t>
                      </a:r>
                      <a:r>
                        <a:rPr lang="fr-FR" b="1" dirty="0" err="1"/>
                        <a:t>trajectory</a:t>
                      </a:r>
                      <a:endParaRPr lang="fr-F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b="1" dirty="0"/>
                        <a:t>Mean </a:t>
                      </a:r>
                      <a:r>
                        <a:rPr lang="fr-FR" b="1" dirty="0" err="1"/>
                        <a:t>health</a:t>
                      </a:r>
                      <a:r>
                        <a:rPr lang="fr-FR" b="1" dirty="0"/>
                        <a:t> score at 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781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Stable </a:t>
                      </a:r>
                      <a:r>
                        <a:rPr lang="fr-FR" dirty="0" err="1"/>
                        <a:t>employment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8.1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95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Studies</a:t>
                      </a:r>
                      <a:r>
                        <a:rPr lang="fr-FR" dirty="0"/>
                        <a:t> 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employment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8.0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027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Early </a:t>
                      </a:r>
                      <a:r>
                        <a:rPr lang="fr-FR" dirty="0" err="1"/>
                        <a:t>joblessness</a:t>
                      </a:r>
                      <a:r>
                        <a:rPr lang="fr-FR" dirty="0"/>
                        <a:t> 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employment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7.4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661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Continuing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instability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6.8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774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67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9053-2AC8-7372-08FA-F71E3D08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Trajectory</a:t>
            </a:r>
            <a:r>
              <a:rPr lang="fr-FR" dirty="0"/>
              <a:t> types as </a:t>
            </a:r>
            <a:r>
              <a:rPr lang="fr-FR" dirty="0" err="1"/>
              <a:t>outcomes</a:t>
            </a:r>
            <a:r>
              <a:rPr lang="fr-FR" dirty="0"/>
              <a:t> to </a:t>
            </a:r>
            <a:r>
              <a:rPr lang="fr-FR" dirty="0" err="1"/>
              <a:t>explain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1D161-47E3-E7A4-A8E1-9D92F7854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89560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Question, e.g.: </a:t>
            </a:r>
          </a:p>
          <a:p>
            <a:pPr lvl="1"/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earlier</a:t>
            </a:r>
            <a:r>
              <a:rPr lang="fr-FR" dirty="0"/>
              <a:t> </a:t>
            </a:r>
            <a:r>
              <a:rPr lang="fr-FR" dirty="0" err="1"/>
              <a:t>characteristics</a:t>
            </a:r>
            <a:r>
              <a:rPr lang="fr-FR" dirty="0"/>
              <a:t> are </a:t>
            </a:r>
            <a:r>
              <a:rPr lang="fr-FR" dirty="0" err="1"/>
              <a:t>associated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entering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trajectories</a:t>
            </a:r>
            <a:r>
              <a:rPr lang="fr-FR" dirty="0"/>
              <a:t>?</a:t>
            </a:r>
          </a:p>
          <a:p>
            <a:r>
              <a:rPr lang="fr-FR" b="1" dirty="0"/>
              <a:t>Simple </a:t>
            </a:r>
            <a:r>
              <a:rPr lang="fr-FR" b="1" dirty="0" err="1"/>
              <a:t>analytical</a:t>
            </a:r>
            <a:r>
              <a:rPr lang="fr-FR" b="1" dirty="0"/>
              <a:t> options</a:t>
            </a:r>
          </a:p>
          <a:p>
            <a:pPr lvl="1"/>
            <a:r>
              <a:rPr lang="fr-FR" dirty="0"/>
              <a:t>Cross-tabulations </a:t>
            </a:r>
          </a:p>
          <a:p>
            <a:pPr lvl="1"/>
            <a:r>
              <a:rPr lang="fr-FR" dirty="0"/>
              <a:t>Multinomial </a:t>
            </a:r>
            <a:r>
              <a:rPr lang="fr-FR" dirty="0" err="1"/>
              <a:t>logistic</a:t>
            </a:r>
            <a:r>
              <a:rPr lang="fr-FR" dirty="0"/>
              <a:t> </a:t>
            </a:r>
            <a:r>
              <a:rPr lang="fr-FR" dirty="0" err="1"/>
              <a:t>regression</a:t>
            </a:r>
            <a:endParaRPr lang="fr-FR" dirty="0"/>
          </a:p>
          <a:p>
            <a:pPr lvl="1"/>
            <a:r>
              <a:rPr lang="fr-FR" dirty="0" err="1"/>
              <a:t>Binary</a:t>
            </a:r>
            <a:r>
              <a:rPr lang="fr-FR" dirty="0"/>
              <a:t> </a:t>
            </a:r>
            <a:r>
              <a:rPr lang="fr-FR" dirty="0" err="1"/>
              <a:t>contrasts</a:t>
            </a:r>
            <a:endParaRPr lang="fr-FR" dirty="0"/>
          </a:p>
          <a:p>
            <a:pPr lvl="1"/>
            <a:r>
              <a:rPr lang="fr-FR" dirty="0" err="1"/>
              <a:t>Predicted</a:t>
            </a:r>
            <a:r>
              <a:rPr lang="fr-FR" dirty="0"/>
              <a:t> </a:t>
            </a:r>
            <a:r>
              <a:rPr lang="fr-FR" dirty="0" err="1"/>
              <a:t>probabilities</a:t>
            </a:r>
            <a:r>
              <a:rPr lang="fr-FR" dirty="0"/>
              <a:t>.</a:t>
            </a:r>
          </a:p>
          <a:p>
            <a:pPr lvl="1"/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144457-16AB-36D6-BCD5-D2931640E0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2983"/>
              </p:ext>
            </p:extLst>
          </p:nvPr>
        </p:nvGraphicFramePr>
        <p:xfrm>
          <a:off x="1774371" y="1379311"/>
          <a:ext cx="9274629" cy="2169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7728AA9-FE1F-FD44-6415-1930870649C5}"/>
              </a:ext>
            </a:extLst>
          </p:cNvPr>
          <p:cNvSpPr/>
          <p:nvPr/>
        </p:nvSpPr>
        <p:spPr>
          <a:xfrm>
            <a:off x="7500257" y="4736758"/>
            <a:ext cx="3853543" cy="1100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800" i="1" dirty="0" err="1"/>
              <a:t>Mind</a:t>
            </a:r>
            <a:r>
              <a:rPr lang="fi-FI" sz="2800" i="1" dirty="0"/>
              <a:t> </a:t>
            </a:r>
            <a:r>
              <a:rPr lang="fi-FI" sz="2800" i="1" dirty="0" err="1"/>
              <a:t>your</a:t>
            </a:r>
            <a:r>
              <a:rPr lang="fi-FI" sz="2800" i="1" dirty="0"/>
              <a:t> </a:t>
            </a:r>
            <a:r>
              <a:rPr lang="fi-FI" sz="2800" i="1" dirty="0" err="1"/>
              <a:t>formulation</a:t>
            </a:r>
            <a:r>
              <a:rPr lang="fi-FI" sz="2800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1273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4872-632E-00B0-95F6-9D266EA83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Trajectory</a:t>
            </a:r>
            <a:r>
              <a:rPr lang="fr-FR" dirty="0"/>
              <a:t> types </a:t>
            </a:r>
            <a:r>
              <a:rPr lang="fr-FR" dirty="0" err="1"/>
              <a:t>aand</a:t>
            </a:r>
            <a:r>
              <a:rPr lang="fr-FR" dirty="0"/>
              <a:t> </a:t>
            </a:r>
            <a:r>
              <a:rPr lang="fr-FR" dirty="0" err="1"/>
              <a:t>later</a:t>
            </a:r>
            <a:r>
              <a:rPr lang="fr-FR" dirty="0"/>
              <a:t> </a:t>
            </a:r>
            <a:r>
              <a:rPr lang="fr-FR" dirty="0" err="1"/>
              <a:t>outcomes</a:t>
            </a:r>
            <a:r>
              <a:rPr lang="fr-FR" dirty="0"/>
              <a:t>: </a:t>
            </a:r>
            <a:r>
              <a:rPr lang="fr-FR" dirty="0" err="1"/>
              <a:t>examples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6B1256-63C3-B7EF-70CC-7A2F233262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86839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7748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A88F-D98B-22AC-BA6F-FE4C206E7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Descriptive contrasts before regression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441B7-CE99-529C-1BF4-9AB5C5B78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Example: Mean </a:t>
            </a:r>
            <a:r>
              <a:rPr lang="fr-FR" dirty="0" err="1"/>
              <a:t>depressive-symptom</a:t>
            </a:r>
            <a:r>
              <a:rPr lang="fr-FR" dirty="0"/>
              <a:t> score by </a:t>
            </a:r>
            <a:r>
              <a:rPr lang="fr-FR" dirty="0" err="1"/>
              <a:t>trajectory</a:t>
            </a:r>
            <a:endParaRPr lang="fr-F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6BB3BC-702A-9BB2-02E0-6B4D2F74C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687252"/>
              </p:ext>
            </p:extLst>
          </p:nvPr>
        </p:nvGraphicFramePr>
        <p:xfrm>
          <a:off x="1279072" y="2538254"/>
          <a:ext cx="9633855" cy="292608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1926771">
                  <a:extLst>
                    <a:ext uri="{9D8B030D-6E8A-4147-A177-3AD203B41FA5}">
                      <a16:colId xmlns:a16="http://schemas.microsoft.com/office/drawing/2014/main" val="1967509019"/>
                    </a:ext>
                  </a:extLst>
                </a:gridCol>
                <a:gridCol w="1926771">
                  <a:extLst>
                    <a:ext uri="{9D8B030D-6E8A-4147-A177-3AD203B41FA5}">
                      <a16:colId xmlns:a16="http://schemas.microsoft.com/office/drawing/2014/main" val="2198575749"/>
                    </a:ext>
                  </a:extLst>
                </a:gridCol>
                <a:gridCol w="1926771">
                  <a:extLst>
                    <a:ext uri="{9D8B030D-6E8A-4147-A177-3AD203B41FA5}">
                      <a16:colId xmlns:a16="http://schemas.microsoft.com/office/drawing/2014/main" val="190563117"/>
                    </a:ext>
                  </a:extLst>
                </a:gridCol>
                <a:gridCol w="1926771">
                  <a:extLst>
                    <a:ext uri="{9D8B030D-6E8A-4147-A177-3AD203B41FA5}">
                      <a16:colId xmlns:a16="http://schemas.microsoft.com/office/drawing/2014/main" val="3264236641"/>
                    </a:ext>
                  </a:extLst>
                </a:gridCol>
                <a:gridCol w="1926771">
                  <a:extLst>
                    <a:ext uri="{9D8B030D-6E8A-4147-A177-3AD203B41FA5}">
                      <a16:colId xmlns:a16="http://schemas.microsoft.com/office/drawing/2014/main" val="2604577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Cluster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%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Mean </a:t>
                      </a:r>
                      <a:r>
                        <a:rPr lang="fr-FR" dirty="0" err="1"/>
                        <a:t>outcome</a:t>
                      </a:r>
                      <a:endParaRPr lang="fr-FR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Mean transitions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747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Stable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460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1.1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655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Studies</a:t>
                      </a:r>
                      <a:r>
                        <a:rPr lang="fr-FR" dirty="0"/>
                        <a:t> 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employment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4.3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1.8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67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Early </a:t>
                      </a:r>
                      <a:r>
                        <a:rPr lang="fr-FR" dirty="0" err="1"/>
                        <a:t>joblessness</a:t>
                      </a:r>
                      <a:r>
                        <a:rPr lang="fr-FR" dirty="0"/>
                        <a:t> 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employment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2.3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97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Continuing instability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6.4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3030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8215E8-092F-F75D-4587-7B2220E9974C}"/>
              </a:ext>
            </a:extLst>
          </p:cNvPr>
          <p:cNvSpPr txBox="1"/>
          <p:nvPr/>
        </p:nvSpPr>
        <p:spPr>
          <a:xfrm>
            <a:off x="2255519" y="5723434"/>
            <a:ext cx="7680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dirty="0" err="1"/>
              <a:t>Regression</a:t>
            </a:r>
            <a:r>
              <a:rPr lang="fr-FR" sz="2200" dirty="0"/>
              <a:t> </a:t>
            </a:r>
            <a:r>
              <a:rPr lang="fr-FR" sz="2200" dirty="0" err="1"/>
              <a:t>should</a:t>
            </a:r>
            <a:r>
              <a:rPr lang="fr-FR" sz="2200" dirty="0"/>
              <a:t> </a:t>
            </a:r>
            <a:r>
              <a:rPr lang="fr-FR" sz="2200" dirty="0" err="1"/>
              <a:t>explain</a:t>
            </a:r>
            <a:r>
              <a:rPr lang="fr-FR" sz="2200" dirty="0"/>
              <a:t> or </a:t>
            </a:r>
            <a:r>
              <a:rPr lang="fr-FR" sz="2200" dirty="0" err="1"/>
              <a:t>refine</a:t>
            </a:r>
            <a:r>
              <a:rPr lang="fr-FR" sz="2200" dirty="0"/>
              <a:t> the descriptive pattern, and not replace </a:t>
            </a:r>
            <a:r>
              <a:rPr lang="fr-FR" sz="2200" dirty="0" err="1"/>
              <a:t>it</a:t>
            </a:r>
            <a:r>
              <a:rPr lang="fr-F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971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D2B9-8C35-103A-FD5F-CA3D5A154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Regression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cluster </a:t>
            </a:r>
            <a:r>
              <a:rPr lang="fr-FR" dirty="0" err="1"/>
              <a:t>membership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6A0C91-6EF5-234C-0673-5405C3AAA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b="1" dirty="0"/>
                  <a:t>Model 1: </a:t>
                </a:r>
                <a:r>
                  <a:rPr lang="fr-FR" b="1" dirty="0" err="1"/>
                  <a:t>Unadjusted</a:t>
                </a:r>
                <a:endParaRPr lang="fr-FR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i="1"/>
                        <m:t>trajectory</m:t>
                      </m:r>
                      <m:r>
                        <m:rPr>
                          <m:nor/>
                        </m:rPr>
                        <a:rPr lang="fr-FR" i="1"/>
                        <m:t> </m:t>
                      </m:r>
                      <m:r>
                        <m:rPr>
                          <m:nor/>
                        </m:rPr>
                        <a:rPr lang="fr-FR" i="1"/>
                        <m:t>type</m:t>
                      </m:r>
                    </m:oMath>
                  </m:oMathPara>
                </a14:m>
                <a:endParaRPr lang="fr-FR" b="0" dirty="0"/>
              </a:p>
              <a:p>
                <a:r>
                  <a:rPr lang="fr-FR" b="1" dirty="0"/>
                  <a:t>Model 2: </a:t>
                </a:r>
                <a:r>
                  <a:rPr lang="fr-FR" b="1" dirty="0" err="1"/>
                  <a:t>Earlier</a:t>
                </a:r>
                <a:r>
                  <a:rPr lang="fr-FR" b="1" dirty="0"/>
                  <a:t>-life </a:t>
                </a:r>
                <a:r>
                  <a:rPr lang="fr-FR" b="1" dirty="0" err="1"/>
                  <a:t>confounders</a:t>
                </a:r>
                <a:endParaRPr lang="fr-FR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i="1"/>
                        <m:t>trajectory</m:t>
                      </m:r>
                      <m:r>
                        <m:rPr>
                          <m:nor/>
                        </m:rPr>
                        <a:rPr lang="fr-FR" i="1"/>
                        <m:t> </m:t>
                      </m:r>
                      <m:r>
                        <m:rPr>
                          <m:nor/>
                        </m:rPr>
                        <a:rPr lang="fr-FR" i="1"/>
                        <m:t>type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fr-FR" i="1"/>
                        <m:t>childhood</m:t>
                      </m:r>
                      <m:r>
                        <m:rPr>
                          <m:nor/>
                        </m:rPr>
                        <a:rPr lang="fr-FR" i="1"/>
                        <m:t> </m:t>
                      </m:r>
                      <m:r>
                        <m:rPr>
                          <m:nor/>
                        </m:rPr>
                        <a:rPr lang="fr-FR" i="1"/>
                        <m:t>SEP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fr-FR" i="1"/>
                        <m:t>sex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fr-FR" i="1"/>
                        <m:t>cohort</m:t>
                      </m:r>
                    </m:oMath>
                  </m:oMathPara>
                </a14:m>
                <a:endParaRPr lang="fr-FR" b="0" dirty="0"/>
              </a:p>
              <a:p>
                <a:r>
                  <a:rPr lang="fr-FR" b="1" dirty="0"/>
                  <a:t>Model 3: </a:t>
                </a:r>
                <a:r>
                  <a:rPr lang="fr-FR" b="1" dirty="0" err="1"/>
                  <a:t>Additional</a:t>
                </a:r>
                <a:r>
                  <a:rPr lang="fr-FR" b="1" dirty="0"/>
                  <a:t> </a:t>
                </a:r>
                <a:r>
                  <a:rPr lang="fr-FR" b="1" dirty="0" err="1"/>
                  <a:t>clearly</a:t>
                </a:r>
                <a:r>
                  <a:rPr lang="fr-FR" b="1" dirty="0"/>
                  <a:t> </a:t>
                </a:r>
                <a:r>
                  <a:rPr lang="fr-FR" b="1" dirty="0" err="1"/>
                  <a:t>pre-trajectory</a:t>
                </a:r>
                <a:r>
                  <a:rPr lang="fr-FR" b="1" dirty="0"/>
                  <a:t> variables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i="1"/>
                        <m:t>trajectory</m:t>
                      </m:r>
                      <m:r>
                        <m:rPr>
                          <m:nor/>
                        </m:rPr>
                        <a:rPr lang="fr-FR" i="1"/>
                        <m:t> </m:t>
                      </m:r>
                      <m:r>
                        <m:rPr>
                          <m:nor/>
                        </m:rPr>
                        <a:rPr lang="fr-FR" i="1"/>
                        <m:t>type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fr-FR" i="1"/>
                        <m:t>baseline</m:t>
                      </m:r>
                      <m:r>
                        <m:rPr>
                          <m:nor/>
                        </m:rPr>
                        <a:rPr lang="fr-FR" i="1"/>
                        <m:t> </m:t>
                      </m:r>
                      <m:r>
                        <m:rPr>
                          <m:nor/>
                        </m:rPr>
                        <a:rPr lang="fr-FR" i="1"/>
                        <m:t>health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fr-FR" i="1"/>
                        <m:t>earlier</m:t>
                      </m:r>
                      <m:r>
                        <m:rPr>
                          <m:nor/>
                        </m:rPr>
                        <a:rPr lang="fr-FR" i="1"/>
                        <m:t> </m:t>
                      </m:r>
                      <m:r>
                        <m:rPr>
                          <m:nor/>
                        </m:rPr>
                        <a:rPr lang="fr-FR" i="1"/>
                        <m:t>covariates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The cluster </a:t>
                </a:r>
                <a:r>
                  <a:rPr lang="fr-FR" dirty="0" err="1"/>
                  <a:t>is</a:t>
                </a:r>
                <a:r>
                  <a:rPr lang="fr-FR" dirty="0"/>
                  <a:t> a </a:t>
                </a:r>
                <a:r>
                  <a:rPr lang="fr-FR" dirty="0" err="1"/>
                  <a:t>generated</a:t>
                </a:r>
                <a:r>
                  <a:rPr lang="fr-FR" dirty="0"/>
                  <a:t> classification. </a:t>
                </a:r>
                <a:r>
                  <a:rPr lang="fr-FR" dirty="0" err="1"/>
                  <a:t>Conventional</a:t>
                </a:r>
                <a:r>
                  <a:rPr lang="fr-FR" dirty="0"/>
                  <a:t> </a:t>
                </a:r>
                <a:r>
                  <a:rPr lang="fr-FR" dirty="0" err="1"/>
                  <a:t>regression</a:t>
                </a:r>
                <a:r>
                  <a:rPr lang="fr-FR" dirty="0"/>
                  <a:t> </a:t>
                </a:r>
                <a:r>
                  <a:rPr lang="fr-FR" dirty="0" err="1"/>
                  <a:t>usually</a:t>
                </a:r>
                <a:r>
                  <a:rPr lang="fr-FR" dirty="0"/>
                  <a:t> </a:t>
                </a:r>
                <a:r>
                  <a:rPr lang="fr-FR" dirty="0" err="1"/>
                  <a:t>treats</a:t>
                </a:r>
                <a:r>
                  <a:rPr lang="fr-FR" dirty="0"/>
                  <a:t> </a:t>
                </a:r>
                <a:r>
                  <a:rPr lang="fr-FR" dirty="0" err="1"/>
                  <a:t>it</a:t>
                </a:r>
                <a:r>
                  <a:rPr lang="fr-FR" dirty="0"/>
                  <a:t> as </a:t>
                </a:r>
                <a:r>
                  <a:rPr lang="fr-FR" dirty="0" err="1"/>
                  <a:t>known</a:t>
                </a:r>
                <a:r>
                  <a:rPr lang="fr-FR" dirty="0"/>
                  <a:t> </a:t>
                </a:r>
                <a:r>
                  <a:rPr lang="fr-FR" dirty="0" err="1"/>
                  <a:t>without</a:t>
                </a:r>
                <a:r>
                  <a:rPr lang="fr-FR" dirty="0"/>
                  <a:t> </a:t>
                </a:r>
                <a:r>
                  <a:rPr lang="fr-FR" dirty="0" err="1"/>
                  <a:t>error</a:t>
                </a:r>
                <a:r>
                  <a:rPr lang="fr-FR" dirty="0"/>
                  <a:t>.</a:t>
                </a:r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6A0C91-6EF5-234C-0673-5405C3AAA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04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A323-5F5E-7B35-F760-ABA701B4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Regression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indicators</a:t>
            </a:r>
            <a:r>
              <a:rPr lang="fr-FR" dirty="0"/>
              <a:t> </a:t>
            </a:r>
            <a:r>
              <a:rPr lang="fr-FR" dirty="0" err="1"/>
              <a:t>instead</a:t>
            </a:r>
            <a:r>
              <a:rPr lang="fr-FR" dirty="0"/>
              <a:t> of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69AFA-1295-EAAF-CD22-8B6F8EEF6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</a:t>
            </a:r>
          </a:p>
          <a:p>
            <a:r>
              <a:rPr lang="fi-FI" dirty="0"/>
              <a:t>B</a:t>
            </a:r>
          </a:p>
          <a:p>
            <a:r>
              <a:rPr lang="fi-FI" dirty="0"/>
              <a:t>C</a:t>
            </a:r>
          </a:p>
          <a:p>
            <a:r>
              <a:rPr lang="fi-FI" dirty="0" err="1"/>
              <a:t>Create</a:t>
            </a:r>
            <a:r>
              <a:rPr lang="fi-FI" dirty="0"/>
              <a:t> </a:t>
            </a:r>
            <a:r>
              <a:rPr lang="fi-FI" dirty="0" err="1"/>
              <a:t>numerical</a:t>
            </a:r>
            <a:r>
              <a:rPr lang="fi-FI" dirty="0"/>
              <a:t> </a:t>
            </a:r>
            <a:r>
              <a:rPr lang="fi-FI" dirty="0" err="1"/>
              <a:t>indicators</a:t>
            </a:r>
            <a:r>
              <a:rPr lang="fi-FI" dirty="0"/>
              <a:t>:</a:t>
            </a:r>
          </a:p>
          <a:p>
            <a:pPr marL="457200" lvl="1" indent="0">
              <a:buNone/>
            </a:pPr>
            <a:endParaRPr lang="fr-FR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894A0E-FF49-0868-4431-DA05B0115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050613"/>
              </p:ext>
            </p:extLst>
          </p:nvPr>
        </p:nvGraphicFramePr>
        <p:xfrm>
          <a:off x="1644373" y="1855442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B2F46E-9DC2-1514-0F78-0F3605838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949692"/>
              </p:ext>
            </p:extLst>
          </p:nvPr>
        </p:nvGraphicFramePr>
        <p:xfrm>
          <a:off x="1644373" y="2361219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65EBDA-93C4-5AE1-BF77-D98ED0910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766289"/>
              </p:ext>
            </p:extLst>
          </p:nvPr>
        </p:nvGraphicFramePr>
        <p:xfrm>
          <a:off x="1644373" y="2866996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F85BE5-61F7-595D-557B-5D4E0E2AE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585711"/>
              </p:ext>
            </p:extLst>
          </p:nvPr>
        </p:nvGraphicFramePr>
        <p:xfrm>
          <a:off x="655320" y="4027820"/>
          <a:ext cx="6736080" cy="23469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73680">
                  <a:extLst>
                    <a:ext uri="{9D8B030D-6E8A-4147-A177-3AD203B41FA5}">
                      <a16:colId xmlns:a16="http://schemas.microsoft.com/office/drawing/2014/main" val="252616018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3573582485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47342647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124266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Indicator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A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B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C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688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Time unemployed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319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Number of transitions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24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Unemployment begins early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792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Upward movement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2200" dirty="0"/>
                        <a:t>Mixed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979573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E7C226-DB52-C014-E9C7-4297764D5FDA}"/>
                  </a:ext>
                </a:extLst>
              </p:cNvPr>
              <p:cNvSpPr txBox="1"/>
              <p:nvPr/>
            </p:nvSpPr>
            <p:spPr>
              <a:xfrm>
                <a:off x="8366760" y="4333658"/>
                <a:ext cx="3169920" cy="1735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err="1"/>
                  <a:t>Regression</a:t>
                </a:r>
                <a:r>
                  <a:rPr lang="fr-FR" b="1" dirty="0"/>
                  <a:t> </a:t>
                </a:r>
                <a:r>
                  <a:rPr lang="fr-FR" b="1" dirty="0" err="1"/>
                  <a:t>example</a:t>
                </a:r>
                <a:endParaRPr lang="fr-FR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fr-FR" i="1"/>
                            <m:t>Duration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fr-FR" i="1"/>
                            <m:t>Transitions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fr-FR" i="1"/>
                            <m:t>Early</m:t>
                          </m:r>
                          <m:r>
                            <m:rPr>
                              <m:nor/>
                            </m:rPr>
                            <a:rPr lang="fr-FR" i="1"/>
                            <m:t> </m:t>
                          </m:r>
                          <m:r>
                            <m:rPr>
                              <m:nor/>
                            </m:rPr>
                            <a:rPr lang="fr-FR" i="1"/>
                            <m:t>exposure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E7C226-DB52-C014-E9C7-4297764D5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760" y="4333658"/>
                <a:ext cx="3169920" cy="1735283"/>
              </a:xfrm>
              <a:prstGeom prst="rect">
                <a:avLst/>
              </a:prstGeom>
              <a:blipFill>
                <a:blip r:embed="rId3"/>
                <a:stretch>
                  <a:fillRect l="-1731" t="-1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46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45EA-BB07-7CEA-E148-32C7C709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Clusters versus </a:t>
            </a:r>
            <a:r>
              <a:rPr lang="fr-FR" dirty="0" err="1"/>
              <a:t>sequence</a:t>
            </a:r>
            <a:r>
              <a:rPr lang="fr-FR" dirty="0"/>
              <a:t> </a:t>
            </a:r>
            <a:r>
              <a:rPr lang="fr-FR" dirty="0" err="1"/>
              <a:t>measures</a:t>
            </a:r>
            <a:r>
              <a:rPr lang="fr-FR" dirty="0"/>
              <a:t>: </a:t>
            </a:r>
            <a:r>
              <a:rPr lang="fr-FR" dirty="0" err="1"/>
              <a:t>when</a:t>
            </a:r>
            <a:r>
              <a:rPr lang="fr-FR" dirty="0"/>
              <a:t> to use </a:t>
            </a:r>
            <a:r>
              <a:rPr lang="fr-FR" dirty="0" err="1"/>
              <a:t>which</a:t>
            </a:r>
            <a:r>
              <a:rPr lang="fr-FR" dirty="0"/>
              <a:t>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8187B8-864F-B4DD-C7ED-A02D5C340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528517"/>
              </p:ext>
            </p:extLst>
          </p:nvPr>
        </p:nvGraphicFramePr>
        <p:xfrm>
          <a:off x="838200" y="1928654"/>
          <a:ext cx="10515600" cy="26822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733986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18402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Use clusters </a:t>
                      </a:r>
                      <a:r>
                        <a:rPr lang="fr-FR" sz="2000" b="1" dirty="0" err="1"/>
                        <a:t>when</a:t>
                      </a:r>
                      <a:r>
                        <a:rPr lang="fr-FR" sz="2000" b="1" dirty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Use </a:t>
                      </a:r>
                      <a:r>
                        <a:rPr lang="fr-FR" sz="2000" b="1" dirty="0" err="1"/>
                        <a:t>sequence</a:t>
                      </a:r>
                      <a:r>
                        <a:rPr lang="fr-FR" sz="2000" b="1" dirty="0"/>
                        <a:t> </a:t>
                      </a:r>
                      <a:r>
                        <a:rPr lang="fr-FR" sz="2000" b="1" dirty="0" err="1"/>
                        <a:t>indicators</a:t>
                      </a:r>
                      <a:r>
                        <a:rPr lang="fr-FR" sz="2000" b="1" dirty="0"/>
                        <a:t> </a:t>
                      </a:r>
                      <a:r>
                        <a:rPr lang="fr-FR" sz="2000" b="1" dirty="0" err="1"/>
                        <a:t>when</a:t>
                      </a:r>
                      <a:r>
                        <a:rPr lang="fr-FR" sz="2000" b="1" dirty="0"/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898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/>
                        <a:t>The </a:t>
                      </a:r>
                      <a:r>
                        <a:rPr lang="fr-FR" sz="2000" dirty="0" err="1"/>
                        <a:t>whole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pathway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matters</a:t>
                      </a:r>
                      <a:endParaRPr lang="fr-FR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A specific mechanism is hypothesised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622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Several dimensions matter jointly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Duration, timing or instability can be isolated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8364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You want an interpretable typology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You want a continuous measure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9116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Patterns are difficult to summarise numerically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Cluster boundaries would be arbitrary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797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/>
                        <a:t>Visual communication is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dirty="0" err="1"/>
                        <a:t>Parsimonious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modelling</a:t>
                      </a:r>
                      <a:r>
                        <a:rPr lang="fr-FR" sz="2000" dirty="0"/>
                        <a:t> </a:t>
                      </a:r>
                      <a:r>
                        <a:rPr lang="fr-FR" sz="2000" dirty="0" err="1"/>
                        <a:t>is</a:t>
                      </a:r>
                      <a:r>
                        <a:rPr lang="fr-FR" sz="2000" dirty="0"/>
                        <a:t> central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7440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8EB562-FF12-0D7D-C361-C3FAFCD88605}"/>
              </a:ext>
            </a:extLst>
          </p:cNvPr>
          <p:cNvSpPr txBox="1"/>
          <p:nvPr/>
        </p:nvSpPr>
        <p:spPr>
          <a:xfrm>
            <a:off x="838200" y="4848860"/>
            <a:ext cx="10271760" cy="193899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fr-FR" sz="2400" dirty="0"/>
              <a:t>Or… Use </a:t>
            </a:r>
            <a:r>
              <a:rPr lang="fr-FR" sz="2400" dirty="0" err="1"/>
              <a:t>both</a:t>
            </a:r>
            <a:r>
              <a:rPr lang="fr-FR" sz="2400" dirty="0"/>
              <a:t> </a:t>
            </a:r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appropriate</a:t>
            </a:r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clusters for descriptive exploration;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indicators</a:t>
            </a:r>
            <a:r>
              <a:rPr lang="fr-FR" sz="2400" dirty="0"/>
              <a:t> for </a:t>
            </a:r>
            <a:r>
              <a:rPr lang="fr-FR" sz="2400" dirty="0" err="1"/>
              <a:t>hypothesis</a:t>
            </a:r>
            <a:r>
              <a:rPr lang="fr-FR" sz="2400" dirty="0"/>
              <a:t> </a:t>
            </a:r>
            <a:r>
              <a:rPr lang="fr-FR" sz="2400" dirty="0" err="1"/>
              <a:t>testing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1079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00439-A1F3-956C-4247-A59CDB90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Interpretation problems and cautions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CC4E9-DEBB-7615-0DD0-1E2D31B07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54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81EB-D505-8994-EC72-D16DAD36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danger of causal </a:t>
            </a:r>
            <a:r>
              <a:rPr lang="fr-FR" dirty="0" err="1"/>
              <a:t>overinterpretation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9F9A3-70A9-5960-51DF-01E6D94FD899}"/>
              </a:ext>
            </a:extLst>
          </p:cNvPr>
          <p:cNvSpPr/>
          <p:nvPr/>
        </p:nvSpPr>
        <p:spPr>
          <a:xfrm>
            <a:off x="1234440" y="3178492"/>
            <a:ext cx="3413760" cy="8382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200" dirty="0" err="1"/>
              <a:t>Unstable</a:t>
            </a:r>
            <a:r>
              <a:rPr lang="fi-FI" sz="2200" dirty="0"/>
              <a:t> </a:t>
            </a:r>
            <a:r>
              <a:rPr lang="fi-FI" sz="2200" dirty="0" err="1"/>
              <a:t>employment</a:t>
            </a:r>
            <a:r>
              <a:rPr lang="fi-FI" sz="2200" dirty="0"/>
              <a:t> </a:t>
            </a:r>
            <a:r>
              <a:rPr lang="fi-FI" sz="2200" dirty="0" err="1"/>
              <a:t>trajectory</a:t>
            </a:r>
            <a:endParaRPr lang="fr-FR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3E608-0563-4C48-06C2-55E79F65BB7C}"/>
              </a:ext>
            </a:extLst>
          </p:cNvPr>
          <p:cNvSpPr/>
          <p:nvPr/>
        </p:nvSpPr>
        <p:spPr>
          <a:xfrm>
            <a:off x="7254240" y="3178492"/>
            <a:ext cx="3413760" cy="838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200" dirty="0" err="1"/>
              <a:t>Poor</a:t>
            </a:r>
            <a:r>
              <a:rPr lang="fi-FI" sz="2200" dirty="0"/>
              <a:t> </a:t>
            </a:r>
            <a:r>
              <a:rPr lang="fi-FI" sz="2200" dirty="0" err="1"/>
              <a:t>health</a:t>
            </a:r>
            <a:endParaRPr lang="fr-FR" sz="2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17C4F4-A528-4D5F-31E1-AACEB30A7B7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648200" y="3597592"/>
            <a:ext cx="260604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A0C0B3-9AED-C546-7288-28BFA3184A4B}"/>
              </a:ext>
            </a:extLst>
          </p:cNvPr>
          <p:cNvSpPr/>
          <p:nvPr/>
        </p:nvSpPr>
        <p:spPr>
          <a:xfrm>
            <a:off x="640080" y="1691644"/>
            <a:ext cx="3413760" cy="83819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2200" dirty="0" err="1"/>
              <a:t>Earlier</a:t>
            </a:r>
            <a:r>
              <a:rPr lang="fi-FI" sz="2200" dirty="0"/>
              <a:t> </a:t>
            </a:r>
            <a:r>
              <a:rPr lang="fi-FI" sz="2200" dirty="0" err="1"/>
              <a:t>health</a:t>
            </a:r>
            <a:endParaRPr lang="fr-FR" sz="2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F5F8D8-EA16-26AF-0F01-40879C82D7E2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>
            <a:off x="2346960" y="2529841"/>
            <a:ext cx="594360" cy="6486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D8E5B3-4D23-D241-6658-371C59821D93}"/>
              </a:ext>
            </a:extLst>
          </p:cNvPr>
          <p:cNvCxnSpPr>
            <a:cxnSpLocks/>
            <a:stCxn id="16" idx="3"/>
            <a:endCxn id="6" idx="0"/>
          </p:cNvCxnSpPr>
          <p:nvPr/>
        </p:nvCxnSpPr>
        <p:spPr>
          <a:xfrm>
            <a:off x="4053840" y="2110743"/>
            <a:ext cx="4907280" cy="106774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62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04FD9-5840-302F-94DE-8E7658D1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9DF47-3576-D57D-BC07-7407270D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danger of causal </a:t>
            </a:r>
            <a:r>
              <a:rPr lang="fr-FR" dirty="0" err="1"/>
              <a:t>overinterpretation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7816F9-0467-4AA5-5057-C263A9F6B021}"/>
              </a:ext>
            </a:extLst>
          </p:cNvPr>
          <p:cNvSpPr/>
          <p:nvPr/>
        </p:nvSpPr>
        <p:spPr>
          <a:xfrm>
            <a:off x="1234440" y="3178492"/>
            <a:ext cx="3413760" cy="8382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200" dirty="0" err="1"/>
              <a:t>Unstable</a:t>
            </a:r>
            <a:r>
              <a:rPr lang="fi-FI" sz="2200" dirty="0"/>
              <a:t> </a:t>
            </a:r>
            <a:r>
              <a:rPr lang="fi-FI" sz="2200" dirty="0" err="1"/>
              <a:t>employment</a:t>
            </a:r>
            <a:r>
              <a:rPr lang="fi-FI" sz="2200" dirty="0"/>
              <a:t> </a:t>
            </a:r>
            <a:r>
              <a:rPr lang="fi-FI" sz="2200" dirty="0" err="1"/>
              <a:t>trajectory</a:t>
            </a:r>
            <a:endParaRPr lang="fr-FR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EC210-5DB4-F169-D8DE-FAD3F6FAD304}"/>
              </a:ext>
            </a:extLst>
          </p:cNvPr>
          <p:cNvSpPr/>
          <p:nvPr/>
        </p:nvSpPr>
        <p:spPr>
          <a:xfrm>
            <a:off x="7254240" y="3178492"/>
            <a:ext cx="3413760" cy="838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200" dirty="0" err="1"/>
              <a:t>Poor</a:t>
            </a:r>
            <a:r>
              <a:rPr lang="fi-FI" sz="2200" dirty="0"/>
              <a:t> </a:t>
            </a:r>
            <a:r>
              <a:rPr lang="fi-FI" sz="2200" dirty="0" err="1"/>
              <a:t>health</a:t>
            </a:r>
            <a:endParaRPr lang="fr-FR" sz="2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286B13-D174-973E-C70D-623E1703172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648200" y="3597592"/>
            <a:ext cx="260604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7E8394A-E918-9FF8-1B87-7583306251A0}"/>
              </a:ext>
            </a:extLst>
          </p:cNvPr>
          <p:cNvSpPr/>
          <p:nvPr/>
        </p:nvSpPr>
        <p:spPr>
          <a:xfrm>
            <a:off x="640080" y="1691644"/>
            <a:ext cx="3413760" cy="83819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2200" dirty="0" err="1"/>
              <a:t>Childhood</a:t>
            </a:r>
            <a:r>
              <a:rPr lang="fi-FI" sz="2200" dirty="0"/>
              <a:t> </a:t>
            </a:r>
            <a:r>
              <a:rPr lang="fi-FI" sz="2200" dirty="0" err="1"/>
              <a:t>disadvantage</a:t>
            </a:r>
            <a:endParaRPr lang="fr-FR" sz="2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FA172B-9B57-CB15-8E73-68E17D364FC1}"/>
              </a:ext>
            </a:extLst>
          </p:cNvPr>
          <p:cNvCxnSpPr>
            <a:cxnSpLocks/>
            <a:stCxn id="16" idx="2"/>
            <a:endCxn id="4" idx="0"/>
          </p:cNvCxnSpPr>
          <p:nvPr/>
        </p:nvCxnSpPr>
        <p:spPr>
          <a:xfrm>
            <a:off x="2346960" y="2529841"/>
            <a:ext cx="594360" cy="64865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736B95-BEB6-36D2-8063-14AA3C2121A4}"/>
              </a:ext>
            </a:extLst>
          </p:cNvPr>
          <p:cNvCxnSpPr>
            <a:cxnSpLocks/>
            <a:stCxn id="16" idx="3"/>
            <a:endCxn id="6" idx="0"/>
          </p:cNvCxnSpPr>
          <p:nvPr/>
        </p:nvCxnSpPr>
        <p:spPr>
          <a:xfrm>
            <a:off x="4053840" y="2110743"/>
            <a:ext cx="4907280" cy="106774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C0B89E-66CA-8342-4F13-DBEB9A12731F}"/>
              </a:ext>
            </a:extLst>
          </p:cNvPr>
          <p:cNvSpPr txBox="1"/>
          <p:nvPr/>
        </p:nvSpPr>
        <p:spPr>
          <a:xfrm>
            <a:off x="1280160" y="4435792"/>
            <a:ext cx="96926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300" dirty="0"/>
              <a:t>A </a:t>
            </a:r>
            <a:r>
              <a:rPr lang="fr-FR" sz="2300" dirty="0" err="1"/>
              <a:t>relationship</a:t>
            </a:r>
            <a:r>
              <a:rPr lang="fr-FR" sz="2300" dirty="0"/>
              <a:t> </a:t>
            </a:r>
            <a:r>
              <a:rPr lang="fr-FR" sz="2300" dirty="0" err="1"/>
              <a:t>between</a:t>
            </a:r>
            <a:r>
              <a:rPr lang="fr-FR" sz="2300" dirty="0"/>
              <a:t> a </a:t>
            </a:r>
            <a:r>
              <a:rPr lang="fr-FR" sz="2300" dirty="0" err="1"/>
              <a:t>trajectory</a:t>
            </a:r>
            <a:r>
              <a:rPr lang="fr-FR" sz="2300" dirty="0"/>
              <a:t> type and an </a:t>
            </a:r>
            <a:r>
              <a:rPr lang="fr-FR" sz="2300" dirty="0" err="1"/>
              <a:t>outcome</a:t>
            </a:r>
            <a:r>
              <a:rPr lang="fr-FR" sz="2300" dirty="0"/>
              <a:t> </a:t>
            </a:r>
            <a:r>
              <a:rPr lang="fr-FR" sz="2300" dirty="0" err="1"/>
              <a:t>may</a:t>
            </a:r>
            <a:r>
              <a:rPr lang="fr-FR" sz="2300" dirty="0"/>
              <a:t> </a:t>
            </a:r>
            <a:r>
              <a:rPr lang="fr-FR" sz="2300" dirty="0" err="1"/>
              <a:t>reflect</a:t>
            </a:r>
            <a:r>
              <a:rPr lang="fr-FR" sz="23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300" dirty="0" err="1"/>
              <a:t>selection</a:t>
            </a:r>
            <a:r>
              <a:rPr lang="fr-FR" sz="2300" dirty="0"/>
              <a:t>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300" dirty="0" err="1"/>
              <a:t>confounding</a:t>
            </a:r>
            <a:r>
              <a:rPr lang="fr-FR" sz="2300" dirty="0"/>
              <a:t>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300" dirty="0"/>
              <a:t>reverse causation;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300" dirty="0" err="1"/>
              <a:t>shared</a:t>
            </a:r>
            <a:r>
              <a:rPr lang="fr-FR" sz="2300" dirty="0"/>
              <a:t> causes;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300" dirty="0" err="1"/>
              <a:t>measurement</a:t>
            </a:r>
            <a:r>
              <a:rPr lang="fr-FR" sz="2300" dirty="0"/>
              <a:t> and classification </a:t>
            </a:r>
            <a:r>
              <a:rPr lang="fr-FR" sz="2300" dirty="0" err="1"/>
              <a:t>choices</a:t>
            </a:r>
            <a:r>
              <a:rPr lang="fr-FR" sz="2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6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DB5EB-A1C2-005F-F718-D7F59DCC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D</a:t>
            </a:r>
            <a:r>
              <a:rPr lang="fr-FR" dirty="0" err="1"/>
              <a:t>eterminants</a:t>
            </a:r>
            <a:r>
              <a:rPr lang="fr-FR" dirty="0"/>
              <a:t>, </a:t>
            </a:r>
            <a:r>
              <a:rPr lang="fr-FR" dirty="0" err="1"/>
              <a:t>mediators</a:t>
            </a:r>
            <a:r>
              <a:rPr lang="fr-FR" dirty="0"/>
              <a:t> and </a:t>
            </a:r>
            <a:r>
              <a:rPr lang="fr-FR" dirty="0" err="1"/>
              <a:t>outcomes</a:t>
            </a:r>
            <a:r>
              <a:rPr lang="fr-FR" dirty="0"/>
              <a:t>: </a:t>
            </a:r>
            <a:r>
              <a:rPr lang="fr-FR" dirty="0" err="1"/>
              <a:t>clarify</a:t>
            </a:r>
            <a:r>
              <a:rPr lang="fr-FR" dirty="0"/>
              <a:t> the time </a:t>
            </a:r>
            <a:r>
              <a:rPr lang="fr-FR" dirty="0" err="1"/>
              <a:t>order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BC220C-31CD-2B4F-06D1-86561B0FE6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9913343"/>
              </p:ext>
            </p:extLst>
          </p:nvPr>
        </p:nvGraphicFramePr>
        <p:xfrm>
          <a:off x="838200" y="1236028"/>
          <a:ext cx="10515600" cy="23958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D6E1CA-4786-EBAA-A19A-DED7DE35AAF2}"/>
              </a:ext>
            </a:extLst>
          </p:cNvPr>
          <p:cNvSpPr txBox="1"/>
          <p:nvPr/>
        </p:nvSpPr>
        <p:spPr>
          <a:xfrm>
            <a:off x="1417320" y="2213372"/>
            <a:ext cx="126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Age</a:t>
            </a:r>
            <a:r>
              <a:rPr lang="fi-FI" dirty="0"/>
              <a:t> 15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1D856F-1BB0-435C-91BC-2E4E60772092}"/>
              </a:ext>
            </a:extLst>
          </p:cNvPr>
          <p:cNvSpPr txBox="1"/>
          <p:nvPr/>
        </p:nvSpPr>
        <p:spPr>
          <a:xfrm>
            <a:off x="4495800" y="2190511"/>
            <a:ext cx="126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20-35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0414F-48B7-B3E1-989F-FFA4BE717A2E}"/>
              </a:ext>
            </a:extLst>
          </p:cNvPr>
          <p:cNvSpPr txBox="1"/>
          <p:nvPr/>
        </p:nvSpPr>
        <p:spPr>
          <a:xfrm>
            <a:off x="7757160" y="2213372"/>
            <a:ext cx="1264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 err="1"/>
              <a:t>Over</a:t>
            </a:r>
            <a:r>
              <a:rPr lang="fi-FI" dirty="0"/>
              <a:t> 40</a:t>
            </a:r>
            <a:endParaRPr lang="fr-FR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E23596-C26E-C016-076C-9ADB70A856EC}"/>
              </a:ext>
            </a:extLst>
          </p:cNvPr>
          <p:cNvSpPr/>
          <p:nvPr/>
        </p:nvSpPr>
        <p:spPr>
          <a:xfrm>
            <a:off x="457200" y="3429000"/>
            <a:ext cx="3185160" cy="120032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2000" b="1" dirty="0" err="1"/>
              <a:t>Determinant</a:t>
            </a:r>
            <a:r>
              <a:rPr lang="fi-FI" sz="2000" b="1" dirty="0"/>
              <a:t>/</a:t>
            </a:r>
            <a:r>
              <a:rPr lang="fi-FI" sz="2000" b="1" dirty="0" err="1"/>
              <a:t>confunder</a:t>
            </a:r>
            <a:endParaRPr lang="fi-FI" sz="2000" b="1" dirty="0"/>
          </a:p>
          <a:p>
            <a:pPr algn="ctr"/>
            <a:r>
              <a:rPr lang="fr-FR" sz="2000" dirty="0" err="1"/>
              <a:t>Measured</a:t>
            </a:r>
            <a:r>
              <a:rPr lang="fr-FR" sz="2000" dirty="0"/>
              <a:t> </a:t>
            </a:r>
            <a:r>
              <a:rPr lang="fr-FR" sz="2000" dirty="0" err="1"/>
              <a:t>before</a:t>
            </a:r>
            <a:r>
              <a:rPr lang="fr-FR" sz="2000" dirty="0"/>
              <a:t> the </a:t>
            </a:r>
            <a:r>
              <a:rPr lang="fr-FR" sz="2000" dirty="0" err="1"/>
              <a:t>trajectory</a:t>
            </a:r>
            <a:endParaRPr lang="fr-FR" sz="20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456504-4B4F-77A5-E86B-15B7B2F31568}"/>
              </a:ext>
            </a:extLst>
          </p:cNvPr>
          <p:cNvSpPr/>
          <p:nvPr/>
        </p:nvSpPr>
        <p:spPr>
          <a:xfrm>
            <a:off x="4206240" y="3609022"/>
            <a:ext cx="2834640" cy="8937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2000" b="1" dirty="0" err="1"/>
              <a:t>Trajectory</a:t>
            </a:r>
            <a:endParaRPr lang="fi-FI" sz="2000" b="1" dirty="0"/>
          </a:p>
          <a:p>
            <a:pPr algn="ctr"/>
            <a:r>
              <a:rPr lang="fi-FI" sz="2000" dirty="0" err="1"/>
              <a:t>Process</a:t>
            </a:r>
            <a:r>
              <a:rPr lang="fi-FI" sz="2000" dirty="0"/>
              <a:t> of </a:t>
            </a:r>
            <a:r>
              <a:rPr lang="fi-FI" sz="2000" dirty="0" err="1"/>
              <a:t>interest</a:t>
            </a:r>
            <a:endParaRPr lang="fr-FR" sz="2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77B89D-0088-B9E1-4EC8-2A6547FF1A83}"/>
              </a:ext>
            </a:extLst>
          </p:cNvPr>
          <p:cNvSpPr/>
          <p:nvPr/>
        </p:nvSpPr>
        <p:spPr>
          <a:xfrm>
            <a:off x="7604760" y="3329340"/>
            <a:ext cx="2834640" cy="14759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 err="1"/>
              <a:t>Outcome</a:t>
            </a:r>
            <a:endParaRPr lang="fr-FR" sz="2000" b="1" dirty="0"/>
          </a:p>
          <a:p>
            <a:pPr algn="ctr"/>
            <a:r>
              <a:rPr lang="fr-FR" sz="2000" dirty="0" err="1"/>
              <a:t>Measured</a:t>
            </a:r>
            <a:r>
              <a:rPr lang="fr-FR" sz="2000" dirty="0"/>
              <a:t> </a:t>
            </a:r>
            <a:r>
              <a:rPr lang="fr-FR" sz="2000" dirty="0" err="1"/>
              <a:t>after</a:t>
            </a:r>
            <a:r>
              <a:rPr lang="fr-FR" sz="2000" dirty="0"/>
              <a:t> the </a:t>
            </a:r>
            <a:r>
              <a:rPr lang="fr-FR" sz="2000" dirty="0" err="1"/>
              <a:t>complete</a:t>
            </a:r>
            <a:r>
              <a:rPr lang="fr-FR" sz="2000" dirty="0"/>
              <a:t> </a:t>
            </a:r>
            <a:r>
              <a:rPr lang="fr-FR" sz="2000" dirty="0" err="1"/>
              <a:t>trajectory</a:t>
            </a:r>
            <a:r>
              <a:rPr lang="fr-FR" sz="2000" dirty="0"/>
              <a:t> </a:t>
            </a:r>
            <a:r>
              <a:rPr lang="fr-FR" sz="2000" dirty="0" err="1"/>
              <a:t>window</a:t>
            </a:r>
            <a:endParaRPr lang="fr-FR" sz="2000" dirty="0"/>
          </a:p>
        </p:txBody>
      </p:sp>
      <p:pic>
        <p:nvPicPr>
          <p:cNvPr id="20" name="Graphic 19" descr="Close with solid fill">
            <a:extLst>
              <a:ext uri="{FF2B5EF4-FFF2-40B4-BE49-F238E27FC236}">
                <a16:creationId xmlns:a16="http://schemas.microsoft.com/office/drawing/2014/main" id="{F39E69FD-EB5F-D24B-7904-4D624A10E3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0" y="1976755"/>
            <a:ext cx="914400" cy="9144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7554EF2-07B3-C7E0-2234-BAF9822F1259}"/>
              </a:ext>
            </a:extLst>
          </p:cNvPr>
          <p:cNvSpPr/>
          <p:nvPr/>
        </p:nvSpPr>
        <p:spPr>
          <a:xfrm>
            <a:off x="2956560" y="5149110"/>
            <a:ext cx="8549640" cy="157455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sz="2200" dirty="0"/>
              <a:t>Let’s add income at age 35:</a:t>
            </a:r>
          </a:p>
          <a:p>
            <a:pPr algn="ctr"/>
            <a:r>
              <a:rPr lang="en-US" sz="2200" dirty="0"/>
              <a:t>Employment trajectory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Adult income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Health</a:t>
            </a:r>
          </a:p>
          <a:p>
            <a:pPr algn="ctr"/>
            <a:r>
              <a:rPr lang="fr-FR" sz="2400" i="1" dirty="0"/>
              <a:t>Is </a:t>
            </a:r>
            <a:r>
              <a:rPr lang="fr-FR" sz="2400" i="1" dirty="0" err="1"/>
              <a:t>adult</a:t>
            </a:r>
            <a:r>
              <a:rPr lang="fr-FR" sz="2400" i="1" dirty="0"/>
              <a:t> </a:t>
            </a:r>
            <a:r>
              <a:rPr lang="fr-FR" sz="2400" i="1" dirty="0" err="1"/>
              <a:t>income</a:t>
            </a:r>
            <a:r>
              <a:rPr lang="fr-FR" sz="2400" i="1" dirty="0"/>
              <a:t> a </a:t>
            </a:r>
            <a:r>
              <a:rPr lang="fr-FR" sz="2400" i="1" dirty="0" err="1"/>
              <a:t>confounder</a:t>
            </a:r>
            <a:r>
              <a:rPr lang="fr-FR" sz="2400" i="1" dirty="0"/>
              <a:t>, a </a:t>
            </a:r>
            <a:r>
              <a:rPr lang="fr-FR" sz="2400" i="1" dirty="0" err="1"/>
              <a:t>mediator</a:t>
            </a:r>
            <a:r>
              <a:rPr lang="fr-FR" sz="2400" i="1" dirty="0"/>
              <a:t>, or part of the </a:t>
            </a:r>
            <a:r>
              <a:rPr lang="fr-FR" sz="2400" i="1" dirty="0" err="1"/>
              <a:t>trajectory</a:t>
            </a:r>
            <a:r>
              <a:rPr lang="fr-FR" sz="2400" i="1" dirty="0"/>
              <a:t>?</a:t>
            </a:r>
            <a:endParaRPr lang="fr-FR" sz="2200" i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1C6D97F-613C-7ECC-05D1-FCCB064969A2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7223760" y="2891155"/>
            <a:ext cx="7620" cy="2257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223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F426-F97D-2EC3-43BC-771FDADD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Post-</a:t>
            </a:r>
            <a:r>
              <a:rPr lang="fr-FR" dirty="0" err="1"/>
              <a:t>treatment</a:t>
            </a:r>
            <a:r>
              <a:rPr lang="fr-FR" dirty="0"/>
              <a:t> </a:t>
            </a:r>
            <a:r>
              <a:rPr lang="fr-FR" dirty="0" err="1"/>
              <a:t>bias</a:t>
            </a:r>
            <a:r>
              <a:rPr lang="fr-FR" dirty="0"/>
              <a:t>: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adjustment</a:t>
            </a:r>
            <a:r>
              <a:rPr lang="fr-FR" dirty="0"/>
              <a:t> </a:t>
            </a:r>
            <a:r>
              <a:rPr lang="fr-FR" dirty="0" err="1"/>
              <a:t>goes</a:t>
            </a:r>
            <a:r>
              <a:rPr lang="fr-FR" dirty="0"/>
              <a:t> </a:t>
            </a:r>
            <a:r>
              <a:rPr lang="fr-FR" dirty="0" err="1"/>
              <a:t>wrong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4BC1E-E905-7AA3-BB65-684EDD203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fr-FR" dirty="0"/>
              <a:t>Is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instability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ages</a:t>
            </a:r>
            <a:r>
              <a:rPr lang="fr-FR" dirty="0"/>
              <a:t> 20 and 35 </a:t>
            </a:r>
            <a:r>
              <a:rPr lang="fr-FR" dirty="0" err="1"/>
              <a:t>associated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health</a:t>
            </a:r>
            <a:r>
              <a:rPr lang="fr-FR" dirty="0"/>
              <a:t> at </a:t>
            </a:r>
            <a:r>
              <a:rPr lang="fr-FR" dirty="0" err="1"/>
              <a:t>age</a:t>
            </a:r>
            <a:r>
              <a:rPr lang="fr-FR" dirty="0"/>
              <a:t> 40?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If </a:t>
            </a:r>
            <a:r>
              <a:rPr lang="fr-FR" dirty="0" err="1"/>
              <a:t>income</a:t>
            </a:r>
            <a:r>
              <a:rPr lang="fr-FR" dirty="0"/>
              <a:t> at </a:t>
            </a:r>
            <a:r>
              <a:rPr lang="fr-FR" dirty="0" err="1"/>
              <a:t>age</a:t>
            </a:r>
            <a:r>
              <a:rPr lang="fr-FR" dirty="0"/>
              <a:t> 35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partly</a:t>
            </a:r>
            <a:r>
              <a:rPr lang="fr-FR" dirty="0"/>
              <a:t> </a:t>
            </a:r>
            <a:r>
              <a:rPr lang="fr-FR" dirty="0" err="1"/>
              <a:t>produced</a:t>
            </a:r>
            <a:r>
              <a:rPr lang="fr-FR" dirty="0"/>
              <a:t> by the </a:t>
            </a:r>
            <a:r>
              <a:rPr lang="fr-FR" dirty="0" err="1"/>
              <a:t>employment</a:t>
            </a:r>
            <a:r>
              <a:rPr lang="fr-FR" dirty="0"/>
              <a:t> </a:t>
            </a:r>
            <a:r>
              <a:rPr lang="fr-FR" dirty="0" err="1"/>
              <a:t>trajectory</a:t>
            </a:r>
            <a:r>
              <a:rPr lang="fr-FR" dirty="0"/>
              <a:t>, </a:t>
            </a:r>
            <a:r>
              <a:rPr lang="fr-FR" dirty="0" err="1"/>
              <a:t>adjusting</a:t>
            </a:r>
            <a:r>
              <a:rPr lang="fr-FR" dirty="0"/>
              <a:t> for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block part of the </a:t>
            </a:r>
            <a:r>
              <a:rPr lang="fr-FR" dirty="0" err="1"/>
              <a:t>pathway</a:t>
            </a:r>
            <a:r>
              <a:rPr lang="fr-FR" dirty="0"/>
              <a:t> </a:t>
            </a:r>
            <a:r>
              <a:rPr lang="fr-FR" dirty="0" err="1"/>
              <a:t>being</a:t>
            </a:r>
            <a:r>
              <a:rPr lang="fr-FR" dirty="0"/>
              <a:t> </a:t>
            </a:r>
            <a:r>
              <a:rPr lang="fr-FR" dirty="0" err="1"/>
              <a:t>studied</a:t>
            </a:r>
            <a:r>
              <a:rPr lang="fr-FR" dirty="0"/>
              <a:t>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D3DF3A-5EAA-9204-93A6-1A7A6C322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9666139"/>
              </p:ext>
            </p:extLst>
          </p:nvPr>
        </p:nvGraphicFramePr>
        <p:xfrm>
          <a:off x="1889760" y="2633345"/>
          <a:ext cx="9037320" cy="1146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B86C30-E42D-6FCA-F655-FB61AD75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33070"/>
              </p:ext>
            </p:extLst>
          </p:nvPr>
        </p:nvGraphicFramePr>
        <p:xfrm>
          <a:off x="1889760" y="5079683"/>
          <a:ext cx="9022080" cy="1097280"/>
        </p:xfrm>
        <a:graphic>
          <a:graphicData uri="http://schemas.openxmlformats.org/drawingml/2006/table">
            <a:tbl>
              <a:tblPr/>
              <a:tblGrid>
                <a:gridCol w="2987040">
                  <a:extLst>
                    <a:ext uri="{9D8B030D-6E8A-4147-A177-3AD203B41FA5}">
                      <a16:colId xmlns:a16="http://schemas.microsoft.com/office/drawing/2014/main" val="312755799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1700623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/>
                        <a:t>Interpretation</a:t>
                      </a:r>
                      <a:endParaRPr lang="fr-FR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228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Without later 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Total association through all pathways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524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With later income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Association not operating </a:t>
                      </a:r>
                      <a:r>
                        <a:rPr lang="fr-FR" dirty="0" err="1"/>
                        <a:t>through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measured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income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616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057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6A9B-FE9A-5D57-DA9E-1DC827DA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Conditioning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future</a:t>
            </a:r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BF5D7B-A781-E127-C37F-4A7857E99A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763329"/>
              </p:ext>
            </p:extLst>
          </p:nvPr>
        </p:nvGraphicFramePr>
        <p:xfrm>
          <a:off x="838200" y="1825625"/>
          <a:ext cx="10363200" cy="1771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060301-A680-29CC-CF38-F9594CFBEF55}"/>
              </a:ext>
            </a:extLst>
          </p:cNvPr>
          <p:cNvCxnSpPr/>
          <p:nvPr/>
        </p:nvCxnSpPr>
        <p:spPr>
          <a:xfrm>
            <a:off x="3154680" y="2711132"/>
            <a:ext cx="4739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D5A57E-659E-5E28-0243-F859822FBAFF}"/>
              </a:ext>
            </a:extLst>
          </p:cNvPr>
          <p:cNvSpPr txBox="1"/>
          <p:nvPr/>
        </p:nvSpPr>
        <p:spPr>
          <a:xfrm>
            <a:off x="3672840" y="2089666"/>
            <a:ext cx="3703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i="1" dirty="0" err="1"/>
              <a:t>Measure</a:t>
            </a:r>
            <a:r>
              <a:rPr lang="fi-FI" i="1" dirty="0"/>
              <a:t> of </a:t>
            </a:r>
            <a:r>
              <a:rPr lang="fi-FI" i="1" dirty="0" err="1"/>
              <a:t>employment</a:t>
            </a:r>
            <a:r>
              <a:rPr lang="fi-FI" i="1" dirty="0"/>
              <a:t> </a:t>
            </a:r>
            <a:r>
              <a:rPr lang="fi-FI" i="1" dirty="0" err="1"/>
              <a:t>trajectory</a:t>
            </a:r>
            <a:endParaRPr lang="fr-FR" i="1" dirty="0"/>
          </a:p>
        </p:txBody>
      </p:sp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55885AB1-A991-95A2-4B9C-48A2D36A61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1600" y="2351107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4AE6FF-C4C5-92B6-8718-BC195EBF9944}"/>
              </a:ext>
            </a:extLst>
          </p:cNvPr>
          <p:cNvCxnSpPr>
            <a:cxnSpLocks/>
          </p:cNvCxnSpPr>
          <p:nvPr/>
        </p:nvCxnSpPr>
        <p:spPr>
          <a:xfrm flipV="1">
            <a:off x="5638799" y="3024346"/>
            <a:ext cx="0" cy="833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77D6682-40F9-E8BE-0A59-65EF50828425}"/>
              </a:ext>
            </a:extLst>
          </p:cNvPr>
          <p:cNvSpPr/>
          <p:nvPr/>
        </p:nvSpPr>
        <p:spPr>
          <a:xfrm>
            <a:off x="5638799" y="3391576"/>
            <a:ext cx="3078480" cy="9143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2200" dirty="0" err="1"/>
              <a:t>Outcome</a:t>
            </a:r>
            <a:r>
              <a:rPr lang="fi-FI" sz="2200" dirty="0"/>
              <a:t>: </a:t>
            </a:r>
            <a:r>
              <a:rPr lang="fi-FI" sz="2200" dirty="0" err="1"/>
              <a:t>Measure</a:t>
            </a:r>
            <a:r>
              <a:rPr lang="fi-FI" sz="2200" dirty="0"/>
              <a:t> of </a:t>
            </a:r>
            <a:r>
              <a:rPr lang="fi-FI" sz="2200" dirty="0" err="1"/>
              <a:t>mental</a:t>
            </a:r>
            <a:r>
              <a:rPr lang="fi-FI" sz="2200" dirty="0"/>
              <a:t> </a:t>
            </a:r>
            <a:r>
              <a:rPr lang="fi-FI" sz="2200" dirty="0" err="1"/>
              <a:t>health</a:t>
            </a:r>
            <a:r>
              <a:rPr lang="fi-FI" sz="2200" dirty="0"/>
              <a:t> at </a:t>
            </a:r>
            <a:r>
              <a:rPr lang="fi-FI" sz="2200" dirty="0" err="1"/>
              <a:t>age</a:t>
            </a:r>
            <a:r>
              <a:rPr lang="fi-FI" sz="2200" dirty="0"/>
              <a:t> 28</a:t>
            </a:r>
            <a:endParaRPr lang="fr-FR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4A338F-D2A0-DBFE-F78D-404E70224396}"/>
              </a:ext>
            </a:extLst>
          </p:cNvPr>
          <p:cNvSpPr txBox="1"/>
          <p:nvPr/>
        </p:nvSpPr>
        <p:spPr>
          <a:xfrm>
            <a:off x="685800" y="4305971"/>
            <a:ext cx="109347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dirty="0"/>
              <a:t>If a cluster </a:t>
            </a:r>
            <a:r>
              <a:rPr lang="fr-FR" sz="2200" dirty="0" err="1"/>
              <a:t>is</a:t>
            </a:r>
            <a:r>
              <a:rPr lang="fr-FR" sz="2200" dirty="0"/>
              <a:t> </a:t>
            </a:r>
            <a:r>
              <a:rPr lang="fr-FR" sz="2200" dirty="0" err="1"/>
              <a:t>constructed</a:t>
            </a:r>
            <a:r>
              <a:rPr lang="fr-FR" sz="2200" dirty="0"/>
              <a:t> </a:t>
            </a:r>
            <a:r>
              <a:rPr lang="fr-FR" sz="2200" dirty="0" err="1"/>
              <a:t>from</a:t>
            </a:r>
            <a:r>
              <a:rPr lang="fr-FR" sz="2200" dirty="0"/>
              <a:t> the </a:t>
            </a:r>
            <a:r>
              <a:rPr lang="fr-FR" sz="2200" dirty="0" err="1"/>
              <a:t>complete</a:t>
            </a:r>
            <a:r>
              <a:rPr lang="fr-FR" sz="2200" dirty="0"/>
              <a:t> </a:t>
            </a:r>
            <a:r>
              <a:rPr lang="fr-FR" sz="2200" dirty="0" err="1"/>
              <a:t>sequence</a:t>
            </a:r>
            <a:r>
              <a:rPr lang="fr-FR" sz="2200" dirty="0"/>
              <a:t> </a:t>
            </a:r>
            <a:r>
              <a:rPr lang="fr-FR" sz="2200" dirty="0" err="1"/>
              <a:t>between</a:t>
            </a:r>
            <a:r>
              <a:rPr lang="fr-FR" sz="2200" dirty="0"/>
              <a:t> </a:t>
            </a:r>
            <a:r>
              <a:rPr lang="fr-FR" sz="2200" dirty="0" err="1"/>
              <a:t>ages</a:t>
            </a:r>
            <a:r>
              <a:rPr lang="fr-FR" sz="2200" dirty="0"/>
              <a:t> 20 and 35, </a:t>
            </a:r>
            <a:r>
              <a:rPr lang="fr-FR" sz="2200" dirty="0" err="1"/>
              <a:t>it</a:t>
            </a:r>
            <a:r>
              <a:rPr lang="fr-FR" sz="2200" dirty="0"/>
              <a:t> </a:t>
            </a:r>
            <a:r>
              <a:rPr lang="fr-FR" sz="2200" dirty="0" err="1"/>
              <a:t>includes</a:t>
            </a:r>
            <a:r>
              <a:rPr lang="fr-FR" sz="2200" dirty="0"/>
              <a:t> states </a:t>
            </a:r>
            <a:r>
              <a:rPr lang="fr-FR" sz="2200" dirty="0" err="1"/>
              <a:t>occurring</a:t>
            </a:r>
            <a:r>
              <a:rPr lang="fr-FR" sz="2200" dirty="0"/>
              <a:t> </a:t>
            </a:r>
            <a:r>
              <a:rPr lang="fr-FR" sz="2200" b="1" dirty="0" err="1"/>
              <a:t>after</a:t>
            </a:r>
            <a:r>
              <a:rPr lang="fr-FR" sz="2200" dirty="0"/>
              <a:t> </a:t>
            </a:r>
            <a:r>
              <a:rPr lang="fr-FR" sz="2200" dirty="0" err="1"/>
              <a:t>depression</a:t>
            </a:r>
            <a:r>
              <a:rPr lang="fr-FR" sz="2200" dirty="0"/>
              <a:t> </a:t>
            </a:r>
            <a:r>
              <a:rPr lang="fr-FR" sz="2200" dirty="0" err="1"/>
              <a:t>was</a:t>
            </a:r>
            <a:r>
              <a:rPr lang="fr-FR" sz="2200" dirty="0"/>
              <a:t> </a:t>
            </a:r>
            <a:r>
              <a:rPr lang="fr-FR" sz="2200" dirty="0" err="1"/>
              <a:t>measured</a:t>
            </a:r>
            <a:r>
              <a:rPr lang="fr-FR" sz="2200" dirty="0"/>
              <a:t>.</a:t>
            </a:r>
          </a:p>
          <a:p>
            <a:r>
              <a:rPr lang="fr-FR" sz="2000" dirty="0"/>
              <a:t>A cluster </a:t>
            </a:r>
            <a:r>
              <a:rPr lang="fr-FR" sz="2000" dirty="0" err="1"/>
              <a:t>labelled</a:t>
            </a:r>
            <a:r>
              <a:rPr lang="fr-FR" sz="2000" dirty="0"/>
              <a:t> “</a:t>
            </a:r>
            <a:r>
              <a:rPr lang="fr-FR" sz="2000" dirty="0" err="1"/>
              <a:t>continuing</a:t>
            </a:r>
            <a:r>
              <a:rPr lang="fr-FR" sz="2000" dirty="0"/>
              <a:t> </a:t>
            </a:r>
            <a:r>
              <a:rPr lang="fr-FR" sz="2000" dirty="0" err="1"/>
              <a:t>instability</a:t>
            </a:r>
            <a:r>
              <a:rPr lang="fr-FR" sz="2000" dirty="0"/>
              <a:t>” </a:t>
            </a:r>
            <a:r>
              <a:rPr lang="fr-FR" sz="2000" dirty="0" err="1"/>
              <a:t>may</a:t>
            </a:r>
            <a:r>
              <a:rPr lang="fr-FR" sz="2000" dirty="0"/>
              <a:t> </a:t>
            </a:r>
            <a:r>
              <a:rPr lang="fr-FR" sz="2000" dirty="0" err="1"/>
              <a:t>partly</a:t>
            </a:r>
            <a:r>
              <a:rPr lang="fr-FR" sz="2000" dirty="0"/>
              <a:t>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defined</a:t>
            </a:r>
            <a:r>
              <a:rPr lang="fr-FR" sz="2000" dirty="0"/>
              <a:t> by </a:t>
            </a:r>
            <a:r>
              <a:rPr lang="fr-FR" sz="2000" dirty="0" err="1"/>
              <a:t>instability</a:t>
            </a:r>
            <a:r>
              <a:rPr lang="fr-FR" sz="2000" dirty="0"/>
              <a:t> </a:t>
            </a:r>
            <a:r>
              <a:rPr lang="fr-FR" sz="2000" dirty="0" err="1"/>
              <a:t>occurring</a:t>
            </a:r>
            <a:r>
              <a:rPr lang="fr-FR" sz="2000" dirty="0"/>
              <a:t> at </a:t>
            </a:r>
            <a:r>
              <a:rPr lang="fr-FR" sz="2000" dirty="0" err="1"/>
              <a:t>ages</a:t>
            </a:r>
            <a:r>
              <a:rPr lang="fr-FR" sz="2000" dirty="0"/>
              <a:t> 29–35; </a:t>
            </a:r>
            <a:r>
              <a:rPr lang="fr-FR" sz="2000" dirty="0" err="1"/>
              <a:t>after</a:t>
            </a:r>
            <a:r>
              <a:rPr lang="fr-FR" sz="2000" dirty="0"/>
              <a:t> the </a:t>
            </a:r>
            <a:r>
              <a:rPr lang="fr-FR" sz="2000" dirty="0" err="1"/>
              <a:t>outcome</a:t>
            </a:r>
            <a:r>
              <a:rPr lang="fr-FR" sz="2000" dirty="0"/>
              <a:t>.</a:t>
            </a:r>
          </a:p>
          <a:p>
            <a:endParaRPr lang="fr-FR" sz="2200" dirty="0"/>
          </a:p>
          <a:p>
            <a:r>
              <a:rPr lang="fr-FR" sz="2400" dirty="0"/>
              <a:t>The “</a:t>
            </a:r>
            <a:r>
              <a:rPr lang="fr-FR" sz="2400" dirty="0" err="1"/>
              <a:t>predictor</a:t>
            </a:r>
            <a:r>
              <a:rPr lang="fr-FR" sz="2400" dirty="0"/>
              <a:t>” </a:t>
            </a:r>
            <a:r>
              <a:rPr lang="fr-FR" sz="2400" dirty="0" err="1"/>
              <a:t>contains</a:t>
            </a:r>
            <a:r>
              <a:rPr lang="fr-FR" sz="2400" dirty="0"/>
              <a:t> future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322136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DFCC-6A56-71A3-B3A4-6453FC9A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Clusters are </a:t>
            </a:r>
            <a:r>
              <a:rPr lang="fr-FR" dirty="0" err="1"/>
              <a:t>constructed</a:t>
            </a:r>
            <a:r>
              <a:rPr lang="fr-FR" dirty="0"/>
              <a:t> variables, not </a:t>
            </a:r>
            <a:r>
              <a:rPr lang="fr-FR" dirty="0" err="1"/>
              <a:t>natural</a:t>
            </a:r>
            <a:r>
              <a:rPr lang="fr-FR" dirty="0"/>
              <a:t> groups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6EC9B8-B5BA-12D1-F5BF-C4007C734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584769"/>
              </p:ext>
            </p:extLst>
          </p:nvPr>
        </p:nvGraphicFramePr>
        <p:xfrm>
          <a:off x="320040" y="2027575"/>
          <a:ext cx="11551920" cy="1799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3C0B354-5EC4-7722-7DBE-1BF1C3E43DD7}"/>
              </a:ext>
            </a:extLst>
          </p:cNvPr>
          <p:cNvSpPr txBox="1"/>
          <p:nvPr/>
        </p:nvSpPr>
        <p:spPr>
          <a:xfrm>
            <a:off x="1310640" y="4084320"/>
            <a:ext cx="95707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300" b="1" dirty="0" err="1"/>
              <a:t>Three</a:t>
            </a:r>
            <a:r>
              <a:rPr lang="fr-FR" sz="2300" b="1" dirty="0"/>
              <a:t> implications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2300" dirty="0" err="1"/>
              <a:t>Another</a:t>
            </a:r>
            <a:r>
              <a:rPr lang="fr-FR" sz="2300" dirty="0"/>
              <a:t> </a:t>
            </a:r>
            <a:r>
              <a:rPr lang="fr-FR" sz="2300" dirty="0" err="1"/>
              <a:t>reasonable</a:t>
            </a:r>
            <a:r>
              <a:rPr lang="fr-FR" sz="2300" dirty="0"/>
              <a:t> </a:t>
            </a:r>
            <a:r>
              <a:rPr lang="fr-FR" sz="2300" dirty="0" err="1"/>
              <a:t>specification</a:t>
            </a:r>
            <a:r>
              <a:rPr lang="fr-FR" sz="2300" dirty="0"/>
              <a:t> </a:t>
            </a:r>
            <a:r>
              <a:rPr lang="fr-FR" sz="2300" dirty="0" err="1"/>
              <a:t>may</a:t>
            </a:r>
            <a:r>
              <a:rPr lang="fr-FR" sz="2300" dirty="0"/>
              <a:t> </a:t>
            </a:r>
            <a:r>
              <a:rPr lang="fr-FR" sz="2300" dirty="0" err="1"/>
              <a:t>reassign</a:t>
            </a:r>
            <a:r>
              <a:rPr lang="fr-FR" sz="2300" dirty="0"/>
              <a:t> </a:t>
            </a:r>
            <a:r>
              <a:rPr lang="fr-FR" sz="2300" dirty="0" err="1"/>
              <a:t>some</a:t>
            </a:r>
            <a:r>
              <a:rPr lang="fr-FR" sz="2300" dirty="0"/>
              <a:t> people.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2300" dirty="0"/>
              <a:t>Cluster </a:t>
            </a:r>
            <a:r>
              <a:rPr lang="fr-FR" sz="2300" dirty="0" err="1"/>
              <a:t>boundaries</a:t>
            </a:r>
            <a:r>
              <a:rPr lang="fr-FR" sz="2300" dirty="0"/>
              <a:t> </a:t>
            </a:r>
            <a:r>
              <a:rPr lang="fr-FR" sz="2300" dirty="0" err="1"/>
              <a:t>may</a:t>
            </a:r>
            <a:r>
              <a:rPr lang="fr-FR" sz="2300" dirty="0"/>
              <a:t> </a:t>
            </a:r>
            <a:r>
              <a:rPr lang="fr-FR" sz="2300" dirty="0" err="1"/>
              <a:t>be</a:t>
            </a:r>
            <a:r>
              <a:rPr lang="fr-FR" sz="2300" dirty="0"/>
              <a:t> </a:t>
            </a:r>
            <a:r>
              <a:rPr lang="fr-FR" sz="2300" dirty="0" err="1"/>
              <a:t>gradual</a:t>
            </a:r>
            <a:r>
              <a:rPr lang="fr-FR" sz="2300" dirty="0"/>
              <a:t>.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2300" dirty="0"/>
              <a:t>A label </a:t>
            </a:r>
            <a:r>
              <a:rPr lang="fr-FR" sz="2300" dirty="0" err="1"/>
              <a:t>describes</a:t>
            </a:r>
            <a:r>
              <a:rPr lang="fr-FR" sz="2300" dirty="0"/>
              <a:t> a dominant pattern, not </a:t>
            </a:r>
            <a:r>
              <a:rPr lang="fr-FR" sz="2300" dirty="0" err="1"/>
              <a:t>every</a:t>
            </a:r>
            <a:r>
              <a:rPr lang="fr-FR" sz="2300" dirty="0"/>
              <a:t> </a:t>
            </a:r>
            <a:r>
              <a:rPr lang="fr-FR" sz="2300" dirty="0" err="1"/>
              <a:t>member</a:t>
            </a:r>
            <a:r>
              <a:rPr lang="fr-FR" sz="2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374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0E87-4B74-F94C-B3C9-D4F6D212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can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conclude</a:t>
            </a:r>
            <a:r>
              <a:rPr lang="fr-FR" dirty="0"/>
              <a:t> and </a:t>
            </a:r>
            <a:r>
              <a:rPr lang="fr-FR" dirty="0" err="1"/>
              <a:t>what</a:t>
            </a:r>
            <a:r>
              <a:rPr lang="fr-FR" dirty="0"/>
              <a:t> can </a:t>
            </a:r>
            <a:r>
              <a:rPr lang="fr-FR" dirty="0" err="1"/>
              <a:t>we</a:t>
            </a:r>
            <a:r>
              <a:rPr lang="fr-FR" dirty="0"/>
              <a:t> not </a:t>
            </a:r>
            <a:r>
              <a:rPr lang="fr-FR" dirty="0" err="1"/>
              <a:t>conclude</a:t>
            </a:r>
            <a:r>
              <a:rPr lang="fr-FR" dirty="0"/>
              <a:t>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850B44-DEA2-116A-B58F-B5F1AE0302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7853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1457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D853C-7067-2BA9-DDE0-D045AA62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Reporting sequence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B2A77-C8A1-AF1F-96B4-39BB5B32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83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55A4-90AE-FD97-37A8-82AF22DA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to report in a </a:t>
            </a:r>
            <a:r>
              <a:rPr lang="fr-FR" dirty="0" err="1"/>
              <a:t>sequence-analysis</a:t>
            </a:r>
            <a:r>
              <a:rPr lang="fr-FR" dirty="0"/>
              <a:t> </a:t>
            </a:r>
            <a:r>
              <a:rPr lang="fr-FR" dirty="0" err="1"/>
              <a:t>paper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EC99-B6D9-73EF-CC9C-C8BF8FD2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Six </a:t>
            </a:r>
            <a:r>
              <a:rPr lang="fr-FR" b="1" dirty="0" err="1"/>
              <a:t>reporting</a:t>
            </a:r>
            <a:r>
              <a:rPr lang="fr-FR" b="1" dirty="0"/>
              <a:t> sections</a:t>
            </a:r>
          </a:p>
          <a:p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F96C04-D074-6471-05FF-35D388975E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5828790"/>
              </p:ext>
            </p:extLst>
          </p:nvPr>
        </p:nvGraphicFramePr>
        <p:xfrm>
          <a:off x="1249680" y="2626200"/>
          <a:ext cx="8808720" cy="3250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76661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954C9-9484-EBA2-90F8-6CABF92D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Minimum </a:t>
            </a:r>
            <a:r>
              <a:rPr lang="fr-FR" dirty="0" err="1"/>
              <a:t>reporting</a:t>
            </a:r>
            <a:r>
              <a:rPr lang="fr-FR" dirty="0"/>
              <a:t> checklist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CC7E68-4B26-CA50-A0BA-69D01E38B4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2503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639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E1C1-5B77-76E9-B35A-A18C303A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present</a:t>
            </a:r>
            <a:r>
              <a:rPr lang="fr-FR" dirty="0"/>
              <a:t> figures </a:t>
            </a:r>
            <a:r>
              <a:rPr lang="fr-FR" dirty="0" err="1"/>
              <a:t>clearly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0D2EB-DCA0-9BC5-44AA-51441978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361"/>
            <a:ext cx="10515600" cy="2301240"/>
          </a:xfrm>
        </p:spPr>
        <p:txBody>
          <a:bodyPr>
            <a:normAutofit fontScale="92500" lnSpcReduction="10000"/>
          </a:bodyPr>
          <a:lstStyle/>
          <a:p>
            <a:r>
              <a:rPr lang="fr-FR" b="1" dirty="0"/>
              <a:t>Figure 1. Overall </a:t>
            </a:r>
            <a:r>
              <a:rPr lang="fr-FR" b="1" dirty="0" err="1"/>
              <a:t>trajectory</a:t>
            </a:r>
            <a:r>
              <a:rPr lang="fr-FR" b="1" dirty="0"/>
              <a:t> structure</a:t>
            </a:r>
          </a:p>
          <a:p>
            <a:pPr lvl="1"/>
            <a:r>
              <a:rPr lang="fr-FR" dirty="0"/>
              <a:t>State distribution plot for the full </a:t>
            </a:r>
            <a:r>
              <a:rPr lang="fr-FR" dirty="0" err="1"/>
              <a:t>sample</a:t>
            </a:r>
            <a:r>
              <a:rPr lang="fr-FR" dirty="0"/>
              <a:t>. </a:t>
            </a:r>
          </a:p>
          <a:p>
            <a:r>
              <a:rPr lang="fr-FR" b="1" dirty="0"/>
              <a:t>Figure 2. Final </a:t>
            </a:r>
            <a:r>
              <a:rPr lang="fr-FR" b="1" dirty="0" err="1"/>
              <a:t>typology</a:t>
            </a:r>
            <a:endParaRPr lang="fr-FR" b="1" dirty="0"/>
          </a:p>
          <a:p>
            <a:pPr lvl="1"/>
            <a:r>
              <a:rPr lang="fr-FR" dirty="0"/>
              <a:t>State distribution or index plots by cluster. </a:t>
            </a:r>
          </a:p>
          <a:p>
            <a:r>
              <a:rPr lang="fr-FR" b="1" dirty="0"/>
              <a:t>Figure 3. Substantive </a:t>
            </a:r>
            <a:r>
              <a:rPr lang="fr-FR" b="1" dirty="0" err="1"/>
              <a:t>comparison</a:t>
            </a:r>
            <a:endParaRPr lang="fr-FR" b="1" dirty="0"/>
          </a:p>
          <a:p>
            <a:pPr lvl="1"/>
            <a:r>
              <a:rPr lang="fr-FR" dirty="0" err="1"/>
              <a:t>Predicted</a:t>
            </a:r>
            <a:r>
              <a:rPr lang="fr-FR" dirty="0"/>
              <a:t> </a:t>
            </a:r>
            <a:r>
              <a:rPr lang="fr-FR" dirty="0" err="1"/>
              <a:t>outcome</a:t>
            </a:r>
            <a:r>
              <a:rPr lang="fr-FR" dirty="0"/>
              <a:t> or cluster </a:t>
            </a:r>
            <a:r>
              <a:rPr lang="fr-FR" dirty="0" err="1"/>
              <a:t>probability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uncertainty</a:t>
            </a:r>
            <a:r>
              <a:rPr lang="fr-FR" dirty="0"/>
              <a:t> </a:t>
            </a:r>
            <a:r>
              <a:rPr lang="fr-FR" dirty="0" err="1"/>
              <a:t>intervals</a:t>
            </a:r>
            <a:r>
              <a:rPr lang="fr-FR" dirty="0"/>
              <a:t>. 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27580-343F-E81A-0FE6-641B88783B3A}"/>
              </a:ext>
            </a:extLst>
          </p:cNvPr>
          <p:cNvSpPr txBox="1"/>
          <p:nvPr/>
        </p:nvSpPr>
        <p:spPr>
          <a:xfrm>
            <a:off x="2697480" y="3815219"/>
            <a:ext cx="6797040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100" b="1" dirty="0"/>
              <a:t>Design </a:t>
            </a:r>
            <a:r>
              <a:rPr lang="fr-FR" sz="2100" b="1" dirty="0" err="1"/>
              <a:t>rules</a:t>
            </a:r>
            <a:endParaRPr lang="fr-FR" sz="2100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100" dirty="0" err="1"/>
              <a:t>Same</a:t>
            </a:r>
            <a:r>
              <a:rPr lang="fr-FR" sz="2100" dirty="0"/>
              <a:t> state </a:t>
            </a:r>
            <a:r>
              <a:rPr lang="fr-FR" sz="2100" dirty="0" err="1"/>
              <a:t>colours</a:t>
            </a:r>
            <a:r>
              <a:rPr lang="fr-FR" sz="2100" dirty="0"/>
              <a:t> in </a:t>
            </a:r>
            <a:r>
              <a:rPr lang="fr-FR" sz="2100" dirty="0" err="1"/>
              <a:t>every</a:t>
            </a:r>
            <a:r>
              <a:rPr lang="fr-FR" sz="2100" dirty="0"/>
              <a:t> figure;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100" dirty="0" err="1"/>
              <a:t>Readable</a:t>
            </a:r>
            <a:r>
              <a:rPr lang="fr-FR" sz="2100" dirty="0"/>
              <a:t> labels;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100" dirty="0"/>
              <a:t>Cluster sizes in </a:t>
            </a:r>
            <a:r>
              <a:rPr lang="fr-FR" sz="2100" dirty="0" err="1"/>
              <a:t>headings</a:t>
            </a:r>
            <a:r>
              <a:rPr lang="fr-FR" sz="2100" dirty="0"/>
              <a:t>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100" dirty="0"/>
              <a:t>Time axis </a:t>
            </a:r>
            <a:r>
              <a:rPr lang="fr-FR" sz="2100" dirty="0" err="1"/>
              <a:t>clearly</a:t>
            </a:r>
            <a:r>
              <a:rPr lang="fr-FR" sz="2100" dirty="0"/>
              <a:t> </a:t>
            </a:r>
            <a:r>
              <a:rPr lang="fr-FR" sz="2100" dirty="0" err="1"/>
              <a:t>identified</a:t>
            </a:r>
            <a:r>
              <a:rPr lang="fr-FR" sz="2100" dirty="0"/>
              <a:t>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100" dirty="0" err="1"/>
              <a:t>Avoid</a:t>
            </a:r>
            <a:r>
              <a:rPr lang="fr-FR" sz="2100" dirty="0"/>
              <a:t> </a:t>
            </a:r>
            <a:r>
              <a:rPr lang="fr-FR" sz="2100" dirty="0" err="1"/>
              <a:t>too</a:t>
            </a:r>
            <a:r>
              <a:rPr lang="fr-FR" sz="2100" dirty="0"/>
              <a:t> </a:t>
            </a:r>
            <a:r>
              <a:rPr lang="fr-FR" sz="2100" dirty="0" err="1"/>
              <a:t>many</a:t>
            </a:r>
            <a:r>
              <a:rPr lang="fr-FR" sz="2100" dirty="0"/>
              <a:t> clusters per page;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100" dirty="0" err="1"/>
              <a:t>Explain</a:t>
            </a:r>
            <a:r>
              <a:rPr lang="fr-FR" sz="2100" dirty="0"/>
              <a:t> how </a:t>
            </a:r>
            <a:r>
              <a:rPr lang="fr-FR" sz="2100" dirty="0" err="1"/>
              <a:t>sequences</a:t>
            </a:r>
            <a:r>
              <a:rPr lang="fr-FR" sz="2100" dirty="0"/>
              <a:t> are </a:t>
            </a:r>
            <a:r>
              <a:rPr lang="fr-FR" sz="2100" dirty="0" err="1"/>
              <a:t>sorted</a:t>
            </a:r>
            <a:r>
              <a:rPr lang="fr-FR" sz="2100" dirty="0"/>
              <a:t>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100" dirty="0"/>
              <a:t>Show confidence </a:t>
            </a:r>
            <a:r>
              <a:rPr lang="fr-FR" sz="2100" dirty="0" err="1"/>
              <a:t>intervals</a:t>
            </a:r>
            <a:r>
              <a:rPr lang="fr-FR" sz="2100" dirty="0"/>
              <a:t> for </a:t>
            </a:r>
            <a:r>
              <a:rPr lang="fr-FR" sz="2100" dirty="0" err="1"/>
              <a:t>modelled</a:t>
            </a:r>
            <a:r>
              <a:rPr lang="fr-FR" sz="2100" dirty="0"/>
              <a:t> </a:t>
            </a:r>
            <a:r>
              <a:rPr lang="fr-FR" sz="2100" dirty="0" err="1"/>
              <a:t>results</a:t>
            </a:r>
            <a:r>
              <a:rPr lang="fr-FR" sz="2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1239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1444-B61B-93F6-418B-A95305A2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label clusters </a:t>
            </a:r>
            <a:r>
              <a:rPr lang="fr-FR" dirty="0" err="1"/>
              <a:t>carefully</a:t>
            </a:r>
            <a:endParaRPr lang="fr-F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68AE76-EB02-2A3A-A1EC-11CA0C002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 err="1"/>
              <a:t>Do</a:t>
            </a:r>
            <a:r>
              <a:rPr lang="fi-FI" dirty="0"/>
              <a:t>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put</a:t>
            </a:r>
            <a:r>
              <a:rPr lang="fi-FI" dirty="0"/>
              <a:t> </a:t>
            </a:r>
            <a:r>
              <a:rPr lang="fi-FI" dirty="0" err="1"/>
              <a:t>judgement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title</a:t>
            </a:r>
            <a:endParaRPr lang="fi-FI" dirty="0"/>
          </a:p>
          <a:p>
            <a:pPr lvl="1"/>
            <a:r>
              <a:rPr lang="fi-FI" dirty="0" err="1"/>
              <a:t>Avoid</a:t>
            </a:r>
            <a:r>
              <a:rPr lang="fi-FI" dirty="0"/>
              <a:t> ”</a:t>
            </a:r>
            <a:r>
              <a:rPr lang="fi-FI" dirty="0" err="1"/>
              <a:t>successful</a:t>
            </a:r>
            <a:r>
              <a:rPr lang="fi-FI" dirty="0"/>
              <a:t>”, ”</a:t>
            </a:r>
            <a:r>
              <a:rPr lang="fi-FI" dirty="0" err="1"/>
              <a:t>traditional</a:t>
            </a:r>
            <a:r>
              <a:rPr lang="fi-FI" dirty="0"/>
              <a:t>”, ”</a:t>
            </a:r>
            <a:r>
              <a:rPr lang="fi-FI" dirty="0" err="1"/>
              <a:t>unsuccessful</a:t>
            </a:r>
            <a:r>
              <a:rPr lang="fi-FI" dirty="0"/>
              <a:t>”…</a:t>
            </a:r>
          </a:p>
          <a:p>
            <a:endParaRPr lang="fr-FR" dirty="0"/>
          </a:p>
          <a:p>
            <a:r>
              <a:rPr lang="fr-FR" dirty="0"/>
              <a:t>A cluster </a:t>
            </a:r>
            <a:r>
              <a:rPr lang="fr-FR" dirty="0" err="1"/>
              <a:t>containing</a:t>
            </a:r>
            <a:r>
              <a:rPr lang="fr-FR" dirty="0"/>
              <a:t>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labelled</a:t>
            </a:r>
            <a:r>
              <a:rPr lang="fr-FR" dirty="0"/>
              <a:t> « </a:t>
            </a:r>
            <a:r>
              <a:rPr lang="fr-FR" b="1" dirty="0" err="1"/>
              <a:t>Predominantly</a:t>
            </a:r>
            <a:r>
              <a:rPr lang="fr-FR" b="1" dirty="0"/>
              <a:t> stable </a:t>
            </a:r>
            <a:r>
              <a:rPr lang="fr-FR" b="1" dirty="0" err="1"/>
              <a:t>employment</a:t>
            </a:r>
            <a:r>
              <a:rPr lang="fr-FR" b="1" dirty="0"/>
              <a:t> »</a:t>
            </a:r>
            <a:endParaRPr lang="fr-FR" dirty="0"/>
          </a:p>
          <a:p>
            <a:pPr lvl="1"/>
            <a:r>
              <a:rPr lang="fr-FR" dirty="0" err="1"/>
              <a:t>rather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: « </a:t>
            </a:r>
            <a:r>
              <a:rPr lang="fr-FR" b="1" dirty="0" err="1"/>
              <a:t>Continuous</a:t>
            </a:r>
            <a:r>
              <a:rPr lang="fr-FR" b="1" dirty="0"/>
              <a:t> </a:t>
            </a:r>
            <a:r>
              <a:rPr lang="fr-FR" b="1" dirty="0" err="1"/>
              <a:t>employment</a:t>
            </a:r>
            <a:r>
              <a:rPr lang="fr-FR" b="1" dirty="0"/>
              <a:t> »</a:t>
            </a:r>
            <a:endParaRPr lang="fr-FR" dirty="0"/>
          </a:p>
          <a:p>
            <a:pPr lvl="1"/>
            <a:r>
              <a:rPr lang="fr-FR" dirty="0" err="1"/>
              <a:t>because</a:t>
            </a:r>
            <a:r>
              <a:rPr lang="fr-FR" dirty="0"/>
              <a:t> not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member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continuously</a:t>
            </a:r>
            <a:r>
              <a:rPr lang="fr-FR" dirty="0"/>
              <a:t> </a:t>
            </a:r>
            <a:r>
              <a:rPr lang="fr-FR" dirty="0" err="1"/>
              <a:t>employed</a:t>
            </a:r>
            <a:r>
              <a:rPr lang="fr-FR" dirty="0"/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114B69-3407-46C1-AEC2-3C8C965DF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914160"/>
              </p:ext>
            </p:extLst>
          </p:nvPr>
        </p:nvGraphicFramePr>
        <p:xfrm>
          <a:off x="4644344" y="3272762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8416D3-317D-5785-9BCC-BB0F504F2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251951"/>
              </p:ext>
            </p:extLst>
          </p:nvPr>
        </p:nvGraphicFramePr>
        <p:xfrm>
          <a:off x="4644344" y="3778539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C18ED7-C2AA-E287-A4EA-C38BA90D7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644526"/>
              </p:ext>
            </p:extLst>
          </p:nvPr>
        </p:nvGraphicFramePr>
        <p:xfrm>
          <a:off x="4644344" y="4284316"/>
          <a:ext cx="69330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442">
                  <a:extLst>
                    <a:ext uri="{9D8B030D-6E8A-4147-A177-3AD203B41FA5}">
                      <a16:colId xmlns:a16="http://schemas.microsoft.com/office/drawing/2014/main" val="3786657954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238585840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2185453728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38408752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167761045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91620612"/>
                    </a:ext>
                  </a:extLst>
                </a:gridCol>
                <a:gridCol w="990442">
                  <a:extLst>
                    <a:ext uri="{9D8B030D-6E8A-4147-A177-3AD203B41FA5}">
                      <a16:colId xmlns:a16="http://schemas.microsoft.com/office/drawing/2014/main" val="4241653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735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886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DFB8-DF55-23F6-15CD-B3EAA958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From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choices</a:t>
            </a:r>
            <a:r>
              <a:rPr lang="fr-FR" dirty="0"/>
              <a:t> to substantive </a:t>
            </a:r>
            <a:r>
              <a:rPr lang="fr-FR" dirty="0" err="1"/>
              <a:t>interpretation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5060F-2276-8C34-394A-2EB6752CE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3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 err="1"/>
              <a:t>Three-step</a:t>
            </a:r>
            <a:r>
              <a:rPr lang="fr-FR" b="1" dirty="0"/>
              <a:t> </a:t>
            </a:r>
            <a:r>
              <a:rPr lang="fr-FR" b="1" dirty="0" err="1"/>
              <a:t>interpretation</a:t>
            </a:r>
            <a:r>
              <a:rPr lang="fr-FR" b="1" dirty="0"/>
              <a:t> process</a:t>
            </a:r>
          </a:p>
          <a:p>
            <a:pPr lvl="1"/>
            <a:r>
              <a:rPr lang="fr-FR" dirty="0" err="1"/>
              <a:t>Describe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visible. </a:t>
            </a:r>
          </a:p>
          <a:p>
            <a:pPr lvl="1"/>
            <a:r>
              <a:rPr lang="fr-FR" dirty="0" err="1"/>
              <a:t>Connect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to the </a:t>
            </a:r>
            <a:r>
              <a:rPr lang="fr-FR" dirty="0" err="1"/>
              <a:t>research</a:t>
            </a:r>
            <a:r>
              <a:rPr lang="fr-FR" dirty="0"/>
              <a:t> question. </a:t>
            </a:r>
          </a:p>
          <a:p>
            <a:pPr lvl="1"/>
            <a:r>
              <a:rPr lang="fr-FR" dirty="0"/>
              <a:t>State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remains</a:t>
            </a:r>
            <a:r>
              <a:rPr lang="fr-FR" dirty="0"/>
              <a:t> </a:t>
            </a:r>
            <a:r>
              <a:rPr lang="fr-FR" dirty="0" err="1"/>
              <a:t>uncertain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1BB351-B43B-42C6-6EDC-E66EA241EE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828736"/>
              </p:ext>
            </p:extLst>
          </p:nvPr>
        </p:nvGraphicFramePr>
        <p:xfrm>
          <a:off x="935182" y="2061152"/>
          <a:ext cx="10515600" cy="246888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678198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949029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Technical </a:t>
                      </a:r>
                      <a:r>
                        <a:rPr lang="fr-FR" b="1" dirty="0" err="1"/>
                        <a:t>result</a:t>
                      </a:r>
                      <a:endParaRPr lang="fr-FR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Substantive </a:t>
                      </a:r>
                      <a:r>
                        <a:rPr lang="fr-FR" b="1" dirty="0" err="1"/>
                        <a:t>interpretation</a:t>
                      </a:r>
                      <a:endParaRPr lang="fr-F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833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High number of transitions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Frequent changes or instability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82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Long duration in unemployment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Accumulated labour-market exclusion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371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Education precedes employment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Delayed but ordered labour-market entry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6361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Early versus late family transition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Different timing of family 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812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Cluster-outcome coefficient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Outcome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difference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between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constructed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trajectory</a:t>
                      </a:r>
                      <a:r>
                        <a:rPr lang="fr-FR" dirty="0"/>
                        <a:t>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294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597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E2530-0E45-ADB7-52B3-0BAA77F1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 presentations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CED39-3523-266D-80D5-E8F784736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4916" y="4533813"/>
            <a:ext cx="6930189" cy="93846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48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A8C5-B79E-E7F9-9E74-15CF9BEA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Today’s</a:t>
            </a:r>
            <a:r>
              <a:rPr lang="fi-FI" dirty="0"/>
              <a:t> mission for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lab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F0265-E6D6-B86C-AECD-9E581950D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 err="1"/>
              <a:t>Today’s</a:t>
            </a:r>
            <a:r>
              <a:rPr lang="fr-FR" b="1" dirty="0"/>
              <a:t> </a:t>
            </a:r>
            <a:r>
              <a:rPr lang="fr-FR" b="1" dirty="0" err="1"/>
              <a:t>guided</a:t>
            </a:r>
            <a:r>
              <a:rPr lang="fr-FR" b="1" dirty="0"/>
              <a:t> workflow</a:t>
            </a:r>
            <a:endParaRPr lang="fr-FR" dirty="0"/>
          </a:p>
          <a:p>
            <a:pPr lvl="1"/>
            <a:r>
              <a:rPr lang="fr-FR" dirty="0" err="1"/>
              <a:t>Load</a:t>
            </a:r>
            <a:r>
              <a:rPr lang="fr-FR" dirty="0"/>
              <a:t> the </a:t>
            </a:r>
            <a:r>
              <a:rPr lang="fr-FR" dirty="0" err="1"/>
              <a:t>common</a:t>
            </a:r>
            <a:r>
              <a:rPr lang="fr-FR" dirty="0"/>
              <a:t> cluster solution</a:t>
            </a:r>
          </a:p>
          <a:p>
            <a:pPr lvl="1"/>
            <a:r>
              <a:rPr lang="en-US" dirty="0"/>
              <a:t>Add clusters to person-level data</a:t>
            </a:r>
            <a:endParaRPr lang="fr-FR" dirty="0"/>
          </a:p>
          <a:p>
            <a:pPr lvl="1"/>
            <a:r>
              <a:rPr lang="fr-FR" dirty="0" err="1"/>
              <a:t>Describe</a:t>
            </a:r>
            <a:r>
              <a:rPr lang="fr-FR" dirty="0"/>
              <a:t> cluster size and composition</a:t>
            </a:r>
          </a:p>
          <a:p>
            <a:pPr lvl="1"/>
            <a:r>
              <a:rPr lang="en-US" dirty="0"/>
              <a:t>Compare later mental health by cluster</a:t>
            </a:r>
            <a:endParaRPr lang="fr-FR" dirty="0"/>
          </a:p>
          <a:p>
            <a:pPr lvl="1"/>
            <a:r>
              <a:rPr lang="en-US" dirty="0"/>
              <a:t>Run simple and adjusted regression models</a:t>
            </a:r>
            <a:endParaRPr lang="fr-FR" dirty="0"/>
          </a:p>
          <a:p>
            <a:pPr lvl="1"/>
            <a:r>
              <a:rPr lang="en-US" dirty="0"/>
              <a:t>Discuss time order and post-treatment adjustment</a:t>
            </a:r>
            <a:endParaRPr lang="fr-FR" dirty="0"/>
          </a:p>
          <a:p>
            <a:pPr lvl="1"/>
            <a:r>
              <a:rPr lang="en-US" dirty="0"/>
              <a:t>Compare clusters with numerical sequence indicators</a:t>
            </a:r>
            <a:endParaRPr lang="fr-FR" dirty="0"/>
          </a:p>
          <a:p>
            <a:pPr lvl="1"/>
            <a:r>
              <a:rPr lang="fr-FR" dirty="0" err="1"/>
              <a:t>Prepare</a:t>
            </a:r>
            <a:r>
              <a:rPr lang="fr-FR" dirty="0"/>
              <a:t> mini-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9793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E968-DB2C-532C-57D6-9C85C17C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New </a:t>
            </a:r>
            <a:r>
              <a:rPr lang="fi-FI" dirty="0" err="1"/>
              <a:t>concepts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3150C-66C9-D892-C80C-2A8968CC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Now you should be able to explain:</a:t>
            </a:r>
            <a:endParaRPr lang="fr-FR" dirty="0"/>
          </a:p>
          <a:p>
            <a:pPr lvl="1"/>
            <a:r>
              <a:rPr lang="en-US" dirty="0"/>
              <a:t>Can trajectory types be outcomes?</a:t>
            </a:r>
            <a:endParaRPr lang="fr-FR" dirty="0"/>
          </a:p>
          <a:p>
            <a:pPr lvl="1"/>
            <a:r>
              <a:rPr lang="en-US" dirty="0"/>
              <a:t>Can trajectory types be explanatory variables?</a:t>
            </a:r>
            <a:endParaRPr lang="fr-FR" dirty="0"/>
          </a:p>
          <a:p>
            <a:pPr lvl="1"/>
            <a:r>
              <a:rPr lang="en-US" dirty="0"/>
              <a:t>Why start with descriptive contrasts?</a:t>
            </a:r>
            <a:endParaRPr lang="fr-FR" dirty="0"/>
          </a:p>
          <a:p>
            <a:pPr lvl="1"/>
            <a:r>
              <a:rPr lang="en-US" dirty="0"/>
              <a:t>What does a cluster coefficient compare?</a:t>
            </a:r>
            <a:endParaRPr lang="fr-FR" dirty="0"/>
          </a:p>
          <a:p>
            <a:pPr lvl="1"/>
            <a:r>
              <a:rPr lang="en-US" dirty="0"/>
              <a:t>Why is adjustment not automatically better?</a:t>
            </a:r>
            <a:endParaRPr lang="fr-FR" dirty="0"/>
          </a:p>
          <a:p>
            <a:pPr lvl="1"/>
            <a:r>
              <a:rPr lang="en-US" dirty="0"/>
              <a:t>What is post-treatment adjustment?</a:t>
            </a:r>
            <a:endParaRPr lang="fr-FR" dirty="0"/>
          </a:p>
          <a:p>
            <a:pPr lvl="1"/>
            <a:r>
              <a:rPr lang="en-US" dirty="0"/>
              <a:t>What is conditioning on future information?</a:t>
            </a:r>
            <a:endParaRPr lang="fr-FR" dirty="0"/>
          </a:p>
          <a:p>
            <a:pPr lvl="1"/>
            <a:r>
              <a:rPr lang="en-US" dirty="0"/>
              <a:t>When might sequence indicators be better than clusters?</a:t>
            </a:r>
          </a:p>
          <a:p>
            <a:pPr lvl="1"/>
            <a:r>
              <a:rPr lang="en-US" dirty="0"/>
              <a:t>What is one conclusion you can make from the analysis, and one conclusion you cannot make?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5099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E30EC-9939-FDDE-91CB-6E2138995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56" y="1444741"/>
            <a:ext cx="9357865" cy="1041901"/>
          </a:xfrm>
        </p:spPr>
        <p:txBody>
          <a:bodyPr>
            <a:normAutofit/>
          </a:bodyPr>
          <a:lstStyle/>
          <a:p>
            <a:r>
              <a:rPr lang="fi-FI" sz="4000" dirty="0"/>
              <a:t>Mini-</a:t>
            </a:r>
            <a:r>
              <a:rPr lang="fi-FI" sz="4000" dirty="0" err="1"/>
              <a:t>project</a:t>
            </a:r>
            <a:endParaRPr lang="fr-FR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DBECD-C59C-DB17-1ECB-DA2D51E9B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52656" y="2701427"/>
            <a:ext cx="4483324" cy="2699968"/>
          </a:xfrm>
        </p:spPr>
        <p:txBody>
          <a:bodyPr>
            <a:normAutofit/>
          </a:bodyPr>
          <a:lstStyle/>
          <a:p>
            <a:r>
              <a:rPr lang="en-US" sz="2000" b="1"/>
              <a:t>Today you complete Section 4 and Section 5 of your report</a:t>
            </a:r>
            <a:endParaRPr lang="fr-FR" sz="2000"/>
          </a:p>
          <a:p>
            <a:pPr lvl="1"/>
            <a:r>
              <a:rPr lang="fr-FR" sz="2000"/>
              <a:t>Substantive comparison</a:t>
            </a:r>
          </a:p>
          <a:p>
            <a:pPr lvl="1"/>
            <a:r>
              <a:rPr lang="fr-FR" sz="2000"/>
              <a:t>Interpretation</a:t>
            </a:r>
          </a:p>
          <a:p>
            <a:pPr lvl="1"/>
            <a:r>
              <a:rPr lang="fr-FR" sz="2000"/>
              <a:t>Sensitivity</a:t>
            </a:r>
          </a:p>
          <a:p>
            <a:pPr lvl="1"/>
            <a:r>
              <a:rPr lang="fr-FR" sz="2000"/>
              <a:t>Limitations</a:t>
            </a:r>
          </a:p>
          <a:p>
            <a:endParaRPr lang="fr-FR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0EC36-36E5-4B63-322E-65C11A63F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701427"/>
            <a:ext cx="4554501" cy="2699968"/>
          </a:xfrm>
        </p:spPr>
        <p:txBody>
          <a:bodyPr>
            <a:normAutofit/>
          </a:bodyPr>
          <a:lstStyle/>
          <a:p>
            <a:r>
              <a:rPr lang="en-US" sz="2000" b="1"/>
              <a:t>Before leaving today, write down:</a:t>
            </a:r>
            <a:endParaRPr lang="fr-FR" sz="2000"/>
          </a:p>
          <a:p>
            <a:pPr lvl="1"/>
            <a:r>
              <a:rPr lang="fr-FR" sz="2000"/>
              <a:t>My main finding is...</a:t>
            </a:r>
          </a:p>
          <a:p>
            <a:pPr lvl="1"/>
            <a:r>
              <a:rPr lang="fr-FR" sz="2000"/>
              <a:t>The strongest figure is...</a:t>
            </a:r>
          </a:p>
          <a:p>
            <a:pPr lvl="1"/>
            <a:r>
              <a:rPr lang="fr-FR" sz="2000"/>
              <a:t>One sensitivity result is...</a:t>
            </a:r>
          </a:p>
          <a:p>
            <a:pPr lvl="1"/>
            <a:r>
              <a:rPr lang="fr-FR" sz="2000"/>
              <a:t>One limitation is...</a:t>
            </a:r>
          </a:p>
          <a:p>
            <a:pPr lvl="1"/>
            <a:r>
              <a:rPr lang="en-US" sz="2000"/>
              <a:t>I will phrase my conclusion cautiously as...</a:t>
            </a:r>
            <a:endParaRPr lang="fr-FR" sz="2000"/>
          </a:p>
          <a:p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1639634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4704-5812-6B80-EDC3-5603032C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Mini-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C3AC-6E5F-344B-1B63-BC4435B82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Four</a:t>
            </a:r>
            <a:r>
              <a:rPr lang="fi-FI" dirty="0"/>
              <a:t> </a:t>
            </a:r>
            <a:r>
              <a:rPr lang="fi-FI" dirty="0" err="1"/>
              <a:t>slides</a:t>
            </a:r>
            <a:endParaRPr lang="fi-FI" dirty="0"/>
          </a:p>
          <a:p>
            <a:pPr lvl="1"/>
            <a:r>
              <a:rPr lang="fr-FR" dirty="0"/>
              <a:t>Research question and data</a:t>
            </a:r>
          </a:p>
          <a:p>
            <a:pPr lvl="1"/>
            <a:r>
              <a:rPr lang="fr-FR" dirty="0" err="1"/>
              <a:t>Sequence</a:t>
            </a:r>
            <a:r>
              <a:rPr lang="fr-FR" dirty="0"/>
              <a:t> construction</a:t>
            </a:r>
          </a:p>
          <a:p>
            <a:pPr lvl="1"/>
            <a:r>
              <a:rPr lang="fr-FR" dirty="0"/>
              <a:t>Main figure</a:t>
            </a:r>
          </a:p>
          <a:p>
            <a:pPr lvl="1"/>
            <a:r>
              <a:rPr lang="fr-FR" dirty="0" err="1"/>
              <a:t>Interpretation</a:t>
            </a:r>
            <a:r>
              <a:rPr lang="fr-FR" dirty="0"/>
              <a:t> and limitation</a:t>
            </a:r>
          </a:p>
          <a:p>
            <a:r>
              <a:rPr lang="en-US" dirty="0"/>
              <a:t>One clear figure explained well is better than five figures shown quickly.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5066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83BB0-1CF1-0100-B8AD-25C9EF80E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Collective discussion: what worked well? What can be improved?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48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2353</Words>
  <Application>Microsoft Office PowerPoint</Application>
  <PresentationFormat>Widescreen</PresentationFormat>
  <Paragraphs>460</Paragraphs>
  <Slides>34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Wingdings</vt:lpstr>
      <vt:lpstr>Office Theme</vt:lpstr>
      <vt:lpstr>Lesson 4</vt:lpstr>
      <vt:lpstr>Linking trajectories to outcomes and presenting results</vt:lpstr>
      <vt:lpstr>Where we are now</vt:lpstr>
      <vt:lpstr>Recap: what did we construct in Lessons 1-3?</vt:lpstr>
      <vt:lpstr>Today’s question: what can we do with trajectory types?</vt:lpstr>
      <vt:lpstr>Using trajectory types in analysis</vt:lpstr>
      <vt:lpstr>Trajectory types as descriptive summaries</vt:lpstr>
      <vt:lpstr>Trajectory types as explanatory variables</vt:lpstr>
      <vt:lpstr>Trajectory types as outcomes to explain</vt:lpstr>
      <vt:lpstr>Trajectory types aand later outcomes: examples</vt:lpstr>
      <vt:lpstr>Descriptive contrasts before regression</vt:lpstr>
      <vt:lpstr>Regression with cluster membership</vt:lpstr>
      <vt:lpstr>Regression with sequence indicators instead of clusters</vt:lpstr>
      <vt:lpstr>Clusters versus sequence measures: when to use which?</vt:lpstr>
      <vt:lpstr>Interpretation problems and cautions</vt:lpstr>
      <vt:lpstr>The danger of causal overinterpretation</vt:lpstr>
      <vt:lpstr>The danger of causal overinterpretation</vt:lpstr>
      <vt:lpstr>Determinants, mediators and outcomes: clarify the time order</vt:lpstr>
      <vt:lpstr>Post-treatment bias: when adjustment goes wrong</vt:lpstr>
      <vt:lpstr>Conditioning on the future</vt:lpstr>
      <vt:lpstr>Clusters are constructed variables, not natural groups</vt:lpstr>
      <vt:lpstr>What can we conclude and what can we not conclude?</vt:lpstr>
      <vt:lpstr>Reporting sequence analysis</vt:lpstr>
      <vt:lpstr>What to report in a sequence-analysis paper</vt:lpstr>
      <vt:lpstr>Minimum reporting checklist</vt:lpstr>
      <vt:lpstr>How to present figures clearly</vt:lpstr>
      <vt:lpstr>How to label clusters carefully</vt:lpstr>
      <vt:lpstr>From technical choices to substantive interpretation</vt:lpstr>
      <vt:lpstr>Student presentations</vt:lpstr>
      <vt:lpstr>Today’s mission for the lab</vt:lpstr>
      <vt:lpstr>New concepts</vt:lpstr>
      <vt:lpstr>Mini-project</vt:lpstr>
      <vt:lpstr>Mini-project presentation format</vt:lpstr>
      <vt:lpstr>Collective discussion: what worked well? What can be improved?</vt:lpstr>
    </vt:vector>
  </TitlesOfParts>
  <Company>University of Helsinki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Jany Damiens</dc:creator>
  <cp:lastModifiedBy>Joan Jany Damiens</cp:lastModifiedBy>
  <cp:revision>5</cp:revision>
  <dcterms:created xsi:type="dcterms:W3CDTF">2026-08-03T03:19:14Z</dcterms:created>
  <dcterms:modified xsi:type="dcterms:W3CDTF">2026-08-16T09:53:16Z</dcterms:modified>
</cp:coreProperties>
</file>